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4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0E8761-AF86-417B-B404-98A82739AE15}" v="31" dt="2026-05-29T23:27:29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22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Voget" userId="b9ec8ef93362921d" providerId="LiveId" clId="{0330F05F-4F60-4B27-9207-172470496696}"/>
    <pc:docChg chg="undo custSel addSld delSld modSld">
      <pc:chgData name="Ryan Voget" userId="b9ec8ef93362921d" providerId="LiveId" clId="{0330F05F-4F60-4B27-9207-172470496696}" dt="2026-05-29T23:27:49.754" v="757" actId="478"/>
      <pc:docMkLst>
        <pc:docMk/>
      </pc:docMkLst>
      <pc:sldChg chg="addSp delSp modSp mod">
        <pc:chgData name="Ryan Voget" userId="b9ec8ef93362921d" providerId="LiveId" clId="{0330F05F-4F60-4B27-9207-172470496696}" dt="2026-05-28T21:44:58.444" v="78" actId="20577"/>
        <pc:sldMkLst>
          <pc:docMk/>
          <pc:sldMk cId="469639129" sldId="256"/>
        </pc:sldMkLst>
        <pc:spChg chg="del">
          <ac:chgData name="Ryan Voget" userId="b9ec8ef93362921d" providerId="LiveId" clId="{0330F05F-4F60-4B27-9207-172470496696}" dt="2026-05-28T21:38:41.190" v="0" actId="478"/>
          <ac:spMkLst>
            <pc:docMk/>
            <pc:sldMk cId="469639129" sldId="256"/>
            <ac:spMk id="2" creationId="{74F2EE29-94B8-BDCC-1C49-62B5A73C6455}"/>
          </ac:spMkLst>
        </pc:spChg>
        <pc:spChg chg="del">
          <ac:chgData name="Ryan Voget" userId="b9ec8ef93362921d" providerId="LiveId" clId="{0330F05F-4F60-4B27-9207-172470496696}" dt="2026-05-28T21:38:43.656" v="1" actId="478"/>
          <ac:spMkLst>
            <pc:docMk/>
            <pc:sldMk cId="469639129" sldId="256"/>
            <ac:spMk id="3" creationId="{315E1347-B73B-79D2-8109-82B247684A9B}"/>
          </ac:spMkLst>
        </pc:spChg>
        <pc:spChg chg="add mod">
          <ac:chgData name="Ryan Voget" userId="b9ec8ef93362921d" providerId="LiveId" clId="{0330F05F-4F60-4B27-9207-172470496696}" dt="2026-05-28T21:39:52.519" v="23" actId="207"/>
          <ac:spMkLst>
            <pc:docMk/>
            <pc:sldMk cId="469639129" sldId="256"/>
            <ac:spMk id="4" creationId="{33D4230F-E850-0DA9-18A2-16623F624295}"/>
          </ac:spMkLst>
        </pc:spChg>
        <pc:spChg chg="add mod">
          <ac:chgData name="Ryan Voget" userId="b9ec8ef93362921d" providerId="LiveId" clId="{0330F05F-4F60-4B27-9207-172470496696}" dt="2026-05-28T21:40:11.741" v="26" actId="2085"/>
          <ac:spMkLst>
            <pc:docMk/>
            <pc:sldMk cId="469639129" sldId="256"/>
            <ac:spMk id="5" creationId="{0EFC82C1-DC74-93D3-95C8-9DD4E1933956}"/>
          </ac:spMkLst>
        </pc:spChg>
        <pc:spChg chg="add mod">
          <ac:chgData name="Ryan Voget" userId="b9ec8ef93362921d" providerId="LiveId" clId="{0330F05F-4F60-4B27-9207-172470496696}" dt="2026-05-28T21:42:49.714" v="40" actId="1076"/>
          <ac:spMkLst>
            <pc:docMk/>
            <pc:sldMk cId="469639129" sldId="256"/>
            <ac:spMk id="6" creationId="{27CCB41F-E633-ACF8-C5FD-6199951B2647}"/>
          </ac:spMkLst>
        </pc:spChg>
        <pc:spChg chg="add mod">
          <ac:chgData name="Ryan Voget" userId="b9ec8ef93362921d" providerId="LiveId" clId="{0330F05F-4F60-4B27-9207-172470496696}" dt="2026-05-28T21:43:20.785" v="44" actId="207"/>
          <ac:spMkLst>
            <pc:docMk/>
            <pc:sldMk cId="469639129" sldId="256"/>
            <ac:spMk id="7" creationId="{705B1DEE-CAF6-7D6C-09DC-37FE80E9FCD1}"/>
          </ac:spMkLst>
        </pc:spChg>
        <pc:spChg chg="add del mod">
          <ac:chgData name="Ryan Voget" userId="b9ec8ef93362921d" providerId="LiveId" clId="{0330F05F-4F60-4B27-9207-172470496696}" dt="2026-05-28T21:42:58.940" v="41" actId="478"/>
          <ac:spMkLst>
            <pc:docMk/>
            <pc:sldMk cId="469639129" sldId="256"/>
            <ac:spMk id="8" creationId="{BDCAEF2C-E183-BEA5-4434-1CA3F696DA0B}"/>
          </ac:spMkLst>
        </pc:spChg>
        <pc:spChg chg="add mod">
          <ac:chgData name="Ryan Voget" userId="b9ec8ef93362921d" providerId="LiveId" clId="{0330F05F-4F60-4B27-9207-172470496696}" dt="2026-05-28T21:44:10.264" v="53" actId="20577"/>
          <ac:spMkLst>
            <pc:docMk/>
            <pc:sldMk cId="469639129" sldId="256"/>
            <ac:spMk id="9" creationId="{0C8A30AF-8238-7FDE-B313-2902FDC4E6D9}"/>
          </ac:spMkLst>
        </pc:spChg>
        <pc:spChg chg="add mod">
          <ac:chgData name="Ryan Voget" userId="b9ec8ef93362921d" providerId="LiveId" clId="{0330F05F-4F60-4B27-9207-172470496696}" dt="2026-05-28T21:44:48.657" v="72" actId="20577"/>
          <ac:spMkLst>
            <pc:docMk/>
            <pc:sldMk cId="469639129" sldId="256"/>
            <ac:spMk id="10" creationId="{94F870D8-D881-3521-5121-0FA96A28F3FA}"/>
          </ac:spMkLst>
        </pc:spChg>
        <pc:spChg chg="add mod">
          <ac:chgData name="Ryan Voget" userId="b9ec8ef93362921d" providerId="LiveId" clId="{0330F05F-4F60-4B27-9207-172470496696}" dt="2026-05-28T21:44:43.266" v="64" actId="1076"/>
          <ac:spMkLst>
            <pc:docMk/>
            <pc:sldMk cId="469639129" sldId="256"/>
            <ac:spMk id="12" creationId="{7E734BCA-33DF-F030-D22E-B4E949D1C50E}"/>
          </ac:spMkLst>
        </pc:spChg>
        <pc:spChg chg="add mod">
          <ac:chgData name="Ryan Voget" userId="b9ec8ef93362921d" providerId="LiveId" clId="{0330F05F-4F60-4B27-9207-172470496696}" dt="2026-05-28T21:44:58.444" v="78" actId="20577"/>
          <ac:spMkLst>
            <pc:docMk/>
            <pc:sldMk cId="469639129" sldId="256"/>
            <ac:spMk id="13" creationId="{B7392C4E-8E09-A386-224D-FCD1656DF2AA}"/>
          </ac:spMkLst>
        </pc:spChg>
        <pc:picChg chg="add del mod">
          <ac:chgData name="Ryan Voget" userId="b9ec8ef93362921d" providerId="LiveId" clId="{0330F05F-4F60-4B27-9207-172470496696}" dt="2026-05-28T21:44:34.851" v="62" actId="478"/>
          <ac:picMkLst>
            <pc:docMk/>
            <pc:sldMk cId="469639129" sldId="256"/>
            <ac:picMk id="11" creationId="{A28AA968-EB1F-1850-B59E-DEDFEEFC5929}"/>
          </ac:picMkLst>
        </pc:picChg>
      </pc:sldChg>
      <pc:sldChg chg="addSp delSp modSp new mod setBg">
        <pc:chgData name="Ryan Voget" userId="b9ec8ef93362921d" providerId="LiveId" clId="{0330F05F-4F60-4B27-9207-172470496696}" dt="2026-05-29T23:27:01.991" v="732" actId="113"/>
        <pc:sldMkLst>
          <pc:docMk/>
          <pc:sldMk cId="1368253389" sldId="257"/>
        </pc:sldMkLst>
        <pc:spChg chg="add del mod">
          <ac:chgData name="Ryan Voget" userId="b9ec8ef93362921d" providerId="LiveId" clId="{0330F05F-4F60-4B27-9207-172470496696}" dt="2026-05-28T22:23:55.184" v="95" actId="11529"/>
          <ac:spMkLst>
            <pc:docMk/>
            <pc:sldMk cId="1368253389" sldId="257"/>
            <ac:spMk id="2" creationId="{9588F299-9B46-9EFA-C8B4-BB481FA7504E}"/>
          </ac:spMkLst>
        </pc:spChg>
        <pc:spChg chg="add mod">
          <ac:chgData name="Ryan Voget" userId="b9ec8ef93362921d" providerId="LiveId" clId="{0330F05F-4F60-4B27-9207-172470496696}" dt="2026-05-29T23:24:40.675" v="716" actId="164"/>
          <ac:spMkLst>
            <pc:docMk/>
            <pc:sldMk cId="1368253389" sldId="257"/>
            <ac:spMk id="2" creationId="{CD417D7D-487C-EEBD-0F4E-35E14D1A5BF1}"/>
          </ac:spMkLst>
        </pc:spChg>
        <pc:spChg chg="del">
          <ac:chgData name="Ryan Voget" userId="b9ec8ef93362921d" providerId="LiveId" clId="{0330F05F-4F60-4B27-9207-172470496696}" dt="2026-05-28T21:46:07.295" v="80" actId="478"/>
          <ac:spMkLst>
            <pc:docMk/>
            <pc:sldMk cId="1368253389" sldId="257"/>
            <ac:spMk id="2" creationId="{D5D3D51D-432E-5DE0-14ED-291F4DD74813}"/>
          </ac:spMkLst>
        </pc:spChg>
        <pc:spChg chg="del">
          <ac:chgData name="Ryan Voget" userId="b9ec8ef93362921d" providerId="LiveId" clId="{0330F05F-4F60-4B27-9207-172470496696}" dt="2026-05-28T21:46:07.980" v="81" actId="478"/>
          <ac:spMkLst>
            <pc:docMk/>
            <pc:sldMk cId="1368253389" sldId="257"/>
            <ac:spMk id="3" creationId="{15CB2810-01D8-0A4C-A138-3613780AA07C}"/>
          </ac:spMkLst>
        </pc:spChg>
        <pc:spChg chg="add mod">
          <ac:chgData name="Ryan Voget" userId="b9ec8ef93362921d" providerId="LiveId" clId="{0330F05F-4F60-4B27-9207-172470496696}" dt="2026-05-29T23:24:40.675" v="716" actId="164"/>
          <ac:spMkLst>
            <pc:docMk/>
            <pc:sldMk cId="1368253389" sldId="257"/>
            <ac:spMk id="3" creationId="{B4178C15-BEE2-2EDE-61CD-5DA09F3A9B55}"/>
          </ac:spMkLst>
        </pc:spChg>
        <pc:spChg chg="add del mod">
          <ac:chgData name="Ryan Voget" userId="b9ec8ef93362921d" providerId="LiveId" clId="{0330F05F-4F60-4B27-9207-172470496696}" dt="2026-05-29T23:22:34.564" v="695" actId="478"/>
          <ac:spMkLst>
            <pc:docMk/>
            <pc:sldMk cId="1368253389" sldId="257"/>
            <ac:spMk id="4" creationId="{6403680D-D6C5-CBCF-BAD1-F05FC432B0B3}"/>
          </ac:spMkLst>
        </pc:spChg>
        <pc:spChg chg="add del mod">
          <ac:chgData name="Ryan Voget" userId="b9ec8ef93362921d" providerId="LiveId" clId="{0330F05F-4F60-4B27-9207-172470496696}" dt="2026-05-28T22:22:37.105" v="85" actId="478"/>
          <ac:spMkLst>
            <pc:docMk/>
            <pc:sldMk cId="1368253389" sldId="257"/>
            <ac:spMk id="4" creationId="{8BEA35C8-8845-464E-14E7-133F70EC0D14}"/>
          </ac:spMkLst>
        </pc:spChg>
        <pc:spChg chg="add del mod">
          <ac:chgData name="Ryan Voget" userId="b9ec8ef93362921d" providerId="LiveId" clId="{0330F05F-4F60-4B27-9207-172470496696}" dt="2026-05-29T23:22:33.571" v="693" actId="478"/>
          <ac:spMkLst>
            <pc:docMk/>
            <pc:sldMk cId="1368253389" sldId="257"/>
            <ac:spMk id="5" creationId="{2C2879C5-38A4-AF20-744F-4F27C0022DD4}"/>
          </ac:spMkLst>
        </pc:spChg>
        <pc:spChg chg="add del mod">
          <ac:chgData name="Ryan Voget" userId="b9ec8ef93362921d" providerId="LiveId" clId="{0330F05F-4F60-4B27-9207-172470496696}" dt="2026-05-29T23:22:32.392" v="691" actId="478"/>
          <ac:spMkLst>
            <pc:docMk/>
            <pc:sldMk cId="1368253389" sldId="257"/>
            <ac:spMk id="6" creationId="{E54809F9-CAF5-F093-2215-59F78FA0FB9D}"/>
          </ac:spMkLst>
        </pc:spChg>
        <pc:spChg chg="add del mod">
          <ac:chgData name="Ryan Voget" userId="b9ec8ef93362921d" providerId="LiveId" clId="{0330F05F-4F60-4B27-9207-172470496696}" dt="2026-05-29T23:22:33.006" v="692" actId="478"/>
          <ac:spMkLst>
            <pc:docMk/>
            <pc:sldMk cId="1368253389" sldId="257"/>
            <ac:spMk id="7" creationId="{9BB229EE-F024-F232-EBC5-B23C16272CD4}"/>
          </ac:spMkLst>
        </pc:spChg>
        <pc:spChg chg="add del mod">
          <ac:chgData name="Ryan Voget" userId="b9ec8ef93362921d" providerId="LiveId" clId="{0330F05F-4F60-4B27-9207-172470496696}" dt="2026-05-29T23:22:34.075" v="694" actId="478"/>
          <ac:spMkLst>
            <pc:docMk/>
            <pc:sldMk cId="1368253389" sldId="257"/>
            <ac:spMk id="8" creationId="{DCAC1702-FE13-8138-668E-713294FE9A8A}"/>
          </ac:spMkLst>
        </pc:spChg>
        <pc:spChg chg="add del mod">
          <ac:chgData name="Ryan Voget" userId="b9ec8ef93362921d" providerId="LiveId" clId="{0330F05F-4F60-4B27-9207-172470496696}" dt="2026-05-29T23:21:43.891" v="684" actId="478"/>
          <ac:spMkLst>
            <pc:docMk/>
            <pc:sldMk cId="1368253389" sldId="257"/>
            <ac:spMk id="9" creationId="{CB81A7BB-774C-FBB7-AA84-023C626A02D2}"/>
          </ac:spMkLst>
        </pc:spChg>
        <pc:spChg chg="add mod">
          <ac:chgData name="Ryan Voget" userId="b9ec8ef93362921d" providerId="LiveId" clId="{0330F05F-4F60-4B27-9207-172470496696}" dt="2026-05-29T23:24:40.675" v="716" actId="164"/>
          <ac:spMkLst>
            <pc:docMk/>
            <pc:sldMk cId="1368253389" sldId="257"/>
            <ac:spMk id="10" creationId="{B9D4CFDA-67C0-E1F5-1B58-BA35E66ACDBC}"/>
          </ac:spMkLst>
        </pc:spChg>
        <pc:spChg chg="add mod">
          <ac:chgData name="Ryan Voget" userId="b9ec8ef93362921d" providerId="LiveId" clId="{0330F05F-4F60-4B27-9207-172470496696}" dt="2026-05-29T23:24:40.675" v="716" actId="164"/>
          <ac:spMkLst>
            <pc:docMk/>
            <pc:sldMk cId="1368253389" sldId="257"/>
            <ac:spMk id="11" creationId="{C4CE4B37-A868-1922-62B8-0D82A2CAE1CA}"/>
          </ac:spMkLst>
        </pc:spChg>
        <pc:spChg chg="add mod">
          <ac:chgData name="Ryan Voget" userId="b9ec8ef93362921d" providerId="LiveId" clId="{0330F05F-4F60-4B27-9207-172470496696}" dt="2026-05-29T23:24:40.675" v="716" actId="164"/>
          <ac:spMkLst>
            <pc:docMk/>
            <pc:sldMk cId="1368253389" sldId="257"/>
            <ac:spMk id="12" creationId="{84C3DE66-A0A5-02F1-395C-EBA46E546F75}"/>
          </ac:spMkLst>
        </pc:spChg>
        <pc:spChg chg="add mod">
          <ac:chgData name="Ryan Voget" userId="b9ec8ef93362921d" providerId="LiveId" clId="{0330F05F-4F60-4B27-9207-172470496696}" dt="2026-05-29T23:24:40.675" v="716" actId="164"/>
          <ac:spMkLst>
            <pc:docMk/>
            <pc:sldMk cId="1368253389" sldId="257"/>
            <ac:spMk id="13" creationId="{7E66E615-62E5-C076-FEDF-AE50EBF6EEC5}"/>
          </ac:spMkLst>
        </pc:spChg>
        <pc:spChg chg="add mod">
          <ac:chgData name="Ryan Voget" userId="b9ec8ef93362921d" providerId="LiveId" clId="{0330F05F-4F60-4B27-9207-172470496696}" dt="2026-05-29T23:24:40.675" v="716" actId="164"/>
          <ac:spMkLst>
            <pc:docMk/>
            <pc:sldMk cId="1368253389" sldId="257"/>
            <ac:spMk id="14" creationId="{0C592511-FA76-C5D9-12E2-54363E734094}"/>
          </ac:spMkLst>
        </pc:spChg>
        <pc:spChg chg="add mod">
          <ac:chgData name="Ryan Voget" userId="b9ec8ef93362921d" providerId="LiveId" clId="{0330F05F-4F60-4B27-9207-172470496696}" dt="2026-05-29T23:24:40.675" v="716" actId="164"/>
          <ac:spMkLst>
            <pc:docMk/>
            <pc:sldMk cId="1368253389" sldId="257"/>
            <ac:spMk id="15" creationId="{810C3C9D-C007-3F93-D974-996D3AA4D4C1}"/>
          </ac:spMkLst>
        </pc:spChg>
        <pc:spChg chg="add mod">
          <ac:chgData name="Ryan Voget" userId="b9ec8ef93362921d" providerId="LiveId" clId="{0330F05F-4F60-4B27-9207-172470496696}" dt="2026-05-29T23:27:01.991" v="732" actId="113"/>
          <ac:spMkLst>
            <pc:docMk/>
            <pc:sldMk cId="1368253389" sldId="257"/>
            <ac:spMk id="17" creationId="{5ED34EBF-2B6C-B329-1943-FB3BADA3D882}"/>
          </ac:spMkLst>
        </pc:spChg>
        <pc:grpChg chg="add mod">
          <ac:chgData name="Ryan Voget" userId="b9ec8ef93362921d" providerId="LiveId" clId="{0330F05F-4F60-4B27-9207-172470496696}" dt="2026-05-29T23:24:40.675" v="716" actId="164"/>
          <ac:grpSpMkLst>
            <pc:docMk/>
            <pc:sldMk cId="1368253389" sldId="257"/>
            <ac:grpSpMk id="16" creationId="{BE424B51-0671-6FE2-EE46-CAB16A2B8942}"/>
          </ac:grpSpMkLst>
        </pc:grpChg>
      </pc:sldChg>
      <pc:sldChg chg="add del setBg">
        <pc:chgData name="Ryan Voget" userId="b9ec8ef93362921d" providerId="LiveId" clId="{0330F05F-4F60-4B27-9207-172470496696}" dt="2026-05-29T23:27:27.297" v="737" actId="47"/>
        <pc:sldMkLst>
          <pc:docMk/>
          <pc:sldMk cId="1696673041" sldId="258"/>
        </pc:sldMkLst>
      </pc:sldChg>
      <pc:sldChg chg="new del">
        <pc:chgData name="Ryan Voget" userId="b9ec8ef93362921d" providerId="LiveId" clId="{0330F05F-4F60-4B27-9207-172470496696}" dt="2026-05-29T23:27:17.997" v="735" actId="47"/>
        <pc:sldMkLst>
          <pc:docMk/>
          <pc:sldMk cId="2710854284" sldId="258"/>
        </pc:sldMkLst>
      </pc:sldChg>
      <pc:sldChg chg="new del">
        <pc:chgData name="Ryan Voget" userId="b9ec8ef93362921d" providerId="LiveId" clId="{0330F05F-4F60-4B27-9207-172470496696}" dt="2026-05-29T23:27:13.107" v="733" actId="47"/>
        <pc:sldMkLst>
          <pc:docMk/>
          <pc:sldMk cId="3221657786" sldId="258"/>
        </pc:sldMkLst>
      </pc:sldChg>
      <pc:sldChg chg="delSp modSp add mod">
        <pc:chgData name="Ryan Voget" userId="b9ec8ef93362921d" providerId="LiveId" clId="{0330F05F-4F60-4B27-9207-172470496696}" dt="2026-05-29T23:27:49.754" v="757" actId="478"/>
        <pc:sldMkLst>
          <pc:docMk/>
          <pc:sldMk cId="3582817436" sldId="258"/>
        </pc:sldMkLst>
        <pc:spChg chg="mod">
          <ac:chgData name="Ryan Voget" userId="b9ec8ef93362921d" providerId="LiveId" clId="{0330F05F-4F60-4B27-9207-172470496696}" dt="2026-05-29T23:27:47.533" v="756" actId="20577"/>
          <ac:spMkLst>
            <pc:docMk/>
            <pc:sldMk cId="3582817436" sldId="258"/>
            <ac:spMk id="17" creationId="{4CEBADB9-C911-71A8-42DD-6717FD1C5D78}"/>
          </ac:spMkLst>
        </pc:spChg>
        <pc:grpChg chg="del">
          <ac:chgData name="Ryan Voget" userId="b9ec8ef93362921d" providerId="LiveId" clId="{0330F05F-4F60-4B27-9207-172470496696}" dt="2026-05-29T23:27:49.754" v="757" actId="478"/>
          <ac:grpSpMkLst>
            <pc:docMk/>
            <pc:sldMk cId="3582817436" sldId="258"/>
            <ac:grpSpMk id="16" creationId="{7197DE3D-EDDA-E0E4-A7A9-A0A10087A81E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FC353-3DC6-0B0B-6F21-BB087C14A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7195B-8297-375E-FADA-DB741E3EA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D2B13-FE61-E5F7-96A3-097DE68CA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F6B76-B593-6522-5D3E-0F7E9EC3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FAB5B-CDA1-C416-FCEC-B217A9C24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4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08D3-A459-14F5-A286-6368CF82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F68F1-F355-B2DB-C21B-204F90802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8EF4C-5203-CC09-F2B0-E6B1C985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ECF77-62A4-D210-8976-4E85468F2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CFF1B-580F-5D25-5582-6175490E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77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4FC7-CC12-0B25-223E-2CA6EADC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5095A-1D52-952F-BB39-6D884BBC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44A2-4168-98BD-5722-895C9141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4E18A-7301-F463-AD82-3D06FDEB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33011-7977-96AE-D666-BD78BE73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9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0E75-9333-CA93-CA8A-41C86993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8F828-DC72-4BA1-7422-F68FDCFE8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E4DCE-39EB-B630-69AC-FDFA848F4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960A7-F9E6-B813-AADE-E9A69460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821D2-7BDB-A6E9-C78F-32734A98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F1A11-7CE0-880E-9504-F744EF00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09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F3CA-4E9C-7FF1-7B76-211B4E112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3C0B3-710B-1272-A264-399758234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81840-7A4B-C328-62D2-04DDF800C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F98E7E-F2F1-F449-80FF-A57D4DFBB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FC634-00E4-2AE0-779E-5329C398E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D800F9-6FEE-CDE0-DBCB-9347176F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6AA15B-E7A9-1B0F-B2EC-56FBF2106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2AB89-14A9-269F-10B9-3FAE3535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3490-9B86-9507-087D-92112F403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16B14-CE20-22B4-95C2-6B953DA8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FA18E-4893-2BE2-8E86-53C08FDB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78655-130A-F656-1D9B-E229E988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59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94101-BA71-48E7-EE23-B66D9512E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A3977-5718-FBC6-E85F-01C9FD320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9F214-E86C-AAD4-EAD0-772F3AE08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80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4518-34CB-3914-0B7F-7BFE2575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DCE27-CE9F-D55A-6DE8-6B8424B49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CE9AC-B3C0-5ED6-B35E-BB6CCF8D0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7B939-AFF1-7C2F-4667-756D3BBD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86193-4D23-0BFA-840C-4467C0CF4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82544-C5BB-A6B4-7769-4E4A455DA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62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05A5-0150-4799-7BF9-AEFA7384F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AD59A-E258-166C-3CAF-0CFC442B93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D4095-E5C9-C8E2-637C-B37308DFC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E05EA-DA7F-453B-F353-2DD39CD3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FC044-06E4-0875-C096-06530EF11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B2D5-BD3B-0918-4991-4777D570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3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CF31-DBE5-7F42-C638-B5B930E0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510DC-6D67-8BA6-2917-E7689B8D1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1A3AD-F7A0-B74A-41D5-E82D5B87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EB721-C76A-BEC2-CC54-F7C41B0F4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58202-7B85-FC4F-17B8-F55FD90DC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0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ED355-3F36-031C-EFE3-200F06B204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00F93-C26D-8C12-2657-ADEE7E64D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9346E-2194-2C28-FAB2-9B86B7DD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10301-6858-FE21-E2B3-76150C6A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41EA1-B14C-C437-F8DB-A1E59AA0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59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14F066-10E9-611D-5DC1-9423D6EA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35FD1-1FF9-F65A-FDED-1EDF70B4D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7FF1E-99C9-0AD3-92CA-BF15F2A1F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A980B-D637-43D5-B30D-E0468CB4B4E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900FD-7F8C-BEB9-C408-ECAC83F128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0C5B7-115C-315A-8637-1E1B562F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6DF7D-8325-4E98-8D3E-BFF5B9CE6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6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D4230F-E850-0DA9-18A2-16623F624295}"/>
              </a:ext>
            </a:extLst>
          </p:cNvPr>
          <p:cNvSpPr/>
          <p:nvPr/>
        </p:nvSpPr>
        <p:spPr>
          <a:xfrm>
            <a:off x="565079" y="606175"/>
            <a:ext cx="1284269" cy="678095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C82C1-DC74-93D3-95C8-9DD4E1933956}"/>
              </a:ext>
            </a:extLst>
          </p:cNvPr>
          <p:cNvSpPr/>
          <p:nvPr/>
        </p:nvSpPr>
        <p:spPr>
          <a:xfrm>
            <a:off x="565079" y="1806111"/>
            <a:ext cx="1284269" cy="678095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CB41F-E633-ACF8-C5FD-6199951B2647}"/>
              </a:ext>
            </a:extLst>
          </p:cNvPr>
          <p:cNvSpPr/>
          <p:nvPr/>
        </p:nvSpPr>
        <p:spPr>
          <a:xfrm>
            <a:off x="565072" y="3006047"/>
            <a:ext cx="1284269" cy="678095"/>
          </a:xfrm>
          <a:prstGeom prst="rect">
            <a:avLst/>
          </a:prstGeom>
          <a:gradFill flip="none" rotWithShape="1">
            <a:gsLst>
              <a:gs pos="0">
                <a:srgbClr val="E7478F">
                  <a:tint val="66000"/>
                  <a:satMod val="160000"/>
                </a:srgbClr>
              </a:gs>
              <a:gs pos="50000">
                <a:srgbClr val="E7478F">
                  <a:tint val="44500"/>
                  <a:satMod val="160000"/>
                </a:srgbClr>
              </a:gs>
              <a:gs pos="100000">
                <a:srgbClr val="E7478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5B1DEE-CAF6-7D6C-09DC-37FE80E9FCD1}"/>
              </a:ext>
            </a:extLst>
          </p:cNvPr>
          <p:cNvSpPr/>
          <p:nvPr/>
        </p:nvSpPr>
        <p:spPr>
          <a:xfrm>
            <a:off x="565071" y="4205983"/>
            <a:ext cx="1284269" cy="678095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A30AF-8238-7FDE-B313-2902FDC4E6D9}"/>
              </a:ext>
            </a:extLst>
          </p:cNvPr>
          <p:cNvSpPr txBox="1"/>
          <p:nvPr/>
        </p:nvSpPr>
        <p:spPr>
          <a:xfrm>
            <a:off x="1966452" y="688258"/>
            <a:ext cx="1858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common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870D8-D881-3521-5121-0FA96A28F3FA}"/>
              </a:ext>
            </a:extLst>
          </p:cNvPr>
          <p:cNvSpPr txBox="1"/>
          <p:nvPr/>
        </p:nvSpPr>
        <p:spPr>
          <a:xfrm>
            <a:off x="1966452" y="1960492"/>
            <a:ext cx="1858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uncommon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734BCA-33DF-F030-D22E-B4E949D1C50E}"/>
              </a:ext>
            </a:extLst>
          </p:cNvPr>
          <p:cNvSpPr txBox="1"/>
          <p:nvPr/>
        </p:nvSpPr>
        <p:spPr>
          <a:xfrm>
            <a:off x="1966452" y="3066145"/>
            <a:ext cx="1858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rare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392C4E-8E09-A386-224D-FCD1656DF2AA}"/>
              </a:ext>
            </a:extLst>
          </p:cNvPr>
          <p:cNvSpPr txBox="1"/>
          <p:nvPr/>
        </p:nvSpPr>
        <p:spPr>
          <a:xfrm>
            <a:off x="1966452" y="4360364"/>
            <a:ext cx="1858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epic</a:t>
            </a:r>
          </a:p>
        </p:txBody>
      </p:sp>
    </p:spTree>
    <p:extLst>
      <p:ext uri="{BB962C8B-B14F-4D97-AF65-F5344CB8AC3E}">
        <p14:creationId xmlns:p14="http://schemas.microsoft.com/office/powerpoint/2010/main" val="469639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E424B51-0671-6FE2-EE46-CAB16A2B8942}"/>
              </a:ext>
            </a:extLst>
          </p:cNvPr>
          <p:cNvGrpSpPr/>
          <p:nvPr/>
        </p:nvGrpSpPr>
        <p:grpSpPr>
          <a:xfrm>
            <a:off x="4218645" y="69767"/>
            <a:ext cx="2077797" cy="6718466"/>
            <a:chOff x="4218645" y="69767"/>
            <a:chExt cx="2077797" cy="6718466"/>
          </a:xfrm>
        </p:grpSpPr>
        <p:sp>
          <p:nvSpPr>
            <p:cNvPr id="3" name="Cylinder 2">
              <a:extLst>
                <a:ext uri="{FF2B5EF4-FFF2-40B4-BE49-F238E27FC236}">
                  <a16:creationId xmlns:a16="http://schemas.microsoft.com/office/drawing/2014/main" id="{B4178C15-BEE2-2EDE-61CD-5DA09F3A9B55}"/>
                </a:ext>
              </a:extLst>
            </p:cNvPr>
            <p:cNvSpPr/>
            <p:nvPr/>
          </p:nvSpPr>
          <p:spPr>
            <a:xfrm rot="2029391">
              <a:off x="5895558" y="69767"/>
              <a:ext cx="400884" cy="6718466"/>
            </a:xfrm>
            <a:prstGeom prst="can">
              <a:avLst/>
            </a:prstGeom>
            <a:gradFill flip="none" rotWithShape="1">
              <a:gsLst>
                <a:gs pos="0">
                  <a:schemeClr val="tx2">
                    <a:lumMod val="75000"/>
                    <a:shade val="30000"/>
                    <a:satMod val="115000"/>
                  </a:schemeClr>
                </a:gs>
                <a:gs pos="50000">
                  <a:schemeClr val="tx2">
                    <a:lumMod val="75000"/>
                    <a:shade val="67500"/>
                    <a:satMod val="115000"/>
                  </a:schemeClr>
                </a:gs>
                <a:gs pos="100000">
                  <a:schemeClr val="tx2">
                    <a:lumMod val="75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CD417D7D-487C-EEBD-0F4E-35E14D1A5BF1}"/>
                </a:ext>
              </a:extLst>
            </p:cNvPr>
            <p:cNvSpPr/>
            <p:nvPr/>
          </p:nvSpPr>
          <p:spPr>
            <a:xfrm rot="18231384">
              <a:off x="3904960" y="5089239"/>
              <a:ext cx="1863436" cy="429491"/>
            </a:xfrm>
            <a:prstGeom prst="roundRect">
              <a:avLst/>
            </a:prstGeom>
            <a:gradFill>
              <a:gsLst>
                <a:gs pos="66000">
                  <a:srgbClr val="536173"/>
                </a:gs>
                <a:gs pos="0">
                  <a:schemeClr val="tx2">
                    <a:lumMod val="5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B9D4CFDA-67C0-E1F5-1B58-BA35E66ACDBC}"/>
                </a:ext>
              </a:extLst>
            </p:cNvPr>
            <p:cNvSpPr/>
            <p:nvPr/>
          </p:nvSpPr>
          <p:spPr>
            <a:xfrm rot="12017559">
              <a:off x="4218645" y="5516866"/>
              <a:ext cx="768492" cy="459050"/>
            </a:xfrm>
            <a:prstGeom prst="arc">
              <a:avLst>
                <a:gd name="adj1" fmla="val 14572103"/>
                <a:gd name="adj2" fmla="val 20215126"/>
              </a:avLst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C4CE4B37-A868-1922-62B8-0D82A2CAE1CA}"/>
                </a:ext>
              </a:extLst>
            </p:cNvPr>
            <p:cNvSpPr/>
            <p:nvPr/>
          </p:nvSpPr>
          <p:spPr>
            <a:xfrm rot="12017559">
              <a:off x="4347178" y="5325334"/>
              <a:ext cx="768492" cy="459050"/>
            </a:xfrm>
            <a:prstGeom prst="arc">
              <a:avLst>
                <a:gd name="adj1" fmla="val 14572103"/>
                <a:gd name="adj2" fmla="val 20215126"/>
              </a:avLst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84C3DE66-A0A5-02F1-395C-EBA46E546F75}"/>
                </a:ext>
              </a:extLst>
            </p:cNvPr>
            <p:cNvSpPr/>
            <p:nvPr/>
          </p:nvSpPr>
          <p:spPr>
            <a:xfrm rot="12017559">
              <a:off x="4500784" y="5088977"/>
              <a:ext cx="768492" cy="459050"/>
            </a:xfrm>
            <a:prstGeom prst="arc">
              <a:avLst>
                <a:gd name="adj1" fmla="val 14572103"/>
                <a:gd name="adj2" fmla="val 20215126"/>
              </a:avLst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7E66E615-62E5-C076-FEDF-AE50EBF6EEC5}"/>
                </a:ext>
              </a:extLst>
            </p:cNvPr>
            <p:cNvSpPr/>
            <p:nvPr/>
          </p:nvSpPr>
          <p:spPr>
            <a:xfrm rot="12017559">
              <a:off x="4653271" y="4864604"/>
              <a:ext cx="768492" cy="459050"/>
            </a:xfrm>
            <a:prstGeom prst="arc">
              <a:avLst>
                <a:gd name="adj1" fmla="val 14572103"/>
                <a:gd name="adj2" fmla="val 20215126"/>
              </a:avLst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0C592511-FA76-C5D9-12E2-54363E734094}"/>
                </a:ext>
              </a:extLst>
            </p:cNvPr>
            <p:cNvSpPr/>
            <p:nvPr/>
          </p:nvSpPr>
          <p:spPr>
            <a:xfrm rot="12017559">
              <a:off x="4814417" y="4640230"/>
              <a:ext cx="768492" cy="459050"/>
            </a:xfrm>
            <a:prstGeom prst="arc">
              <a:avLst>
                <a:gd name="adj1" fmla="val 14572103"/>
                <a:gd name="adj2" fmla="val 20215126"/>
              </a:avLst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810C3C9D-C007-3F93-D974-996D3AA4D4C1}"/>
                </a:ext>
              </a:extLst>
            </p:cNvPr>
            <p:cNvSpPr/>
            <p:nvPr/>
          </p:nvSpPr>
          <p:spPr>
            <a:xfrm rot="12017559">
              <a:off x="4966903" y="4394782"/>
              <a:ext cx="768492" cy="459050"/>
            </a:xfrm>
            <a:prstGeom prst="arc">
              <a:avLst>
                <a:gd name="adj1" fmla="val 14572103"/>
                <a:gd name="adj2" fmla="val 20042656"/>
              </a:avLst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ED34EBF-2B6C-B329-1943-FB3BADA3D882}"/>
              </a:ext>
            </a:extLst>
          </p:cNvPr>
          <p:cNvSpPr txBox="1"/>
          <p:nvPr/>
        </p:nvSpPr>
        <p:spPr>
          <a:xfrm>
            <a:off x="76200" y="171450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staff</a:t>
            </a:r>
          </a:p>
        </p:txBody>
      </p:sp>
    </p:spTree>
    <p:extLst>
      <p:ext uri="{BB962C8B-B14F-4D97-AF65-F5344CB8AC3E}">
        <p14:creationId xmlns:p14="http://schemas.microsoft.com/office/powerpoint/2010/main" val="136825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F6B62-1E00-68EA-9C4B-F024AC14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CEBADB9-C911-71A8-42DD-6717FD1C5D78}"/>
              </a:ext>
            </a:extLst>
          </p:cNvPr>
          <p:cNvSpPr txBox="1"/>
          <p:nvPr/>
        </p:nvSpPr>
        <p:spPr>
          <a:xfrm>
            <a:off x="171450" y="157381"/>
            <a:ext cx="208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l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blaster</a:t>
            </a:r>
          </a:p>
        </p:txBody>
      </p:sp>
    </p:spTree>
    <p:extLst>
      <p:ext uri="{BB962C8B-B14F-4D97-AF65-F5344CB8AC3E}">
        <p14:creationId xmlns:p14="http://schemas.microsoft.com/office/powerpoint/2010/main" val="358281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11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Voget</dc:creator>
  <cp:lastModifiedBy>Ryan Voget</cp:lastModifiedBy>
  <cp:revision>1</cp:revision>
  <dcterms:created xsi:type="dcterms:W3CDTF">2026-05-28T20:32:03Z</dcterms:created>
  <dcterms:modified xsi:type="dcterms:W3CDTF">2026-05-29T23:27:50Z</dcterms:modified>
</cp:coreProperties>
</file>