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266" r:id="rId10"/>
    <p:sldId id="268" r:id="rId11"/>
    <p:sldId id="271" r:id="rId12"/>
    <p:sldId id="272" r:id="rId13"/>
    <p:sldId id="274" r:id="rId14"/>
    <p:sldId id="275" r:id="rId15"/>
    <p:sldId id="276" r:id="rId16"/>
    <p:sldId id="277" r:id="rId17"/>
    <p:sldId id="278" r:id="rId18"/>
    <p:sldId id="281" r:id="rId19"/>
    <p:sldId id="284" r:id="rId20"/>
    <p:sldId id="287" r:id="rId21"/>
    <p:sldId id="289" r:id="rId22"/>
    <p:sldId id="290" r:id="rId23"/>
    <p:sldId id="291" r:id="rId24"/>
    <p:sldId id="293" r:id="rId25"/>
    <p:sldId id="264" r:id="rId26"/>
    <p:sldId id="267" r:id="rId27"/>
    <p:sldId id="269" r:id="rId28"/>
    <p:sldId id="270" r:id="rId29"/>
    <p:sldId id="273" r:id="rId30"/>
    <p:sldId id="279" r:id="rId31"/>
    <p:sldId id="285" r:id="rId32"/>
    <p:sldId id="294" r:id="rId33"/>
    <p:sldId id="297" r:id="rId34"/>
    <p:sldId id="298" r:id="rId35"/>
    <p:sldId id="299" r:id="rId36"/>
    <p:sldId id="300" r:id="rId37"/>
    <p:sldId id="301" r:id="rId38"/>
    <p:sldId id="280" r:id="rId39"/>
    <p:sldId id="282" r:id="rId40"/>
    <p:sldId id="283" r:id="rId41"/>
    <p:sldId id="286" r:id="rId42"/>
    <p:sldId id="288" r:id="rId43"/>
    <p:sldId id="292" r:id="rId44"/>
    <p:sldId id="295" r:id="rId45"/>
    <p:sldId id="296" r:id="rId46"/>
    <p:sldId id="304" r:id="rId47"/>
    <p:sldId id="305" r:id="rId48"/>
    <p:sldId id="302" r:id="rId49"/>
    <p:sldId id="303" r:id="rId50"/>
    <p:sldId id="306" r:id="rId51"/>
    <p:sldId id="307" r:id="rId52"/>
    <p:sldId id="308" r:id="rId53"/>
    <p:sldId id="309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0000"/>
    <a:srgbClr val="0C1526"/>
    <a:srgbClr val="FF7171"/>
    <a:srgbClr val="FFFFFF"/>
    <a:srgbClr val="3FCDFF"/>
    <a:srgbClr val="FFA3A3"/>
    <a:srgbClr val="FF6969"/>
    <a:srgbClr val="004A68"/>
    <a:srgbClr val="E7478F"/>
    <a:srgbClr val="7610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0E8761-AF86-417B-B404-98A82739AE15}" v="1132" dt="2026-06-03T17:23:05.4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3216" y="18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Voget" userId="b9ec8ef93362921d" providerId="LiveId" clId="{0330F05F-4F60-4B27-9207-172470496696}"/>
    <pc:docChg chg="undo redo custSel addSld delSld modSld">
      <pc:chgData name="Ryan Voget" userId="b9ec8ef93362921d" providerId="LiveId" clId="{0330F05F-4F60-4B27-9207-172470496696}" dt="2026-06-03T17:23:06.525" v="35041" actId="1076"/>
      <pc:docMkLst>
        <pc:docMk/>
      </pc:docMkLst>
      <pc:sldChg chg="addSp delSp modSp mod">
        <pc:chgData name="Ryan Voget" userId="b9ec8ef93362921d" providerId="LiveId" clId="{0330F05F-4F60-4B27-9207-172470496696}" dt="2026-06-02T22:29:12.837" v="31391" actId="207"/>
        <pc:sldMkLst>
          <pc:docMk/>
          <pc:sldMk cId="469639129" sldId="256"/>
        </pc:sldMkLst>
        <pc:spChg chg="add mod">
          <ac:chgData name="Ryan Voget" userId="b9ec8ef93362921d" providerId="LiveId" clId="{0330F05F-4F60-4B27-9207-172470496696}" dt="2026-05-31T00:10:00.054" v="3156" actId="207"/>
          <ac:spMkLst>
            <pc:docMk/>
            <pc:sldMk cId="469639129" sldId="256"/>
            <ac:spMk id="2" creationId="{805AAC48-CFED-FEB6-EC27-C945B7BA981D}"/>
          </ac:spMkLst>
        </pc:spChg>
        <pc:spChg chg="add mod">
          <ac:chgData name="Ryan Voget" userId="b9ec8ef93362921d" providerId="LiveId" clId="{0330F05F-4F60-4B27-9207-172470496696}" dt="2026-05-31T00:10:56.437" v="3183" actId="20577"/>
          <ac:spMkLst>
            <pc:docMk/>
            <pc:sldMk cId="469639129" sldId="256"/>
            <ac:spMk id="3" creationId="{82360320-03AC-B997-4AEF-6236DB976EA9}"/>
          </ac:spMkLst>
        </pc:spChg>
        <pc:spChg chg="add mod">
          <ac:chgData name="Ryan Voget" userId="b9ec8ef93362921d" providerId="LiveId" clId="{0330F05F-4F60-4B27-9207-172470496696}" dt="2026-05-31T00:10:31.419" v="3166" actId="1076"/>
          <ac:spMkLst>
            <pc:docMk/>
            <pc:sldMk cId="469639129" sldId="256"/>
            <ac:spMk id="4" creationId="{33D4230F-E850-0DA9-18A2-16623F624295}"/>
          </ac:spMkLst>
        </pc:spChg>
        <pc:spChg chg="add mod">
          <ac:chgData name="Ryan Voget" userId="b9ec8ef93362921d" providerId="LiveId" clId="{0330F05F-4F60-4B27-9207-172470496696}" dt="2026-05-31T00:10:24.617" v="3162" actId="1076"/>
          <ac:spMkLst>
            <pc:docMk/>
            <pc:sldMk cId="469639129" sldId="256"/>
            <ac:spMk id="5" creationId="{0EFC82C1-DC74-93D3-95C8-9DD4E1933956}"/>
          </ac:spMkLst>
        </pc:spChg>
        <pc:spChg chg="add mod">
          <ac:chgData name="Ryan Voget" userId="b9ec8ef93362921d" providerId="LiveId" clId="{0330F05F-4F60-4B27-9207-172470496696}" dt="2026-06-02T22:29:12.837" v="31391" actId="207"/>
          <ac:spMkLst>
            <pc:docMk/>
            <pc:sldMk cId="469639129" sldId="256"/>
            <ac:spMk id="6" creationId="{27CCB41F-E633-ACF8-C5FD-6199951B2647}"/>
          </ac:spMkLst>
        </pc:spChg>
        <pc:spChg chg="add mod">
          <ac:chgData name="Ryan Voget" userId="b9ec8ef93362921d" providerId="LiveId" clId="{0330F05F-4F60-4B27-9207-172470496696}" dt="2026-05-31T00:09:28.813" v="3146" actId="1076"/>
          <ac:spMkLst>
            <pc:docMk/>
            <pc:sldMk cId="469639129" sldId="256"/>
            <ac:spMk id="7" creationId="{705B1DEE-CAF6-7D6C-09DC-37FE80E9FCD1}"/>
          </ac:spMkLst>
        </pc:spChg>
        <pc:spChg chg="add mod">
          <ac:chgData name="Ryan Voget" userId="b9ec8ef93362921d" providerId="LiveId" clId="{0330F05F-4F60-4B27-9207-172470496696}" dt="2026-05-31T00:10:09.736" v="3159" actId="1076"/>
          <ac:spMkLst>
            <pc:docMk/>
            <pc:sldMk cId="469639129" sldId="256"/>
            <ac:spMk id="9" creationId="{0C8A30AF-8238-7FDE-B313-2902FDC4E6D9}"/>
          </ac:spMkLst>
        </pc:spChg>
        <pc:spChg chg="add mod">
          <ac:chgData name="Ryan Voget" userId="b9ec8ef93362921d" providerId="LiveId" clId="{0330F05F-4F60-4B27-9207-172470496696}" dt="2026-05-31T00:10:08.034" v="3158" actId="1076"/>
          <ac:spMkLst>
            <pc:docMk/>
            <pc:sldMk cId="469639129" sldId="256"/>
            <ac:spMk id="10" creationId="{94F870D8-D881-3521-5121-0FA96A28F3FA}"/>
          </ac:spMkLst>
        </pc:spChg>
        <pc:spChg chg="add mod">
          <ac:chgData name="Ryan Voget" userId="b9ec8ef93362921d" providerId="LiveId" clId="{0330F05F-4F60-4B27-9207-172470496696}" dt="2026-05-31T00:10:35.756" v="3167" actId="1076"/>
          <ac:spMkLst>
            <pc:docMk/>
            <pc:sldMk cId="469639129" sldId="256"/>
            <ac:spMk id="12" creationId="{7E734BCA-33DF-F030-D22E-B4E949D1C50E}"/>
          </ac:spMkLst>
        </pc:spChg>
        <pc:spChg chg="add mod">
          <ac:chgData name="Ryan Voget" userId="b9ec8ef93362921d" providerId="LiveId" clId="{0330F05F-4F60-4B27-9207-172470496696}" dt="2026-05-31T00:10:39.123" v="3168" actId="1076"/>
          <ac:spMkLst>
            <pc:docMk/>
            <pc:sldMk cId="469639129" sldId="256"/>
            <ac:spMk id="13" creationId="{B7392C4E-8E09-A386-224D-FCD1656DF2AA}"/>
          </ac:spMkLst>
        </pc:spChg>
      </pc:sldChg>
      <pc:sldChg chg="addSp delSp modSp new mod setBg">
        <pc:chgData name="Ryan Voget" userId="b9ec8ef93362921d" providerId="LiveId" clId="{0330F05F-4F60-4B27-9207-172470496696}" dt="2026-06-01T05:57:11.633" v="22054" actId="164"/>
        <pc:sldMkLst>
          <pc:docMk/>
          <pc:sldMk cId="1368253389" sldId="257"/>
        </pc:sldMkLst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2" creationId="{CD417D7D-487C-EEBD-0F4E-35E14D1A5BF1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3" creationId="{B4178C15-BEE2-2EDE-61CD-5DA09F3A9B55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0" creationId="{B9D4CFDA-67C0-E1F5-1B58-BA35E66ACDBC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1" creationId="{C4CE4B37-A868-1922-62B8-0D82A2CAE1CA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2" creationId="{84C3DE66-A0A5-02F1-395C-EBA46E546F75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3" creationId="{7E66E615-62E5-C076-FEDF-AE50EBF6EEC5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4" creationId="{0C592511-FA76-C5D9-12E2-54363E734094}"/>
          </ac:spMkLst>
        </pc:spChg>
        <pc:spChg chg="add mod topLvl">
          <ac:chgData name="Ryan Voget" userId="b9ec8ef93362921d" providerId="LiveId" clId="{0330F05F-4F60-4B27-9207-172470496696}" dt="2026-06-01T05:57:11.633" v="22054" actId="164"/>
          <ac:spMkLst>
            <pc:docMk/>
            <pc:sldMk cId="1368253389" sldId="257"/>
            <ac:spMk id="15" creationId="{810C3C9D-C007-3F93-D974-996D3AA4D4C1}"/>
          </ac:spMkLst>
        </pc:spChg>
        <pc:spChg chg="add mod">
          <ac:chgData name="Ryan Voget" userId="b9ec8ef93362921d" providerId="LiveId" clId="{0330F05F-4F60-4B27-9207-172470496696}" dt="2026-05-29T23:27:01.991" v="732" actId="113"/>
          <ac:spMkLst>
            <pc:docMk/>
            <pc:sldMk cId="1368253389" sldId="257"/>
            <ac:spMk id="17" creationId="{5ED34EBF-2B6C-B329-1943-FB3BADA3D882}"/>
          </ac:spMkLst>
        </pc:spChg>
        <pc:grpChg chg="add mod">
          <ac:chgData name="Ryan Voget" userId="b9ec8ef93362921d" providerId="LiveId" clId="{0330F05F-4F60-4B27-9207-172470496696}" dt="2026-06-01T05:57:11.633" v="22054" actId="164"/>
          <ac:grpSpMkLst>
            <pc:docMk/>
            <pc:sldMk cId="1368253389" sldId="257"/>
            <ac:grpSpMk id="4" creationId="{95E40BA8-E607-9DF8-A130-14F715FB78F0}"/>
          </ac:grpSpMkLst>
        </pc:grpChg>
      </pc:sldChg>
      <pc:sldChg chg="addSp delSp modSp add mod setBg">
        <pc:chgData name="Ryan Voget" userId="b9ec8ef93362921d" providerId="LiveId" clId="{0330F05F-4F60-4B27-9207-172470496696}" dt="2026-05-31T00:11:15.432" v="3186"/>
        <pc:sldMkLst>
          <pc:docMk/>
          <pc:sldMk cId="3582817436" sldId="258"/>
        </pc:sldMkLst>
        <pc:spChg chg="add mo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3" creationId="{33C360B0-08E1-CD55-79E1-D6E9751F42A4}"/>
          </ac:spMkLst>
        </pc:spChg>
        <pc:spChg chg="add mod ord">
          <ac:chgData name="Ryan Voget" userId="b9ec8ef93362921d" providerId="LiveId" clId="{0330F05F-4F60-4B27-9207-172470496696}" dt="2026-05-30T04:14:04.800" v="867" actId="1076"/>
          <ac:spMkLst>
            <pc:docMk/>
            <pc:sldMk cId="3582817436" sldId="258"/>
            <ac:spMk id="4" creationId="{386C8503-7DDE-B16E-1969-A4AB83457803}"/>
          </ac:spMkLst>
        </pc:spChg>
        <pc:spChg chg="add mod">
          <ac:chgData name="Ryan Voget" userId="b9ec8ef93362921d" providerId="LiveId" clId="{0330F05F-4F60-4B27-9207-172470496696}" dt="2026-05-30T04:44:02.430" v="2533" actId="14100"/>
          <ac:spMkLst>
            <pc:docMk/>
            <pc:sldMk cId="3582817436" sldId="258"/>
            <ac:spMk id="5" creationId="{53F30009-856C-5C11-013C-1957C4DCD5E5}"/>
          </ac:spMkLst>
        </pc:spChg>
        <pc:spChg chg="add mod or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8" creationId="{B652704E-07EE-0DA3-AF60-20C072B51B70}"/>
          </ac:spMkLst>
        </pc:spChg>
        <pc:spChg chg="add mod or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10" creationId="{85A22021-B80A-F01C-3B90-9A1ACE3195B3}"/>
          </ac:spMkLst>
        </pc:spChg>
        <pc:spChg chg="add mod or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11" creationId="{5DD0015C-A384-4767-19C9-32E7D80E203B}"/>
          </ac:spMkLst>
        </pc:spChg>
        <pc:spChg chg="add mod or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12" creationId="{EFFDBBE9-B77B-6E0F-681F-14FFB004108B}"/>
          </ac:spMkLst>
        </pc:spChg>
        <pc:spChg chg="add mod">
          <ac:chgData name="Ryan Voget" userId="b9ec8ef93362921d" providerId="LiveId" clId="{0330F05F-4F60-4B27-9207-172470496696}" dt="2026-05-30T04:18:16.026" v="915" actId="1035"/>
          <ac:spMkLst>
            <pc:docMk/>
            <pc:sldMk cId="3582817436" sldId="258"/>
            <ac:spMk id="13" creationId="{483B55F4-22A7-CB89-EFB3-17BDFF94139C}"/>
          </ac:spMkLst>
        </pc:spChg>
        <pc:spChg chg="add mod">
          <ac:chgData name="Ryan Voget" userId="b9ec8ef93362921d" providerId="LiveId" clId="{0330F05F-4F60-4B27-9207-172470496696}" dt="2026-05-30T04:44:36.881" v="2540" actId="1035"/>
          <ac:spMkLst>
            <pc:docMk/>
            <pc:sldMk cId="3582817436" sldId="258"/>
            <ac:spMk id="14" creationId="{94DFEE9F-6863-0ACB-DD62-3D5B93C1299E}"/>
          </ac:spMkLst>
        </pc:spChg>
        <pc:spChg chg="add mod">
          <ac:chgData name="Ryan Voget" userId="b9ec8ef93362921d" providerId="LiveId" clId="{0330F05F-4F60-4B27-9207-172470496696}" dt="2026-05-30T04:44:42.293" v="2541" actId="1035"/>
          <ac:spMkLst>
            <pc:docMk/>
            <pc:sldMk cId="3582817436" sldId="258"/>
            <ac:spMk id="15" creationId="{CE79F6E1-3FE6-8B8D-7474-D5BFE2B1B69B}"/>
          </ac:spMkLst>
        </pc:spChg>
        <pc:spChg chg="add mod or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16" creationId="{31F21A9F-972D-D606-15E1-835671742BD7}"/>
          </ac:spMkLst>
        </pc:spChg>
        <pc:spChg chg="mod">
          <ac:chgData name="Ryan Voget" userId="b9ec8ef93362921d" providerId="LiveId" clId="{0330F05F-4F60-4B27-9207-172470496696}" dt="2026-05-29T23:27:47.533" v="756" actId="20577"/>
          <ac:spMkLst>
            <pc:docMk/>
            <pc:sldMk cId="3582817436" sldId="258"/>
            <ac:spMk id="17" creationId="{4CEBADB9-C911-71A8-42DD-6717FD1C5D78}"/>
          </ac:spMkLst>
        </pc:spChg>
        <pc:spChg chg="add mod ord">
          <ac:chgData name="Ryan Voget" userId="b9ec8ef93362921d" providerId="LiveId" clId="{0330F05F-4F60-4B27-9207-172470496696}" dt="2026-05-30T04:40:58.087" v="2478" actId="1076"/>
          <ac:spMkLst>
            <pc:docMk/>
            <pc:sldMk cId="3582817436" sldId="258"/>
            <ac:spMk id="28" creationId="{99901A20-D337-D0A3-B868-C29C453D11D9}"/>
          </ac:spMkLst>
        </pc:spChg>
        <pc:spChg chg="add mod">
          <ac:chgData name="Ryan Voget" userId="b9ec8ef93362921d" providerId="LiveId" clId="{0330F05F-4F60-4B27-9207-172470496696}" dt="2026-05-30T04:40:57.739" v="2477" actId="1076"/>
          <ac:spMkLst>
            <pc:docMk/>
            <pc:sldMk cId="3582817436" sldId="258"/>
            <ac:spMk id="29" creationId="{5B8A1A96-FA75-F501-C2E4-502F784E332B}"/>
          </ac:spMkLst>
        </pc:spChg>
        <pc:spChg chg="add mo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35" creationId="{695BA46A-7D51-026A-5667-33E13336BA10}"/>
          </ac:spMkLst>
        </pc:spChg>
        <pc:spChg chg="add mod">
          <ac:chgData name="Ryan Voget" userId="b9ec8ef93362921d" providerId="LiveId" clId="{0330F05F-4F60-4B27-9207-172470496696}" dt="2026-05-30T04:31:07.514" v="1133" actId="1076"/>
          <ac:spMkLst>
            <pc:docMk/>
            <pc:sldMk cId="3582817436" sldId="258"/>
            <ac:spMk id="37" creationId="{CD7198EF-C1FF-3FE1-63A0-4FA5D46C5193}"/>
          </ac:spMkLst>
        </pc:spChg>
        <pc:spChg chg="add mod">
          <ac:chgData name="Ryan Voget" userId="b9ec8ef93362921d" providerId="LiveId" clId="{0330F05F-4F60-4B27-9207-172470496696}" dt="2026-05-30T04:32:30.196" v="1198" actId="207"/>
          <ac:spMkLst>
            <pc:docMk/>
            <pc:sldMk cId="3582817436" sldId="258"/>
            <ac:spMk id="38" creationId="{A569C22E-F6E9-C121-80D2-F65E78B4E37C}"/>
          </ac:spMkLst>
        </pc:spChg>
        <pc:spChg chg="add mod">
          <ac:chgData name="Ryan Voget" userId="b9ec8ef93362921d" providerId="LiveId" clId="{0330F05F-4F60-4B27-9207-172470496696}" dt="2026-05-30T04:32:49.738" v="1210" actId="1076"/>
          <ac:spMkLst>
            <pc:docMk/>
            <pc:sldMk cId="3582817436" sldId="258"/>
            <ac:spMk id="42" creationId="{33F4645C-C72B-D9EB-ADA3-38F525C54134}"/>
          </ac:spMkLst>
        </pc:spChg>
        <pc:spChg chg="add mo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43" creationId="{3B1C8FE1-0B65-2840-E4C5-B26092DAD85B}"/>
          </ac:spMkLst>
        </pc:spChg>
        <pc:spChg chg="add mod ord">
          <ac:chgData name="Ryan Voget" userId="b9ec8ef93362921d" providerId="LiveId" clId="{0330F05F-4F60-4B27-9207-172470496696}" dt="2026-05-30T04:37:07.805" v="2428" actId="1035"/>
          <ac:spMkLst>
            <pc:docMk/>
            <pc:sldMk cId="3582817436" sldId="258"/>
            <ac:spMk id="44" creationId="{6E7BA184-1E37-8DBD-C6A5-918C9175B2BF}"/>
          </ac:spMkLst>
        </pc:spChg>
        <pc:spChg chg="add mod">
          <ac:chgData name="Ryan Voget" userId="b9ec8ef93362921d" providerId="LiveId" clId="{0330F05F-4F60-4B27-9207-172470496696}" dt="2026-05-30T04:37:21.823" v="2432" actId="1076"/>
          <ac:spMkLst>
            <pc:docMk/>
            <pc:sldMk cId="3582817436" sldId="258"/>
            <ac:spMk id="45" creationId="{47498CC4-65ED-1EB0-F1C8-DA75E7EBE816}"/>
          </ac:spMkLst>
        </pc:spChg>
        <pc:spChg chg="add mod">
          <ac:chgData name="Ryan Voget" userId="b9ec8ef93362921d" providerId="LiveId" clId="{0330F05F-4F60-4B27-9207-172470496696}" dt="2026-05-30T04:42:04.271" v="2524" actId="164"/>
          <ac:spMkLst>
            <pc:docMk/>
            <pc:sldMk cId="3582817436" sldId="258"/>
            <ac:spMk id="46" creationId="{706CA588-9A12-D90F-66CE-5FE56E88DBC3}"/>
          </ac:spMkLst>
        </pc:spChg>
        <pc:spChg chg="add mod ord">
          <ac:chgData name="Ryan Voget" userId="b9ec8ef93362921d" providerId="LiveId" clId="{0330F05F-4F60-4B27-9207-172470496696}" dt="2026-05-30T04:39:35.303" v="2465" actId="1076"/>
          <ac:spMkLst>
            <pc:docMk/>
            <pc:sldMk cId="3582817436" sldId="258"/>
            <ac:spMk id="47" creationId="{6AA46B8C-C2E6-7F3B-7FBF-5D1CE6D69FE1}"/>
          </ac:spMkLst>
        </pc:spChg>
        <pc:spChg chg="add mod">
          <ac:chgData name="Ryan Voget" userId="b9ec8ef93362921d" providerId="LiveId" clId="{0330F05F-4F60-4B27-9207-172470496696}" dt="2026-05-30T04:41:36.841" v="2521" actId="1076"/>
          <ac:spMkLst>
            <pc:docMk/>
            <pc:sldMk cId="3582817436" sldId="258"/>
            <ac:spMk id="48" creationId="{502A9773-BCF0-66C3-5E14-2DF3FFD16125}"/>
          </ac:spMkLst>
        </pc:spChg>
        <pc:spChg chg="add mod">
          <ac:chgData name="Ryan Voget" userId="b9ec8ef93362921d" providerId="LiveId" clId="{0330F05F-4F60-4B27-9207-172470496696}" dt="2026-05-30T04:41:41.362" v="2523" actId="1076"/>
          <ac:spMkLst>
            <pc:docMk/>
            <pc:sldMk cId="3582817436" sldId="258"/>
            <ac:spMk id="49" creationId="{CF9F07DB-AB0E-40B6-A622-6A7B7A198194}"/>
          </ac:spMkLst>
        </pc:spChg>
        <pc:grpChg chg="mod">
          <ac:chgData name="Ryan Voget" userId="b9ec8ef93362921d" providerId="LiveId" clId="{0330F05F-4F60-4B27-9207-172470496696}" dt="2026-05-30T04:42:53.058" v="2531" actId="1076"/>
          <ac:grpSpMkLst>
            <pc:docMk/>
            <pc:sldMk cId="3582817436" sldId="258"/>
            <ac:grpSpMk id="50" creationId="{6881A81E-FA76-ADD9-9542-316FB2E4772F}"/>
          </ac:grpSpMkLst>
        </pc:grpChg>
        <pc:cxnChg chg="add mod">
          <ac:chgData name="Ryan Voget" userId="b9ec8ef93362921d" providerId="LiveId" clId="{0330F05F-4F60-4B27-9207-172470496696}" dt="2026-05-30T04:26:09.843" v="1101" actId="1076"/>
          <ac:cxnSpMkLst>
            <pc:docMk/>
            <pc:sldMk cId="3582817436" sldId="258"/>
            <ac:cxnSpMk id="24" creationId="{9DA6A5FF-4262-A943-039C-36A657F9FFF7}"/>
          </ac:cxnSpMkLst>
        </pc:cxnChg>
        <pc:cxnChg chg="add mod">
          <ac:chgData name="Ryan Voget" userId="b9ec8ef93362921d" providerId="LiveId" clId="{0330F05F-4F60-4B27-9207-172470496696}" dt="2026-05-30T04:26:16.545" v="1104" actId="14100"/>
          <ac:cxnSpMkLst>
            <pc:docMk/>
            <pc:sldMk cId="3582817436" sldId="258"/>
            <ac:cxnSpMk id="31" creationId="{50FD8184-606C-BA0F-B9A7-8818333D1C36}"/>
          </ac:cxnSpMkLst>
        </pc:cxnChg>
        <pc:cxnChg chg="add mod">
          <ac:chgData name="Ryan Voget" userId="b9ec8ef93362921d" providerId="LiveId" clId="{0330F05F-4F60-4B27-9207-172470496696}" dt="2026-05-30T04:26:24.792" v="1107" actId="1076"/>
          <ac:cxnSpMkLst>
            <pc:docMk/>
            <pc:sldMk cId="3582817436" sldId="258"/>
            <ac:cxnSpMk id="34" creationId="{77894641-93F8-A991-114C-795CB4E7C0B0}"/>
          </ac:cxnSpMkLst>
        </pc:cxnChg>
      </pc:sldChg>
      <pc:sldChg chg="addSp delSp modSp add mod setBg">
        <pc:chgData name="Ryan Voget" userId="b9ec8ef93362921d" providerId="LiveId" clId="{0330F05F-4F60-4B27-9207-172470496696}" dt="2026-05-31T00:04:19.716" v="3099" actId="14100"/>
        <pc:sldMkLst>
          <pc:docMk/>
          <pc:sldMk cId="401417147" sldId="259"/>
        </pc:sldMkLst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2" creationId="{F05FD477-7937-F706-FA28-F34CC40E464B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3" creationId="{ACB4A3C9-87C7-CA5A-105C-C4CE63B88F9F}"/>
          </ac:spMkLst>
        </pc:spChg>
        <pc:spChg chg="add mod">
          <ac:chgData name="Ryan Voget" userId="b9ec8ef93362921d" providerId="LiveId" clId="{0330F05F-4F60-4B27-9207-172470496696}" dt="2026-05-30T23:45:17.202" v="2838" actId="1038"/>
          <ac:spMkLst>
            <pc:docMk/>
            <pc:sldMk cId="401417147" sldId="259"/>
            <ac:spMk id="4" creationId="{93584983-DC10-7986-FCDA-7F0ABF6E3E3B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5" creationId="{DF4A1282-8EB9-9916-3C2D-53076BB0A397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11" creationId="{EF35E81A-A555-D3D5-FEA3-AC4F2F447124}"/>
          </ac:spMkLst>
        </pc:spChg>
        <pc:spChg chg="add mod">
          <ac:chgData name="Ryan Voget" userId="b9ec8ef93362921d" providerId="LiveId" clId="{0330F05F-4F60-4B27-9207-172470496696}" dt="2026-05-30T23:50:14.373" v="2908" actId="1076"/>
          <ac:spMkLst>
            <pc:docMk/>
            <pc:sldMk cId="401417147" sldId="259"/>
            <ac:spMk id="12" creationId="{29EF5067-9776-032D-FEBF-EDFAA6A0D89F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13" creationId="{7CC62A56-0ED2-F804-021C-C51DD7F33B59}"/>
          </ac:spMkLst>
        </pc:spChg>
        <pc:spChg chg="add mod">
          <ac:chgData name="Ryan Voget" userId="b9ec8ef93362921d" providerId="LiveId" clId="{0330F05F-4F60-4B27-9207-172470496696}" dt="2026-05-30T23:50:36.331" v="2914" actId="14100"/>
          <ac:spMkLst>
            <pc:docMk/>
            <pc:sldMk cId="401417147" sldId="259"/>
            <ac:spMk id="14" creationId="{72673F61-9347-7EE8-1915-AE08C8353357}"/>
          </ac:spMkLst>
        </pc:spChg>
        <pc:spChg chg="add mod">
          <ac:chgData name="Ryan Voget" userId="b9ec8ef93362921d" providerId="LiveId" clId="{0330F05F-4F60-4B27-9207-172470496696}" dt="2026-05-30T23:50:47.740" v="2917" actId="14100"/>
          <ac:spMkLst>
            <pc:docMk/>
            <pc:sldMk cId="401417147" sldId="259"/>
            <ac:spMk id="15" creationId="{B617CC09-4035-5EAA-BAB3-E5D1FFB1A58E}"/>
          </ac:spMkLst>
        </pc:spChg>
        <pc:spChg chg="add mod">
          <ac:chgData name="Ryan Voget" userId="b9ec8ef93362921d" providerId="LiveId" clId="{0330F05F-4F60-4B27-9207-172470496696}" dt="2026-05-30T23:50:56.587" v="2919" actId="1076"/>
          <ac:spMkLst>
            <pc:docMk/>
            <pc:sldMk cId="401417147" sldId="259"/>
            <ac:spMk id="16" creationId="{4FB4DA98-B0C4-62DF-D060-2A52960CF391}"/>
          </ac:spMkLst>
        </pc:spChg>
        <pc:spChg chg="mod">
          <ac:chgData name="Ryan Voget" userId="b9ec8ef93362921d" providerId="LiveId" clId="{0330F05F-4F60-4B27-9207-172470496696}" dt="2026-05-31T00:02:07.833" v="3085" actId="1076"/>
          <ac:spMkLst>
            <pc:docMk/>
            <pc:sldMk cId="401417147" sldId="259"/>
            <ac:spMk id="17" creationId="{0EBD2107-8B51-8153-A124-DB398F0B064E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19" creationId="{B522B5F2-A1EA-ADA2-4ECC-D931DB74CBE7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20" creationId="{1A7C578A-BEB1-3D89-CCAC-8511094B3A6E}"/>
          </ac:spMkLst>
        </pc:spChg>
        <pc:spChg chg="add mod">
          <ac:chgData name="Ryan Voget" userId="b9ec8ef93362921d" providerId="LiveId" clId="{0330F05F-4F60-4B27-9207-172470496696}" dt="2026-05-30T23:52:17.482" v="2936" actId="1076"/>
          <ac:spMkLst>
            <pc:docMk/>
            <pc:sldMk cId="401417147" sldId="259"/>
            <ac:spMk id="21" creationId="{07131172-229B-A100-3DB5-4578791E2754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29" creationId="{73D93441-3867-CA30-4F33-A6CC28F530F2}"/>
          </ac:spMkLst>
        </pc:spChg>
        <pc:spChg chg="add mod">
          <ac:chgData name="Ryan Voget" userId="b9ec8ef93362921d" providerId="LiveId" clId="{0330F05F-4F60-4B27-9207-172470496696}" dt="2026-05-30T23:56:46.430" v="3021" actId="1035"/>
          <ac:spMkLst>
            <pc:docMk/>
            <pc:sldMk cId="401417147" sldId="259"/>
            <ac:spMk id="30" creationId="{2030523A-20D1-4D2A-317F-8DD9C4E440A8}"/>
          </ac:spMkLst>
        </pc:spChg>
        <pc:spChg chg="add mod">
          <ac:chgData name="Ryan Voget" userId="b9ec8ef93362921d" providerId="LiveId" clId="{0330F05F-4F60-4B27-9207-172470496696}" dt="2026-05-30T23:57:31.222" v="3034" actId="208"/>
          <ac:spMkLst>
            <pc:docMk/>
            <pc:sldMk cId="401417147" sldId="259"/>
            <ac:spMk id="31" creationId="{F10B52A4-6DB6-0380-FA4E-EE93F565800A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32" creationId="{2BFBCC64-588A-81E2-B92B-C29890941F50}"/>
          </ac:spMkLst>
        </pc:spChg>
        <pc:spChg chg="add mod ord">
          <ac:chgData name="Ryan Voget" userId="b9ec8ef93362921d" providerId="LiveId" clId="{0330F05F-4F60-4B27-9207-172470496696}" dt="2026-05-31T00:03:17.486" v="3092" actId="166"/>
          <ac:spMkLst>
            <pc:docMk/>
            <pc:sldMk cId="401417147" sldId="259"/>
            <ac:spMk id="34" creationId="{CD02665C-308E-FF50-AC62-EC903FEC486D}"/>
          </ac:spMkLst>
        </pc:spChg>
        <pc:spChg chg="add mod">
          <ac:chgData name="Ryan Voget" userId="b9ec8ef93362921d" providerId="LiveId" clId="{0330F05F-4F60-4B27-9207-172470496696}" dt="2026-05-30T20:40:15.170" v="2813" actId="14100"/>
          <ac:spMkLst>
            <pc:docMk/>
            <pc:sldMk cId="401417147" sldId="259"/>
            <ac:spMk id="73" creationId="{884A655E-9182-D573-4185-A6162FCA1DC7}"/>
          </ac:spMkLst>
        </pc:spChg>
        <pc:spChg chg="add mod">
          <ac:chgData name="Ryan Voget" userId="b9ec8ef93362921d" providerId="LiveId" clId="{0330F05F-4F60-4B27-9207-172470496696}" dt="2026-05-31T00:02:07.161" v="3084" actId="164"/>
          <ac:spMkLst>
            <pc:docMk/>
            <pc:sldMk cId="401417147" sldId="259"/>
            <ac:spMk id="74" creationId="{FBA9CF27-405E-DDFF-64EF-014117E79926}"/>
          </ac:spMkLst>
        </pc:spChg>
        <pc:spChg chg="add mod">
          <ac:chgData name="Ryan Voget" userId="b9ec8ef93362921d" providerId="LiveId" clId="{0330F05F-4F60-4B27-9207-172470496696}" dt="2026-05-30T20:40:32.098" v="2818" actId="1076"/>
          <ac:spMkLst>
            <pc:docMk/>
            <pc:sldMk cId="401417147" sldId="259"/>
            <ac:spMk id="75" creationId="{8701D94A-BB11-F01A-F7BA-C0D0EAFA1097}"/>
          </ac:spMkLst>
        </pc:spChg>
        <pc:picChg chg="add del mod">
          <ac:chgData name="Ryan Voget" userId="b9ec8ef93362921d" providerId="LiveId" clId="{0330F05F-4F60-4B27-9207-172470496696}" dt="2026-05-31T00:04:19.716" v="3099" actId="14100"/>
          <ac:picMkLst>
            <pc:docMk/>
            <pc:sldMk cId="401417147" sldId="259"/>
            <ac:picMk id="18" creationId="{DA68B2D7-8BE7-754C-89D8-B37E0EB72361}"/>
          </ac:picMkLst>
        </pc:picChg>
        <pc:inkChg chg="add">
          <ac:chgData name="Ryan Voget" userId="b9ec8ef93362921d" providerId="LiveId" clId="{0330F05F-4F60-4B27-9207-172470496696}" dt="2026-05-30T23:59:59.016" v="3055" actId="9405"/>
          <ac:inkMkLst>
            <pc:docMk/>
            <pc:sldMk cId="401417147" sldId="259"/>
            <ac:inkMk id="36" creationId="{72876FFB-DB1E-7E52-F24D-33B1C3577207}"/>
          </ac:inkMkLst>
        </pc:inkChg>
        <pc:inkChg chg="add">
          <ac:chgData name="Ryan Voget" userId="b9ec8ef93362921d" providerId="LiveId" clId="{0330F05F-4F60-4B27-9207-172470496696}" dt="2026-05-31T00:00:05.298" v="3056" actId="9405"/>
          <ac:inkMkLst>
            <pc:docMk/>
            <pc:sldMk cId="401417147" sldId="259"/>
            <ac:inkMk id="37" creationId="{727983BF-0D54-B7B7-E903-14418254AF5C}"/>
          </ac:inkMkLst>
        </pc:inkChg>
        <pc:inkChg chg="add">
          <ac:chgData name="Ryan Voget" userId="b9ec8ef93362921d" providerId="LiveId" clId="{0330F05F-4F60-4B27-9207-172470496696}" dt="2026-05-31T00:00:11.035" v="3057" actId="9405"/>
          <ac:inkMkLst>
            <pc:docMk/>
            <pc:sldMk cId="401417147" sldId="259"/>
            <ac:inkMk id="38" creationId="{02E577C0-0902-ACD4-4B66-0C034786BE47}"/>
          </ac:inkMkLst>
        </pc:inkChg>
        <pc:inkChg chg="add mod">
          <ac:chgData name="Ryan Voget" userId="b9ec8ef93362921d" providerId="LiveId" clId="{0330F05F-4F60-4B27-9207-172470496696}" dt="2026-05-31T00:00:30.309" v="3061"/>
          <ac:inkMkLst>
            <pc:docMk/>
            <pc:sldMk cId="401417147" sldId="259"/>
            <ac:inkMk id="40" creationId="{F208EDEB-4D5B-3DE8-2226-97810C6F5FBA}"/>
          </ac:inkMkLst>
        </pc:inkChg>
        <pc:inkChg chg="add">
          <ac:chgData name="Ryan Voget" userId="b9ec8ef93362921d" providerId="LiveId" clId="{0330F05F-4F60-4B27-9207-172470496696}" dt="2026-05-31T00:00:33.286" v="3062" actId="9405"/>
          <ac:inkMkLst>
            <pc:docMk/>
            <pc:sldMk cId="401417147" sldId="259"/>
            <ac:inkMk id="41" creationId="{CFC1EA1D-C1AC-A756-A71E-53325BB9564B}"/>
          </ac:inkMkLst>
        </pc:inkChg>
        <pc:inkChg chg="add">
          <ac:chgData name="Ryan Voget" userId="b9ec8ef93362921d" providerId="LiveId" clId="{0330F05F-4F60-4B27-9207-172470496696}" dt="2026-05-31T00:00:38.768" v="3063" actId="9405"/>
          <ac:inkMkLst>
            <pc:docMk/>
            <pc:sldMk cId="401417147" sldId="259"/>
            <ac:inkMk id="42" creationId="{ED75DEA4-FA87-88FD-D954-557AA0551E72}"/>
          </ac:inkMkLst>
        </pc:inkChg>
        <pc:inkChg chg="add">
          <ac:chgData name="Ryan Voget" userId="b9ec8ef93362921d" providerId="LiveId" clId="{0330F05F-4F60-4B27-9207-172470496696}" dt="2026-05-31T00:00:40.278" v="3064" actId="9405"/>
          <ac:inkMkLst>
            <pc:docMk/>
            <pc:sldMk cId="401417147" sldId="259"/>
            <ac:inkMk id="43" creationId="{02344D65-E845-106C-22F7-3EF4D11C72E8}"/>
          </ac:inkMkLst>
        </pc:inkChg>
        <pc:inkChg chg="add">
          <ac:chgData name="Ryan Voget" userId="b9ec8ef93362921d" providerId="LiveId" clId="{0330F05F-4F60-4B27-9207-172470496696}" dt="2026-05-31T00:00:44.104" v="3065" actId="9405"/>
          <ac:inkMkLst>
            <pc:docMk/>
            <pc:sldMk cId="401417147" sldId="259"/>
            <ac:inkMk id="44" creationId="{6B60D64B-C082-9F5C-6FAF-5964BB2C7C00}"/>
          </ac:inkMkLst>
        </pc:inkChg>
        <pc:inkChg chg="add mod">
          <ac:chgData name="Ryan Voget" userId="b9ec8ef93362921d" providerId="LiveId" clId="{0330F05F-4F60-4B27-9207-172470496696}" dt="2026-05-30T20:33:59.414" v="2769"/>
          <ac:inkMkLst>
            <pc:docMk/>
            <pc:sldMk cId="401417147" sldId="259"/>
            <ac:inkMk id="57" creationId="{0407AC76-7A2B-F26F-DB1D-C1976D9D1B16}"/>
          </ac:inkMkLst>
        </pc:inkChg>
        <pc:inkChg chg="add del">
          <ac:chgData name="Ryan Voget" userId="b9ec8ef93362921d" providerId="LiveId" clId="{0330F05F-4F60-4B27-9207-172470496696}" dt="2026-05-30T20:34:11.228" v="2774"/>
          <ac:inkMkLst>
            <pc:docMk/>
            <pc:sldMk cId="401417147" sldId="259"/>
            <ac:inkMk id="58" creationId="{E5169A76-C032-4FD1-F5A3-076E71879970}"/>
          </ac:inkMkLst>
        </pc:inkChg>
        <pc:inkChg chg="add">
          <ac:chgData name="Ryan Voget" userId="b9ec8ef93362921d" providerId="LiveId" clId="{0330F05F-4F60-4B27-9207-172470496696}" dt="2026-05-30T20:34:21.567" v="2775" actId="9405"/>
          <ac:inkMkLst>
            <pc:docMk/>
            <pc:sldMk cId="401417147" sldId="259"/>
            <ac:inkMk id="60" creationId="{1E8921D2-DDB9-5D3A-5B38-34CFC8BED9A8}"/>
          </ac:inkMkLst>
        </pc:inkChg>
        <pc:inkChg chg="add">
          <ac:chgData name="Ryan Voget" userId="b9ec8ef93362921d" providerId="LiveId" clId="{0330F05F-4F60-4B27-9207-172470496696}" dt="2026-05-30T20:34:30.828" v="2776" actId="9405"/>
          <ac:inkMkLst>
            <pc:docMk/>
            <pc:sldMk cId="401417147" sldId="259"/>
            <ac:inkMk id="61" creationId="{43E08865-41A5-DF0F-7754-A97AEA48C268}"/>
          </ac:inkMkLst>
        </pc:inkChg>
        <pc:inkChg chg="add">
          <ac:chgData name="Ryan Voget" userId="b9ec8ef93362921d" providerId="LiveId" clId="{0330F05F-4F60-4B27-9207-172470496696}" dt="2026-05-30T20:34:48.581" v="2777" actId="9405"/>
          <ac:inkMkLst>
            <pc:docMk/>
            <pc:sldMk cId="401417147" sldId="259"/>
            <ac:inkMk id="62" creationId="{753A64DF-080C-2C14-6C5B-4C3156B74CFC}"/>
          </ac:inkMkLst>
        </pc:inkChg>
        <pc:inkChg chg="add">
          <ac:chgData name="Ryan Voget" userId="b9ec8ef93362921d" providerId="LiveId" clId="{0330F05F-4F60-4B27-9207-172470496696}" dt="2026-05-30T20:34:51.689" v="2778" actId="9405"/>
          <ac:inkMkLst>
            <pc:docMk/>
            <pc:sldMk cId="401417147" sldId="259"/>
            <ac:inkMk id="63" creationId="{5F790653-14EB-E8B4-F26A-E62A2E393FC0}"/>
          </ac:inkMkLst>
        </pc:inkChg>
        <pc:inkChg chg="add">
          <ac:chgData name="Ryan Voget" userId="b9ec8ef93362921d" providerId="LiveId" clId="{0330F05F-4F60-4B27-9207-172470496696}" dt="2026-05-30T20:35:37.569" v="2793" actId="9405"/>
          <ac:inkMkLst>
            <pc:docMk/>
            <pc:sldMk cId="401417147" sldId="259"/>
            <ac:inkMk id="71" creationId="{54797F6E-AB53-5A4C-E79C-BB9DDF62E9D4}"/>
          </ac:inkMkLst>
        </pc:inkChg>
        <pc:inkChg chg="add">
          <ac:chgData name="Ryan Voget" userId="b9ec8ef93362921d" providerId="LiveId" clId="{0330F05F-4F60-4B27-9207-172470496696}" dt="2026-05-30T20:35:42.846" v="2794" actId="9405"/>
          <ac:inkMkLst>
            <pc:docMk/>
            <pc:sldMk cId="401417147" sldId="259"/>
            <ac:inkMk id="72" creationId="{4CFF6002-1C5E-CEA7-60B7-7DCF2E6F5518}"/>
          </ac:inkMkLst>
        </pc:inkChg>
        <pc:cxnChg chg="add mod">
          <ac:chgData name="Ryan Voget" userId="b9ec8ef93362921d" providerId="LiveId" clId="{0330F05F-4F60-4B27-9207-172470496696}" dt="2026-05-30T23:55:46.610" v="2980" actId="692"/>
          <ac:cxnSpMkLst>
            <pc:docMk/>
            <pc:sldMk cId="401417147" sldId="259"/>
            <ac:cxnSpMk id="23" creationId="{12D787BF-99F0-339A-F606-3EB8CAE7022C}"/>
          </ac:cxnSpMkLst>
        </pc:cxnChg>
        <pc:cxnChg chg="add mod">
          <ac:chgData name="Ryan Voget" userId="b9ec8ef93362921d" providerId="LiveId" clId="{0330F05F-4F60-4B27-9207-172470496696}" dt="2026-05-30T23:56:00.191" v="2992" actId="1035"/>
          <ac:cxnSpMkLst>
            <pc:docMk/>
            <pc:sldMk cId="401417147" sldId="259"/>
            <ac:cxnSpMk id="26" creationId="{56E6F5D7-AD96-A7C8-4926-932AF204B734}"/>
          </ac:cxnSpMkLst>
        </pc:cxnChg>
        <pc:cxnChg chg="add mod">
          <ac:chgData name="Ryan Voget" userId="b9ec8ef93362921d" providerId="LiveId" clId="{0330F05F-4F60-4B27-9207-172470496696}" dt="2026-05-30T23:56:31.292" v="3010" actId="1076"/>
          <ac:cxnSpMkLst>
            <pc:docMk/>
            <pc:sldMk cId="401417147" sldId="259"/>
            <ac:cxnSpMk id="27" creationId="{891D3BD2-8F9F-B46F-B8A5-4DE3CAD95509}"/>
          </ac:cxnSpMkLst>
        </pc:cxnChg>
        <pc:cxnChg chg="add mod">
          <ac:chgData name="Ryan Voget" userId="b9ec8ef93362921d" providerId="LiveId" clId="{0330F05F-4F60-4B27-9207-172470496696}" dt="2026-05-30T23:56:39.801" v="3017" actId="1035"/>
          <ac:cxnSpMkLst>
            <pc:docMk/>
            <pc:sldMk cId="401417147" sldId="259"/>
            <ac:cxnSpMk id="28" creationId="{41AFBA68-2DCD-50C6-A306-D9712DEC582D}"/>
          </ac:cxnSpMkLst>
        </pc:cxnChg>
      </pc:sldChg>
      <pc:sldChg chg="addSp delSp modSp add mod setBg">
        <pc:chgData name="Ryan Voget" userId="b9ec8ef93362921d" providerId="LiveId" clId="{0330F05F-4F60-4B27-9207-172470496696}" dt="2026-05-31T00:11:24.373" v="3188"/>
        <pc:sldMkLst>
          <pc:docMk/>
          <pc:sldMk cId="2268058674" sldId="261"/>
        </pc:sldMkLst>
        <pc:spChg chg="add mod">
          <ac:chgData name="Ryan Voget" userId="b9ec8ef93362921d" providerId="LiveId" clId="{0330F05F-4F60-4B27-9207-172470496696}" dt="2026-05-31T00:08:28.631" v="3145" actId="20577"/>
          <ac:spMkLst>
            <pc:docMk/>
            <pc:sldMk cId="2268058674" sldId="261"/>
            <ac:spMk id="9" creationId="{DD6C71F6-B6E3-3949-CFC5-35D5339C6540}"/>
          </ac:spMkLst>
        </pc:spChg>
        <pc:grpChg chg="add mod">
          <ac:chgData name="Ryan Voget" userId="b9ec8ef93362921d" providerId="LiveId" clId="{0330F05F-4F60-4B27-9207-172470496696}" dt="2026-05-31T00:08:04.999" v="3137"/>
          <ac:grpSpMkLst>
            <pc:docMk/>
            <pc:sldMk cId="2268058674" sldId="261"/>
            <ac:grpSpMk id="2" creationId="{BFC5C496-4C70-EE16-2ADC-4856AB5AFDD3}"/>
          </ac:grpSpMkLst>
        </pc:grpChg>
        <pc:picChg chg="mod">
          <ac:chgData name="Ryan Voget" userId="b9ec8ef93362921d" providerId="LiveId" clId="{0330F05F-4F60-4B27-9207-172470496696}" dt="2026-05-31T00:08:04.999" v="3137"/>
          <ac:picMkLst>
            <pc:docMk/>
            <pc:sldMk cId="2268058674" sldId="261"/>
            <ac:picMk id="6" creationId="{FE0A8951-167D-7BB5-8DE9-F0665EC742FC}"/>
          </ac:picMkLst>
        </pc:picChg>
        <pc:picChg chg="mod">
          <ac:chgData name="Ryan Voget" userId="b9ec8ef93362921d" providerId="LiveId" clId="{0330F05F-4F60-4B27-9207-172470496696}" dt="2026-05-31T00:08:04.999" v="3137"/>
          <ac:picMkLst>
            <pc:docMk/>
            <pc:sldMk cId="2268058674" sldId="261"/>
            <ac:picMk id="7" creationId="{765839A0-8449-62FB-06B5-B0536EE5959E}"/>
          </ac:picMkLst>
        </pc:picChg>
      </pc:sldChg>
      <pc:sldChg chg="addSp delSp modSp add mod">
        <pc:chgData name="Ryan Voget" userId="b9ec8ef93362921d" providerId="LiveId" clId="{0330F05F-4F60-4B27-9207-172470496696}" dt="2026-05-31T00:38:57.345" v="5322" actId="207"/>
        <pc:sldMkLst>
          <pc:docMk/>
          <pc:sldMk cId="3343636702" sldId="262"/>
        </pc:sldMkLst>
        <pc:spChg chg="add mod">
          <ac:chgData name="Ryan Voget" userId="b9ec8ef93362921d" providerId="LiveId" clId="{0330F05F-4F60-4B27-9207-172470496696}" dt="2026-05-31T00:30:29.293" v="3648" actId="164"/>
          <ac:spMkLst>
            <pc:docMk/>
            <pc:sldMk cId="3343636702" sldId="262"/>
            <ac:spMk id="8" creationId="{4A76A043-2523-7FF2-CA00-437F3EBE1E52}"/>
          </ac:spMkLst>
        </pc:spChg>
        <pc:spChg chg="mod">
          <ac:chgData name="Ryan Voget" userId="b9ec8ef93362921d" providerId="LiveId" clId="{0330F05F-4F60-4B27-9207-172470496696}" dt="2026-05-31T00:29:58.209" v="3647" actId="20577"/>
          <ac:spMkLst>
            <pc:docMk/>
            <pc:sldMk cId="3343636702" sldId="262"/>
            <ac:spMk id="9" creationId="{94AD1AED-7E65-1FB2-2C94-5D81EE1B822B}"/>
          </ac:spMkLst>
        </pc:spChg>
        <pc:spChg chg="add mod">
          <ac:chgData name="Ryan Voget" userId="b9ec8ef93362921d" providerId="LiveId" clId="{0330F05F-4F60-4B27-9207-172470496696}" dt="2026-05-31T00:38:57.345" v="5322" actId="207"/>
          <ac:spMkLst>
            <pc:docMk/>
            <pc:sldMk cId="3343636702" sldId="262"/>
            <ac:spMk id="10" creationId="{1DE594FC-6B7D-2D74-2723-69DD6D447F0E}"/>
          </ac:spMkLst>
        </pc:spChg>
        <pc:spChg chg="add mod">
          <ac:chgData name="Ryan Voget" userId="b9ec8ef93362921d" providerId="LiveId" clId="{0330F05F-4F60-4B27-9207-172470496696}" dt="2026-05-31T00:30:29.293" v="3648" actId="164"/>
          <ac:spMkLst>
            <pc:docMk/>
            <pc:sldMk cId="3343636702" sldId="262"/>
            <ac:spMk id="18" creationId="{C81163BB-45F3-323E-2F7D-E3C367E7C0A4}"/>
          </ac:spMkLst>
        </pc:spChg>
        <pc:spChg chg="add mod">
          <ac:chgData name="Ryan Voget" userId="b9ec8ef93362921d" providerId="LiveId" clId="{0330F05F-4F60-4B27-9207-172470496696}" dt="2026-05-31T00:28:13.354" v="3628" actId="164"/>
          <ac:spMkLst>
            <pc:docMk/>
            <pc:sldMk cId="3343636702" sldId="262"/>
            <ac:spMk id="19" creationId="{DBAC2AA0-90EA-ECDD-0633-68C01169BD4C}"/>
          </ac:spMkLst>
        </pc:spChg>
        <pc:spChg chg="add mod">
          <ac:chgData name="Ryan Voget" userId="b9ec8ef93362921d" providerId="LiveId" clId="{0330F05F-4F60-4B27-9207-172470496696}" dt="2026-05-31T00:28:13.354" v="3628" actId="164"/>
          <ac:spMkLst>
            <pc:docMk/>
            <pc:sldMk cId="3343636702" sldId="262"/>
            <ac:spMk id="20" creationId="{BA78567E-6026-B910-8909-8A948B029C64}"/>
          </ac:spMkLst>
        </pc:spChg>
        <pc:spChg chg="add mod">
          <ac:chgData name="Ryan Voget" userId="b9ec8ef93362921d" providerId="LiveId" clId="{0330F05F-4F60-4B27-9207-172470496696}" dt="2026-05-31T00:28:13.354" v="3628" actId="164"/>
          <ac:spMkLst>
            <pc:docMk/>
            <pc:sldMk cId="3343636702" sldId="262"/>
            <ac:spMk id="21" creationId="{9355AB2E-BE28-18CA-90F1-EA733F855B9A}"/>
          </ac:spMkLst>
        </pc:spChg>
        <pc:spChg chg="mod">
          <ac:chgData name="Ryan Voget" userId="b9ec8ef93362921d" providerId="LiveId" clId="{0330F05F-4F60-4B27-9207-172470496696}" dt="2026-05-31T00:28:21.616" v="3629"/>
          <ac:spMkLst>
            <pc:docMk/>
            <pc:sldMk cId="3343636702" sldId="262"/>
            <ac:spMk id="24" creationId="{80824127-7700-C64B-A0AB-9BE591BA1813}"/>
          </ac:spMkLst>
        </pc:spChg>
        <pc:spChg chg="mod">
          <ac:chgData name="Ryan Voget" userId="b9ec8ef93362921d" providerId="LiveId" clId="{0330F05F-4F60-4B27-9207-172470496696}" dt="2026-05-31T00:28:21.616" v="3629"/>
          <ac:spMkLst>
            <pc:docMk/>
            <pc:sldMk cId="3343636702" sldId="262"/>
            <ac:spMk id="25" creationId="{07E769B3-AA1B-6BC6-BFA9-00484AABB7C4}"/>
          </ac:spMkLst>
        </pc:spChg>
        <pc:spChg chg="mod">
          <ac:chgData name="Ryan Voget" userId="b9ec8ef93362921d" providerId="LiveId" clId="{0330F05F-4F60-4B27-9207-172470496696}" dt="2026-05-31T00:28:21.616" v="3629"/>
          <ac:spMkLst>
            <pc:docMk/>
            <pc:sldMk cId="3343636702" sldId="262"/>
            <ac:spMk id="26" creationId="{9C31B036-A52B-0566-E2FA-E27AB2B22F7C}"/>
          </ac:spMkLst>
        </pc:spChg>
        <pc:spChg chg="mod">
          <ac:chgData name="Ryan Voget" userId="b9ec8ef93362921d" providerId="LiveId" clId="{0330F05F-4F60-4B27-9207-172470496696}" dt="2026-05-31T00:28:53.406" v="3634"/>
          <ac:spMkLst>
            <pc:docMk/>
            <pc:sldMk cId="3343636702" sldId="262"/>
            <ac:spMk id="28" creationId="{2B60F85D-A70C-331F-2B18-D0860386251F}"/>
          </ac:spMkLst>
        </pc:spChg>
        <pc:spChg chg="mod">
          <ac:chgData name="Ryan Voget" userId="b9ec8ef93362921d" providerId="LiveId" clId="{0330F05F-4F60-4B27-9207-172470496696}" dt="2026-05-31T00:28:53.406" v="3634"/>
          <ac:spMkLst>
            <pc:docMk/>
            <pc:sldMk cId="3343636702" sldId="262"/>
            <ac:spMk id="29" creationId="{B1FA467C-567E-05A7-DAC6-1A1563BDB2C0}"/>
          </ac:spMkLst>
        </pc:spChg>
        <pc:spChg chg="mod">
          <ac:chgData name="Ryan Voget" userId="b9ec8ef93362921d" providerId="LiveId" clId="{0330F05F-4F60-4B27-9207-172470496696}" dt="2026-05-31T00:28:53.406" v="3634"/>
          <ac:spMkLst>
            <pc:docMk/>
            <pc:sldMk cId="3343636702" sldId="262"/>
            <ac:spMk id="30" creationId="{02DB35AE-F890-6111-61BA-E54260B39E69}"/>
          </ac:spMkLst>
        </pc:spChg>
        <pc:spChg chg="mod">
          <ac:chgData name="Ryan Voget" userId="b9ec8ef93362921d" providerId="LiveId" clId="{0330F05F-4F60-4B27-9207-172470496696}" dt="2026-05-31T00:29:08.238" v="3639"/>
          <ac:spMkLst>
            <pc:docMk/>
            <pc:sldMk cId="3343636702" sldId="262"/>
            <ac:spMk id="32" creationId="{9026EBDF-AFB1-B6E5-D203-9C621650B530}"/>
          </ac:spMkLst>
        </pc:spChg>
        <pc:spChg chg="mod">
          <ac:chgData name="Ryan Voget" userId="b9ec8ef93362921d" providerId="LiveId" clId="{0330F05F-4F60-4B27-9207-172470496696}" dt="2026-05-31T00:29:08.238" v="3639"/>
          <ac:spMkLst>
            <pc:docMk/>
            <pc:sldMk cId="3343636702" sldId="262"/>
            <ac:spMk id="33" creationId="{F7D0E30F-E3AD-6122-EA7D-3F093340C483}"/>
          </ac:spMkLst>
        </pc:spChg>
        <pc:spChg chg="mod">
          <ac:chgData name="Ryan Voget" userId="b9ec8ef93362921d" providerId="LiveId" clId="{0330F05F-4F60-4B27-9207-172470496696}" dt="2026-05-31T00:29:08.238" v="3639"/>
          <ac:spMkLst>
            <pc:docMk/>
            <pc:sldMk cId="3343636702" sldId="262"/>
            <ac:spMk id="34" creationId="{83C9C2ED-034C-CD5E-598C-63DB3B44C8A1}"/>
          </ac:spMkLst>
        </pc:spChg>
        <pc:grpChg chg="add mod">
          <ac:chgData name="Ryan Voget" userId="b9ec8ef93362921d" providerId="LiveId" clId="{0330F05F-4F60-4B27-9207-172470496696}" dt="2026-05-31T00:30:29.293" v="3648" actId="164"/>
          <ac:grpSpMkLst>
            <pc:docMk/>
            <pc:sldMk cId="3343636702" sldId="262"/>
            <ac:grpSpMk id="22" creationId="{012BB751-BB8C-2FAF-9833-382F89BD1A94}"/>
          </ac:grpSpMkLst>
        </pc:grpChg>
        <pc:grpChg chg="add mod">
          <ac:chgData name="Ryan Voget" userId="b9ec8ef93362921d" providerId="LiveId" clId="{0330F05F-4F60-4B27-9207-172470496696}" dt="2026-05-31T00:30:29.293" v="3648" actId="164"/>
          <ac:grpSpMkLst>
            <pc:docMk/>
            <pc:sldMk cId="3343636702" sldId="262"/>
            <ac:grpSpMk id="23" creationId="{A109AD14-C9D1-9385-0897-116E75F12308}"/>
          </ac:grpSpMkLst>
        </pc:grpChg>
        <pc:grpChg chg="add mod">
          <ac:chgData name="Ryan Voget" userId="b9ec8ef93362921d" providerId="LiveId" clId="{0330F05F-4F60-4B27-9207-172470496696}" dt="2026-05-31T00:30:29.293" v="3648" actId="164"/>
          <ac:grpSpMkLst>
            <pc:docMk/>
            <pc:sldMk cId="3343636702" sldId="262"/>
            <ac:grpSpMk id="27" creationId="{A6A7B605-D669-E8AD-A9F5-940A244FF03E}"/>
          </ac:grpSpMkLst>
        </pc:grpChg>
        <pc:grpChg chg="add mod">
          <ac:chgData name="Ryan Voget" userId="b9ec8ef93362921d" providerId="LiveId" clId="{0330F05F-4F60-4B27-9207-172470496696}" dt="2026-05-31T00:30:29.293" v="3648" actId="164"/>
          <ac:grpSpMkLst>
            <pc:docMk/>
            <pc:sldMk cId="3343636702" sldId="262"/>
            <ac:grpSpMk id="31" creationId="{139DBB20-D62B-28BA-F87D-0BA06A50CC89}"/>
          </ac:grpSpMkLst>
        </pc:grpChg>
        <pc:grpChg chg="add mod">
          <ac:chgData name="Ryan Voget" userId="b9ec8ef93362921d" providerId="LiveId" clId="{0330F05F-4F60-4B27-9207-172470496696}" dt="2026-05-31T00:30:29.293" v="3648" actId="164"/>
          <ac:grpSpMkLst>
            <pc:docMk/>
            <pc:sldMk cId="3343636702" sldId="262"/>
            <ac:grpSpMk id="35" creationId="{FF295751-1158-0BF9-6D98-ED4C48033D70}"/>
          </ac:grpSpMkLst>
        </pc:grpChg>
        <pc:cxnChg chg="add mod">
          <ac:chgData name="Ryan Voget" userId="b9ec8ef93362921d" providerId="LiveId" clId="{0330F05F-4F60-4B27-9207-172470496696}" dt="2026-05-31T00:21:54.828" v="3286" actId="208"/>
          <ac:cxnSpMkLst>
            <pc:docMk/>
            <pc:sldMk cId="3343636702" sldId="262"/>
            <ac:cxnSpMk id="12" creationId="{EAFE3CEC-E740-E71C-A5E4-15224A5D986C}"/>
          </ac:cxnSpMkLst>
        </pc:cxnChg>
        <pc:cxnChg chg="add mod">
          <ac:chgData name="Ryan Voget" userId="b9ec8ef93362921d" providerId="LiveId" clId="{0330F05F-4F60-4B27-9207-172470496696}" dt="2026-05-31T00:30:29.293" v="3648" actId="164"/>
          <ac:cxnSpMkLst>
            <pc:docMk/>
            <pc:sldMk cId="3343636702" sldId="262"/>
            <ac:cxnSpMk id="13" creationId="{5A007CBB-376D-C9C3-376C-0FC060C31914}"/>
          </ac:cxnSpMkLst>
        </pc:cxnChg>
        <pc:cxnChg chg="add mod">
          <ac:chgData name="Ryan Voget" userId="b9ec8ef93362921d" providerId="LiveId" clId="{0330F05F-4F60-4B27-9207-172470496696}" dt="2026-05-31T00:30:29.293" v="3648" actId="164"/>
          <ac:cxnSpMkLst>
            <pc:docMk/>
            <pc:sldMk cId="3343636702" sldId="262"/>
            <ac:cxnSpMk id="14" creationId="{691B6814-6EF0-ADD8-7351-64F874FF18E0}"/>
          </ac:cxnSpMkLst>
        </pc:cxnChg>
        <pc:cxnChg chg="add mod">
          <ac:chgData name="Ryan Voget" userId="b9ec8ef93362921d" providerId="LiveId" clId="{0330F05F-4F60-4B27-9207-172470496696}" dt="2026-05-31T00:22:31.640" v="3303" actId="1035"/>
          <ac:cxnSpMkLst>
            <pc:docMk/>
            <pc:sldMk cId="3343636702" sldId="262"/>
            <ac:cxnSpMk id="17" creationId="{557F9DAC-3D41-A095-7089-6030D482AFE9}"/>
          </ac:cxnSpMkLst>
        </pc:cxnChg>
      </pc:sldChg>
      <pc:sldChg chg="addSp delSp modSp add mod">
        <pc:chgData name="Ryan Voget" userId="b9ec8ef93362921d" providerId="LiveId" clId="{0330F05F-4F60-4B27-9207-172470496696}" dt="2026-05-31T00:39:35.935" v="5323" actId="164"/>
        <pc:sldMkLst>
          <pc:docMk/>
          <pc:sldMk cId="3393086334" sldId="263"/>
        </pc:sldMkLst>
        <pc:spChg chg="add 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3" creationId="{E82F144A-F538-E043-3D38-6E945E123306}"/>
          </ac:spMkLst>
        </pc:spChg>
        <pc:spChg chg="add 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4" creationId="{F1EFF4D5-3AAB-321B-19BF-022B919EFA41}"/>
          </ac:spMkLst>
        </pc:spChg>
        <pc:spChg chg="add 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5" creationId="{B4FED3FE-FFB2-4147-7DDA-EB38F3E11848}"/>
          </ac:spMkLst>
        </pc:spChg>
        <pc:spChg chg="add 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6" creationId="{FF7E525A-530E-01B2-DC24-7B36BB6E6E32}"/>
          </ac:spMkLst>
        </pc:spChg>
        <pc:spChg chg="add 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7" creationId="{D5EC6B9F-2371-7715-4CEA-4A3650A205E7}"/>
          </ac:spMkLst>
        </pc:spChg>
        <pc:spChg chg="mod topLvl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8" creationId="{306D8A27-4DEE-6857-20B8-F9D6DD9E6739}"/>
          </ac:spMkLst>
        </pc:spChg>
        <pc:spChg chg="mod">
          <ac:chgData name="Ryan Voget" userId="b9ec8ef93362921d" providerId="LiveId" clId="{0330F05F-4F60-4B27-9207-172470496696}" dt="2026-05-31T00:32:19.477" v="3658" actId="20577"/>
          <ac:spMkLst>
            <pc:docMk/>
            <pc:sldMk cId="3393086334" sldId="263"/>
            <ac:spMk id="9" creationId="{A9FCF94D-CE72-E669-4291-77EF8928C597}"/>
          </ac:spMkLst>
        </pc:spChg>
        <pc:spChg chg="mod">
          <ac:chgData name="Ryan Voget" userId="b9ec8ef93362921d" providerId="LiveId" clId="{0330F05F-4F60-4B27-9207-172470496696}" dt="2026-05-31T00:39:35.935" v="5323" actId="164"/>
          <ac:spMkLst>
            <pc:docMk/>
            <pc:sldMk cId="3393086334" sldId="263"/>
            <ac:spMk id="10" creationId="{30A3780C-E19A-223F-F360-1367758AA6D4}"/>
          </ac:spMkLst>
        </pc:spChg>
        <pc:grpChg chg="add mod">
          <ac:chgData name="Ryan Voget" userId="b9ec8ef93362921d" providerId="LiveId" clId="{0330F05F-4F60-4B27-9207-172470496696}" dt="2026-05-31T00:39:35.935" v="5323" actId="164"/>
          <ac:grpSpMkLst>
            <pc:docMk/>
            <pc:sldMk cId="3393086334" sldId="263"/>
            <ac:grpSpMk id="11" creationId="{0D65B7C7-391D-DED4-B177-813E3CEBBF1D}"/>
          </ac:grpSpMkLst>
        </pc:grpChg>
        <pc:cxnChg chg="mod">
          <ac:chgData name="Ryan Voget" userId="b9ec8ef93362921d" providerId="LiveId" clId="{0330F05F-4F60-4B27-9207-172470496696}" dt="2026-05-31T00:39:35.935" v="5323" actId="164"/>
          <ac:cxnSpMkLst>
            <pc:docMk/>
            <pc:sldMk cId="3393086334" sldId="263"/>
            <ac:cxnSpMk id="12" creationId="{C78ADE45-4018-2959-9EF7-ACA223FF51A7}"/>
          </ac:cxnSpMkLst>
        </pc:cxnChg>
        <pc:cxnChg chg="mod">
          <ac:chgData name="Ryan Voget" userId="b9ec8ef93362921d" providerId="LiveId" clId="{0330F05F-4F60-4B27-9207-172470496696}" dt="2026-05-31T00:39:35.935" v="5323" actId="164"/>
          <ac:cxnSpMkLst>
            <pc:docMk/>
            <pc:sldMk cId="3393086334" sldId="263"/>
            <ac:cxnSpMk id="17" creationId="{A4DFE01D-ADFF-4590-519A-0C16888EB0CB}"/>
          </ac:cxnSpMkLst>
        </pc:cxnChg>
      </pc:sldChg>
      <pc:sldChg chg="addSp delSp modSp add mod setBg">
        <pc:chgData name="Ryan Voget" userId="b9ec8ef93362921d" providerId="LiveId" clId="{0330F05F-4F60-4B27-9207-172470496696}" dt="2026-05-31T00:48:58.417" v="6130" actId="164"/>
        <pc:sldMkLst>
          <pc:docMk/>
          <pc:sldMk cId="2172559062" sldId="264"/>
        </pc:sldMkLst>
        <pc:spChg chg="add mod">
          <ac:chgData name="Ryan Voget" userId="b9ec8ef93362921d" providerId="LiveId" clId="{0330F05F-4F60-4B27-9207-172470496696}" dt="2026-05-31T00:44:59.907" v="5872" actId="164"/>
          <ac:spMkLst>
            <pc:docMk/>
            <pc:sldMk cId="2172559062" sldId="264"/>
            <ac:spMk id="2" creationId="{BC425797-618F-247B-7A71-2D666F7D7FB7}"/>
          </ac:spMkLst>
        </pc:spChg>
        <pc:spChg chg="mod topLvl">
          <ac:chgData name="Ryan Voget" userId="b9ec8ef93362921d" providerId="LiveId" clId="{0330F05F-4F60-4B27-9207-172470496696}" dt="2026-05-31T00:48:58.417" v="6130" actId="164"/>
          <ac:spMkLst>
            <pc:docMk/>
            <pc:sldMk cId="2172559062" sldId="264"/>
            <ac:spMk id="8" creationId="{7CA60E0E-25B6-AC5F-56C5-18C1248B88E7}"/>
          </ac:spMkLst>
        </pc:spChg>
        <pc:spChg chg="mod">
          <ac:chgData name="Ryan Voget" userId="b9ec8ef93362921d" providerId="LiveId" clId="{0330F05F-4F60-4B27-9207-172470496696}" dt="2026-05-31T00:42:54.161" v="5854" actId="20577"/>
          <ac:spMkLst>
            <pc:docMk/>
            <pc:sldMk cId="2172559062" sldId="264"/>
            <ac:spMk id="9" creationId="{708AC62D-CCD8-1FFB-7823-8B76EC2BE371}"/>
          </ac:spMkLst>
        </pc:spChg>
        <pc:spChg chg="mod topLvl">
          <ac:chgData name="Ryan Voget" userId="b9ec8ef93362921d" providerId="LiveId" clId="{0330F05F-4F60-4B27-9207-172470496696}" dt="2026-05-31T00:48:58.417" v="6130" actId="164"/>
          <ac:spMkLst>
            <pc:docMk/>
            <pc:sldMk cId="2172559062" sldId="264"/>
            <ac:spMk id="10" creationId="{EF625FE6-C78A-A641-48C2-26AEC0396777}"/>
          </ac:spMkLst>
        </pc:spChg>
        <pc:spChg chg="add mod">
          <ac:chgData name="Ryan Voget" userId="b9ec8ef93362921d" providerId="LiveId" clId="{0330F05F-4F60-4B27-9207-172470496696}" dt="2026-05-31T00:44:59.907" v="5872" actId="164"/>
          <ac:spMkLst>
            <pc:docMk/>
            <pc:sldMk cId="2172559062" sldId="264"/>
            <ac:spMk id="15" creationId="{F3CB4717-0DBA-0AA7-8D56-1FC980ED164A}"/>
          </ac:spMkLst>
        </pc:spChg>
        <pc:spChg chg="mod">
          <ac:chgData name="Ryan Voget" userId="b9ec8ef93362921d" providerId="LiveId" clId="{0330F05F-4F60-4B27-9207-172470496696}" dt="2026-05-31T00:45:01.201" v="5873"/>
          <ac:spMkLst>
            <pc:docMk/>
            <pc:sldMk cId="2172559062" sldId="264"/>
            <ac:spMk id="19" creationId="{41B035D8-818C-F529-CC7F-B93167C0FCF6}"/>
          </ac:spMkLst>
        </pc:spChg>
        <pc:spChg chg="mod">
          <ac:chgData name="Ryan Voget" userId="b9ec8ef93362921d" providerId="LiveId" clId="{0330F05F-4F60-4B27-9207-172470496696}" dt="2026-05-31T00:45:01.201" v="5873"/>
          <ac:spMkLst>
            <pc:docMk/>
            <pc:sldMk cId="2172559062" sldId="264"/>
            <ac:spMk id="20" creationId="{6B52ABF3-605E-F218-32AF-D6A1B253232F}"/>
          </ac:spMkLst>
        </pc:spChg>
        <pc:spChg chg="mod">
          <ac:chgData name="Ryan Voget" userId="b9ec8ef93362921d" providerId="LiveId" clId="{0330F05F-4F60-4B27-9207-172470496696}" dt="2026-05-31T00:45:18.540" v="5876"/>
          <ac:spMkLst>
            <pc:docMk/>
            <pc:sldMk cId="2172559062" sldId="264"/>
            <ac:spMk id="22" creationId="{DB074E7B-FB93-7DA7-8869-3983A4F783A4}"/>
          </ac:spMkLst>
        </pc:spChg>
        <pc:spChg chg="mod">
          <ac:chgData name="Ryan Voget" userId="b9ec8ef93362921d" providerId="LiveId" clId="{0330F05F-4F60-4B27-9207-172470496696}" dt="2026-05-31T00:45:18.540" v="5876"/>
          <ac:spMkLst>
            <pc:docMk/>
            <pc:sldMk cId="2172559062" sldId="264"/>
            <ac:spMk id="23" creationId="{E2BDF7F1-27DA-6EA9-7424-9690710F8EBC}"/>
          </ac:spMkLst>
        </pc:spChg>
        <pc:spChg chg="mod">
          <ac:chgData name="Ryan Voget" userId="b9ec8ef93362921d" providerId="LiveId" clId="{0330F05F-4F60-4B27-9207-172470496696}" dt="2026-05-31T00:45:27.599" v="5879"/>
          <ac:spMkLst>
            <pc:docMk/>
            <pc:sldMk cId="2172559062" sldId="264"/>
            <ac:spMk id="25" creationId="{DA0BE181-31A6-03CB-7A26-46265B0B072A}"/>
          </ac:spMkLst>
        </pc:spChg>
        <pc:spChg chg="mod">
          <ac:chgData name="Ryan Voget" userId="b9ec8ef93362921d" providerId="LiveId" clId="{0330F05F-4F60-4B27-9207-172470496696}" dt="2026-05-31T00:45:27.599" v="5879"/>
          <ac:spMkLst>
            <pc:docMk/>
            <pc:sldMk cId="2172559062" sldId="264"/>
            <ac:spMk id="26" creationId="{1D2173A4-BF89-E8C6-5111-B0943BBAC14E}"/>
          </ac:spMkLst>
        </pc:spChg>
        <pc:spChg chg="add mod">
          <ac:chgData name="Ryan Voget" userId="b9ec8ef93362921d" providerId="LiveId" clId="{0330F05F-4F60-4B27-9207-172470496696}" dt="2026-05-31T00:48:58.417" v="6130" actId="164"/>
          <ac:spMkLst>
            <pc:docMk/>
            <pc:sldMk cId="2172559062" sldId="264"/>
            <ac:spMk id="28" creationId="{77C4D6E1-3498-193B-F9CC-FDB1260FB835}"/>
          </ac:spMkLst>
        </pc:spChg>
        <pc:spChg chg="add mod">
          <ac:chgData name="Ryan Voget" userId="b9ec8ef93362921d" providerId="LiveId" clId="{0330F05F-4F60-4B27-9207-172470496696}" dt="2026-05-31T00:48:58.417" v="6130" actId="164"/>
          <ac:spMkLst>
            <pc:docMk/>
            <pc:sldMk cId="2172559062" sldId="264"/>
            <ac:spMk id="29" creationId="{9DE38766-4BB6-2764-8039-EDA9E024BB6B}"/>
          </ac:spMkLst>
        </pc:spChg>
        <pc:grpChg chg="add mod">
          <ac:chgData name="Ryan Voget" userId="b9ec8ef93362921d" providerId="LiveId" clId="{0330F05F-4F60-4B27-9207-172470496696}" dt="2026-05-31T00:48:58.417" v="6130" actId="164"/>
          <ac:grpSpMkLst>
            <pc:docMk/>
            <pc:sldMk cId="2172559062" sldId="264"/>
            <ac:grpSpMk id="16" creationId="{7ACB8B44-BBB1-EB25-3023-977F6CD3637D}"/>
          </ac:grpSpMkLst>
        </pc:grpChg>
        <pc:grpChg chg="add mod">
          <ac:chgData name="Ryan Voget" userId="b9ec8ef93362921d" providerId="LiveId" clId="{0330F05F-4F60-4B27-9207-172470496696}" dt="2026-05-31T00:48:58.417" v="6130" actId="164"/>
          <ac:grpSpMkLst>
            <pc:docMk/>
            <pc:sldMk cId="2172559062" sldId="264"/>
            <ac:grpSpMk id="18" creationId="{2D5F1995-055B-128D-F05C-9A369B0DFC2C}"/>
          </ac:grpSpMkLst>
        </pc:grpChg>
        <pc:grpChg chg="add mod">
          <ac:chgData name="Ryan Voget" userId="b9ec8ef93362921d" providerId="LiveId" clId="{0330F05F-4F60-4B27-9207-172470496696}" dt="2026-05-31T00:48:58.417" v="6130" actId="164"/>
          <ac:grpSpMkLst>
            <pc:docMk/>
            <pc:sldMk cId="2172559062" sldId="264"/>
            <ac:grpSpMk id="21" creationId="{7FA64C95-A1DC-9D5D-F11A-9740210827DC}"/>
          </ac:grpSpMkLst>
        </pc:grpChg>
        <pc:grpChg chg="add mod">
          <ac:chgData name="Ryan Voget" userId="b9ec8ef93362921d" providerId="LiveId" clId="{0330F05F-4F60-4B27-9207-172470496696}" dt="2026-05-31T00:48:58.417" v="6130" actId="164"/>
          <ac:grpSpMkLst>
            <pc:docMk/>
            <pc:sldMk cId="2172559062" sldId="264"/>
            <ac:grpSpMk id="24" creationId="{55D6DB5A-856F-7A43-A21F-E320F6BBB83A}"/>
          </ac:grpSpMkLst>
        </pc:grpChg>
        <pc:grpChg chg="add mod">
          <ac:chgData name="Ryan Voget" userId="b9ec8ef93362921d" providerId="LiveId" clId="{0330F05F-4F60-4B27-9207-172470496696}" dt="2026-05-31T00:48:58.417" v="6130" actId="164"/>
          <ac:grpSpMkLst>
            <pc:docMk/>
            <pc:sldMk cId="2172559062" sldId="264"/>
            <ac:grpSpMk id="30" creationId="{41B8B78B-11B3-A5F0-981F-B78D4BB375D6}"/>
          </ac:grpSpMkLst>
        </pc:grpChg>
        <pc:cxnChg chg="mod topLvl">
          <ac:chgData name="Ryan Voget" userId="b9ec8ef93362921d" providerId="LiveId" clId="{0330F05F-4F60-4B27-9207-172470496696}" dt="2026-05-31T00:48:58.417" v="6130" actId="164"/>
          <ac:cxnSpMkLst>
            <pc:docMk/>
            <pc:sldMk cId="2172559062" sldId="264"/>
            <ac:cxnSpMk id="12" creationId="{1CB3D788-51D4-F656-90E5-F86A7E28A48F}"/>
          </ac:cxnSpMkLst>
        </pc:cxnChg>
        <pc:cxnChg chg="mod topLvl">
          <ac:chgData name="Ryan Voget" userId="b9ec8ef93362921d" providerId="LiveId" clId="{0330F05F-4F60-4B27-9207-172470496696}" dt="2026-05-31T00:40:28.316" v="5335" actId="165"/>
          <ac:cxnSpMkLst>
            <pc:docMk/>
            <pc:sldMk cId="2172559062" sldId="264"/>
            <ac:cxnSpMk id="13" creationId="{DAF28495-9170-60D1-4AEF-E4CE82F58EAE}"/>
          </ac:cxnSpMkLst>
        </pc:cxnChg>
        <pc:cxnChg chg="mod topLvl">
          <ac:chgData name="Ryan Voget" userId="b9ec8ef93362921d" providerId="LiveId" clId="{0330F05F-4F60-4B27-9207-172470496696}" dt="2026-05-31T00:40:28.316" v="5335" actId="165"/>
          <ac:cxnSpMkLst>
            <pc:docMk/>
            <pc:sldMk cId="2172559062" sldId="264"/>
            <ac:cxnSpMk id="14" creationId="{0A98DCB6-CEA7-5E83-ECC9-AAAA59EA2328}"/>
          </ac:cxnSpMkLst>
        </pc:cxnChg>
        <pc:cxnChg chg="mod topLvl">
          <ac:chgData name="Ryan Voget" userId="b9ec8ef93362921d" providerId="LiveId" clId="{0330F05F-4F60-4B27-9207-172470496696}" dt="2026-05-31T00:40:28.316" v="5335" actId="165"/>
          <ac:cxnSpMkLst>
            <pc:docMk/>
            <pc:sldMk cId="2172559062" sldId="264"/>
            <ac:cxnSpMk id="17" creationId="{AC9CB930-AF20-CA17-CCD5-E7CEB2FEE6BE}"/>
          </ac:cxnSpMkLst>
        </pc:cxnChg>
      </pc:sldChg>
      <pc:sldChg chg="addSp delSp modSp add mod">
        <pc:chgData name="Ryan Voget" userId="b9ec8ef93362921d" providerId="LiveId" clId="{0330F05F-4F60-4B27-9207-172470496696}" dt="2026-05-31T00:56:50.937" v="7900" actId="164"/>
        <pc:sldMkLst>
          <pc:docMk/>
          <pc:sldMk cId="1428375105" sldId="265"/>
        </pc:sldMkLst>
        <pc:spChg chg="add mod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2" creationId="{EAB014CE-D2B8-0842-35E9-D3D00D762FDB}"/>
          </ac:spMkLst>
        </pc:spChg>
        <pc:spChg chg="mod topLvl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7" creationId="{FC37A458-EADC-90BB-6753-36BD2DA58D77}"/>
          </ac:spMkLst>
        </pc:spChg>
        <pc:spChg chg="mod topLvl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8" creationId="{6B707A20-DD0F-D4B1-6096-BF62168FEC4F}"/>
          </ac:spMkLst>
        </pc:spChg>
        <pc:spChg chg="mod">
          <ac:chgData name="Ryan Voget" userId="b9ec8ef93362921d" providerId="LiveId" clId="{0330F05F-4F60-4B27-9207-172470496696}" dt="2026-05-31T00:42:43.853" v="5847" actId="20577"/>
          <ac:spMkLst>
            <pc:docMk/>
            <pc:sldMk cId="1428375105" sldId="265"/>
            <ac:spMk id="9" creationId="{E0C78C8E-0BBC-749A-F270-983B8E0F5808}"/>
          </ac:spMkLst>
        </pc:spChg>
        <pc:spChg chg="mod topLvl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10" creationId="{28E87AB0-35D1-E8E1-6885-8879CBAC2BFE}"/>
          </ac:spMkLst>
        </pc:spChg>
        <pc:spChg chg="add mod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15" creationId="{ACAABA0E-2C4E-7DD0-A44B-10CBAE1E7573}"/>
          </ac:spMkLst>
        </pc:spChg>
        <pc:spChg chg="add mod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16" creationId="{6F3881BD-F631-2B02-CB3D-7E199B8C08DF}"/>
          </ac:spMkLst>
        </pc:spChg>
        <pc:spChg chg="add mod">
          <ac:chgData name="Ryan Voget" userId="b9ec8ef93362921d" providerId="LiveId" clId="{0330F05F-4F60-4B27-9207-172470496696}" dt="2026-05-31T00:56:50.937" v="7900" actId="164"/>
          <ac:spMkLst>
            <pc:docMk/>
            <pc:sldMk cId="1428375105" sldId="265"/>
            <ac:spMk id="18" creationId="{8873C145-1F33-7E10-675F-869DFFD21413}"/>
          </ac:spMkLst>
        </pc:spChg>
        <pc:grpChg chg="add mod">
          <ac:chgData name="Ryan Voget" userId="b9ec8ef93362921d" providerId="LiveId" clId="{0330F05F-4F60-4B27-9207-172470496696}" dt="2026-05-31T00:56:50.937" v="7900" actId="164"/>
          <ac:grpSpMkLst>
            <pc:docMk/>
            <pc:sldMk cId="1428375105" sldId="265"/>
            <ac:grpSpMk id="19" creationId="{D5282BAF-3752-79C6-5C38-83589F6A4945}"/>
          </ac:grpSpMkLst>
        </pc:grpChg>
        <pc:cxnChg chg="mod topLvl">
          <ac:chgData name="Ryan Voget" userId="b9ec8ef93362921d" providerId="LiveId" clId="{0330F05F-4F60-4B27-9207-172470496696}" dt="2026-05-31T00:56:50.937" v="7900" actId="164"/>
          <ac:cxnSpMkLst>
            <pc:docMk/>
            <pc:sldMk cId="1428375105" sldId="265"/>
            <ac:cxnSpMk id="12" creationId="{D55380F3-7567-296C-5781-3626E355542A}"/>
          </ac:cxnSpMkLst>
        </pc:cxnChg>
        <pc:cxnChg chg="mod topLvl">
          <ac:chgData name="Ryan Voget" userId="b9ec8ef93362921d" providerId="LiveId" clId="{0330F05F-4F60-4B27-9207-172470496696}" dt="2026-05-31T00:52:28.237" v="7316" actId="165"/>
          <ac:cxnSpMkLst>
            <pc:docMk/>
            <pc:sldMk cId="1428375105" sldId="265"/>
            <ac:cxnSpMk id="13" creationId="{E8410B0D-3085-CC57-0282-887DA1AFAF77}"/>
          </ac:cxnSpMkLst>
        </pc:cxnChg>
        <pc:cxnChg chg="mod topLvl">
          <ac:chgData name="Ryan Voget" userId="b9ec8ef93362921d" providerId="LiveId" clId="{0330F05F-4F60-4B27-9207-172470496696}" dt="2026-05-31T00:56:50.937" v="7900" actId="164"/>
          <ac:cxnSpMkLst>
            <pc:docMk/>
            <pc:sldMk cId="1428375105" sldId="265"/>
            <ac:cxnSpMk id="14" creationId="{D6A9A899-0B62-116D-C06C-EFEE4E68E69D}"/>
          </ac:cxnSpMkLst>
        </pc:cxnChg>
        <pc:cxnChg chg="mod topLvl">
          <ac:chgData name="Ryan Voget" userId="b9ec8ef93362921d" providerId="LiveId" clId="{0330F05F-4F60-4B27-9207-172470496696}" dt="2026-05-31T00:52:28.237" v="7316" actId="165"/>
          <ac:cxnSpMkLst>
            <pc:docMk/>
            <pc:sldMk cId="1428375105" sldId="265"/>
            <ac:cxnSpMk id="17" creationId="{846D30D3-BD76-3A18-613E-5F102255413E}"/>
          </ac:cxnSpMkLst>
        </pc:cxnChg>
      </pc:sldChg>
      <pc:sldChg chg="addSp delSp modSp add mod">
        <pc:chgData name="Ryan Voget" userId="b9ec8ef93362921d" providerId="LiveId" clId="{0330F05F-4F60-4B27-9207-172470496696}" dt="2026-05-31T01:13:42.680" v="8851" actId="164"/>
        <pc:sldMkLst>
          <pc:docMk/>
          <pc:sldMk cId="3981087016" sldId="266"/>
        </pc:sldMkLst>
        <pc:spChg chg="mod topLvl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8" creationId="{A1BCCB88-5FB5-CDC5-C5EC-F77685A2D353}"/>
          </ac:spMkLst>
        </pc:spChg>
        <pc:spChg chg="mod">
          <ac:chgData name="Ryan Voget" userId="b9ec8ef93362921d" providerId="LiveId" clId="{0330F05F-4F60-4B27-9207-172470496696}" dt="2026-05-31T00:58:18.264" v="7912" actId="20577"/>
          <ac:spMkLst>
            <pc:docMk/>
            <pc:sldMk cId="3981087016" sldId="266"/>
            <ac:spMk id="9" creationId="{C3D45F71-9065-33FB-867E-0EF77DEA8DB4}"/>
          </ac:spMkLst>
        </pc:spChg>
        <pc:spChg chg="mod topLvl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10" creationId="{793A18B7-4499-C237-5A9E-83CF3115735B}"/>
          </ac:spMkLst>
        </pc:spChg>
        <pc:spChg chg="add mod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36" creationId="{7428D875-EDE0-703F-4EA9-59679A827847}"/>
          </ac:spMkLst>
        </pc:spChg>
        <pc:spChg chg="add mod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37" creationId="{F8C418F1-12FD-E8FE-B244-5E7FB3B3DD8C}"/>
          </ac:spMkLst>
        </pc:spChg>
        <pc:spChg chg="add mod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38" creationId="{D7BBDC00-6E82-3E09-59F3-3B2E4519114E}"/>
          </ac:spMkLst>
        </pc:spChg>
        <pc:spChg chg="add mod">
          <ac:chgData name="Ryan Voget" userId="b9ec8ef93362921d" providerId="LiveId" clId="{0330F05F-4F60-4B27-9207-172470496696}" dt="2026-05-31T01:13:42.680" v="8851" actId="164"/>
          <ac:spMkLst>
            <pc:docMk/>
            <pc:sldMk cId="3981087016" sldId="266"/>
            <ac:spMk id="39" creationId="{0DBCC521-DC17-C28C-B484-F1C0F1A2D76A}"/>
          </ac:spMkLst>
        </pc:spChg>
        <pc:grpChg chg="add mod">
          <ac:chgData name="Ryan Voget" userId="b9ec8ef93362921d" providerId="LiveId" clId="{0330F05F-4F60-4B27-9207-172470496696}" dt="2026-05-31T01:13:42.680" v="8851" actId="164"/>
          <ac:grpSpMkLst>
            <pc:docMk/>
            <pc:sldMk cId="3981087016" sldId="266"/>
            <ac:grpSpMk id="35" creationId="{F4E6208C-5FF9-81B8-AE0F-3BD9EB86A392}"/>
          </ac:grpSpMkLst>
        </pc:grpChg>
        <pc:grpChg chg="add mod">
          <ac:chgData name="Ryan Voget" userId="b9ec8ef93362921d" providerId="LiveId" clId="{0330F05F-4F60-4B27-9207-172470496696}" dt="2026-05-31T01:13:42.680" v="8851" actId="164"/>
          <ac:grpSpMkLst>
            <pc:docMk/>
            <pc:sldMk cId="3981087016" sldId="266"/>
            <ac:grpSpMk id="40" creationId="{FC7B439D-2405-A988-814F-662A94476FC8}"/>
          </ac:grpSpMkLst>
        </pc:grpChg>
        <pc:picChg chg="add mod">
          <ac:chgData name="Ryan Voget" userId="b9ec8ef93362921d" providerId="LiveId" clId="{0330F05F-4F60-4B27-9207-172470496696}" dt="2026-05-31T01:09:53.664" v="8608" actId="164"/>
          <ac:picMkLst>
            <pc:docMk/>
            <pc:sldMk cId="3981087016" sldId="266"/>
            <ac:picMk id="32" creationId="{8F0FB75E-8202-F8AF-B8EC-E58DF9DF1F0D}"/>
          </ac:picMkLst>
        </pc:picChg>
        <pc:picChg chg="add mod">
          <ac:chgData name="Ryan Voget" userId="b9ec8ef93362921d" providerId="LiveId" clId="{0330F05F-4F60-4B27-9207-172470496696}" dt="2026-05-31T01:09:53.664" v="8608" actId="164"/>
          <ac:picMkLst>
            <pc:docMk/>
            <pc:sldMk cId="3981087016" sldId="266"/>
            <ac:picMk id="33" creationId="{FA754A07-4BE3-605A-CA36-8AF202F9FE8C}"/>
          </ac:picMkLst>
        </pc:picChg>
        <pc:picChg chg="add mod">
          <ac:chgData name="Ryan Voget" userId="b9ec8ef93362921d" providerId="LiveId" clId="{0330F05F-4F60-4B27-9207-172470496696}" dt="2026-05-31T01:09:53.664" v="8608" actId="164"/>
          <ac:picMkLst>
            <pc:docMk/>
            <pc:sldMk cId="3981087016" sldId="266"/>
            <ac:picMk id="34" creationId="{8FD6E767-8571-DABD-C0A7-90E3CE611705}"/>
          </ac:picMkLst>
        </pc:picChg>
        <pc:cxnChg chg="mod topLvl">
          <ac:chgData name="Ryan Voget" userId="b9ec8ef93362921d" providerId="LiveId" clId="{0330F05F-4F60-4B27-9207-172470496696}" dt="2026-05-31T01:13:42.680" v="8851" actId="164"/>
          <ac:cxnSpMkLst>
            <pc:docMk/>
            <pc:sldMk cId="3981087016" sldId="266"/>
            <ac:cxnSpMk id="13" creationId="{FFD5F199-F268-5CD5-F658-5294785C2B10}"/>
          </ac:cxnSpMkLst>
        </pc:cxnChg>
        <pc:cxnChg chg="mod topLvl">
          <ac:chgData name="Ryan Voget" userId="b9ec8ef93362921d" providerId="LiveId" clId="{0330F05F-4F60-4B27-9207-172470496696}" dt="2026-05-31T01:13:42.680" v="8851" actId="164"/>
          <ac:cxnSpMkLst>
            <pc:docMk/>
            <pc:sldMk cId="3981087016" sldId="266"/>
            <ac:cxnSpMk id="17" creationId="{7EB9C2BC-C15A-49C0-388A-6B4A8FDE2FF4}"/>
          </ac:cxnSpMkLst>
        </pc:cxnChg>
      </pc:sldChg>
      <pc:sldChg chg="addSp delSp modSp add mod">
        <pc:chgData name="Ryan Voget" userId="b9ec8ef93362921d" providerId="LiveId" clId="{0330F05F-4F60-4B27-9207-172470496696}" dt="2026-05-31T01:20:08.438" v="9572" actId="164"/>
        <pc:sldMkLst>
          <pc:docMk/>
          <pc:sldMk cId="48995679" sldId="267"/>
        </pc:sldMkLst>
        <pc:spChg chg="add del mod topLvl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4" creationId="{E77A8D8D-7F54-3EDA-8E6D-99FDCEDD16F0}"/>
          </ac:spMkLst>
        </pc:spChg>
        <pc:spChg chg="mod topLvl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5" creationId="{866AEE23-9C3F-D07A-AFD1-02A2A2B48C38}"/>
          </ac:spMkLst>
        </pc:spChg>
        <pc:spChg chg="mod">
          <ac:chgData name="Ryan Voget" userId="b9ec8ef93362921d" providerId="LiveId" clId="{0330F05F-4F60-4B27-9207-172470496696}" dt="2026-05-31T01:14:20.729" v="8855" actId="20577"/>
          <ac:spMkLst>
            <pc:docMk/>
            <pc:sldMk cId="48995679" sldId="267"/>
            <ac:spMk id="9" creationId="{14D71B41-5402-2B5F-DF45-769BFEE92EE0}"/>
          </ac:spMkLst>
        </pc:spChg>
        <pc:spChg chg="add mod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48" creationId="{7CAF2E5D-0E7A-3018-7E09-5565801FFA6D}"/>
          </ac:spMkLst>
        </pc:spChg>
        <pc:spChg chg="add mod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49" creationId="{25CD9C03-5586-BD05-714F-DB55F84EC544}"/>
          </ac:spMkLst>
        </pc:spChg>
        <pc:spChg chg="add mod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50" creationId="{01445E18-BB77-ED66-B9D4-4CC6A84FEDCB}"/>
          </ac:spMkLst>
        </pc:spChg>
        <pc:spChg chg="add mod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51" creationId="{87C3668B-67D7-4E55-1991-E2DACBD8B7A5}"/>
          </ac:spMkLst>
        </pc:spChg>
        <pc:spChg chg="add mod">
          <ac:chgData name="Ryan Voget" userId="b9ec8ef93362921d" providerId="LiveId" clId="{0330F05F-4F60-4B27-9207-172470496696}" dt="2026-05-31T01:20:08.438" v="9572" actId="164"/>
          <ac:spMkLst>
            <pc:docMk/>
            <pc:sldMk cId="48995679" sldId="267"/>
            <ac:spMk id="52" creationId="{9AFF6363-9764-B29B-66F3-4826F726F702}"/>
          </ac:spMkLst>
        </pc:spChg>
        <pc:grpChg chg="add mod">
          <ac:chgData name="Ryan Voget" userId="b9ec8ef93362921d" providerId="LiveId" clId="{0330F05F-4F60-4B27-9207-172470496696}" dt="2026-05-31T01:20:08.438" v="9572" actId="164"/>
          <ac:grpSpMkLst>
            <pc:docMk/>
            <pc:sldMk cId="48995679" sldId="267"/>
            <ac:grpSpMk id="53" creationId="{1AB74B0D-7948-625A-FA05-E264C0874772}"/>
          </ac:grpSpMkLst>
        </pc:grpChg>
        <pc:cxnChg chg="mod">
          <ac:chgData name="Ryan Voget" userId="b9ec8ef93362921d" providerId="LiveId" clId="{0330F05F-4F60-4B27-9207-172470496696}" dt="2026-05-31T01:20:08.438" v="9572" actId="164"/>
          <ac:cxnSpMkLst>
            <pc:docMk/>
            <pc:sldMk cId="48995679" sldId="267"/>
            <ac:cxnSpMk id="11" creationId="{7003C6B2-7522-2920-EA77-31F5879681E7}"/>
          </ac:cxnSpMkLst>
        </pc:cxnChg>
        <pc:cxnChg chg="mod">
          <ac:chgData name="Ryan Voget" userId="b9ec8ef93362921d" providerId="LiveId" clId="{0330F05F-4F60-4B27-9207-172470496696}" dt="2026-05-31T01:20:08.438" v="9572" actId="164"/>
          <ac:cxnSpMkLst>
            <pc:docMk/>
            <pc:sldMk cId="48995679" sldId="267"/>
            <ac:cxnSpMk id="27" creationId="{24008439-CA05-DBA5-8481-59F74B832044}"/>
          </ac:cxnSpMkLst>
        </pc:cxnChg>
      </pc:sldChg>
      <pc:sldChg chg="addSp delSp modSp add mod">
        <pc:chgData name="Ryan Voget" userId="b9ec8ef93362921d" providerId="LiveId" clId="{0330F05F-4F60-4B27-9207-172470496696}" dt="2026-05-31T01:26:37.708" v="10055" actId="164"/>
        <pc:sldMkLst>
          <pc:docMk/>
          <pc:sldMk cId="2253683670" sldId="268"/>
        </pc:sldMkLst>
        <pc:spChg chg="add mod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2" creationId="{D1755D99-17F1-4A98-D057-7BC11C304E7C}"/>
          </ac:spMkLst>
        </pc:spChg>
        <pc:spChg chg="add mod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4" creationId="{334EF8BF-BBB0-F92C-1D74-6D31C60EFFF0}"/>
          </ac:spMkLst>
        </pc:spChg>
        <pc:spChg chg="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8" creationId="{46188C07-DA44-8E0B-2196-0052A09BD71E}"/>
          </ac:spMkLst>
        </pc:spChg>
        <pc:spChg chg="mod">
          <ac:chgData name="Ryan Voget" userId="b9ec8ef93362921d" providerId="LiveId" clId="{0330F05F-4F60-4B27-9207-172470496696}" dt="2026-05-31T01:21:16.527" v="9581" actId="20577"/>
          <ac:spMkLst>
            <pc:docMk/>
            <pc:sldMk cId="2253683670" sldId="268"/>
            <ac:spMk id="9" creationId="{CC4B62A4-C8E0-8151-9A29-6782EF048877}"/>
          </ac:spMkLst>
        </pc:spChg>
        <pc:spChg chg="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10" creationId="{9AA47C90-52CD-E717-80A8-D84C9AF956F1}"/>
          </ac:spMkLst>
        </pc:spChg>
        <pc:spChg chg="add del 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36" creationId="{92527518-8AC1-4DD3-B5EB-AC170DB5E85F}"/>
          </ac:spMkLst>
        </pc:spChg>
        <pc:spChg chg="add del 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37" creationId="{DF9F266D-9DFA-FCD1-C0CD-FBCAE5E355AE}"/>
          </ac:spMkLst>
        </pc:spChg>
        <pc:spChg chg="add del 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38" creationId="{341527D4-A62C-43FD-F6EF-D621BC1CB12A}"/>
          </ac:spMkLst>
        </pc:spChg>
        <pc:spChg chg="add del mod topLvl">
          <ac:chgData name="Ryan Voget" userId="b9ec8ef93362921d" providerId="LiveId" clId="{0330F05F-4F60-4B27-9207-172470496696}" dt="2026-05-31T01:26:37.708" v="10055" actId="164"/>
          <ac:spMkLst>
            <pc:docMk/>
            <pc:sldMk cId="2253683670" sldId="268"/>
            <ac:spMk id="39" creationId="{D07251E4-C50E-E241-61FA-D782B82C774A}"/>
          </ac:spMkLst>
        </pc:spChg>
        <pc:grpChg chg="add mod">
          <ac:chgData name="Ryan Voget" userId="b9ec8ef93362921d" providerId="LiveId" clId="{0330F05F-4F60-4B27-9207-172470496696}" dt="2026-05-31T01:26:37.708" v="10055" actId="164"/>
          <ac:grpSpMkLst>
            <pc:docMk/>
            <pc:sldMk cId="2253683670" sldId="268"/>
            <ac:grpSpMk id="5" creationId="{2BBC57F6-67C2-779F-776F-D6EADF9D430C}"/>
          </ac:grpSpMkLst>
        </pc:grpChg>
        <pc:cxnChg chg="mod">
          <ac:chgData name="Ryan Voget" userId="b9ec8ef93362921d" providerId="LiveId" clId="{0330F05F-4F60-4B27-9207-172470496696}" dt="2026-05-31T01:26:37.708" v="10055" actId="164"/>
          <ac:cxnSpMkLst>
            <pc:docMk/>
            <pc:sldMk cId="2253683670" sldId="268"/>
            <ac:cxnSpMk id="14" creationId="{4F52A492-F680-7841-DB10-C7D7A2158ECB}"/>
          </ac:cxnSpMkLst>
        </pc:cxnChg>
      </pc:sldChg>
      <pc:sldChg chg="addSp delSp modSp add mod">
        <pc:chgData name="Ryan Voget" userId="b9ec8ef93362921d" providerId="LiveId" clId="{0330F05F-4F60-4B27-9207-172470496696}" dt="2026-05-31T04:08:20.612" v="10423" actId="164"/>
        <pc:sldMkLst>
          <pc:docMk/>
          <pc:sldMk cId="708511219" sldId="269"/>
        </pc:sldMkLst>
        <pc:spChg chg="add mod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2" creationId="{A0DE46D8-A5EE-7669-E510-B5D994C2035A}"/>
          </ac:spMkLst>
        </pc:spChg>
        <pc:spChg chg="add mod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3" creationId="{C82BAA79-7EF5-AF12-863F-D2457CEA72FC}"/>
          </ac:spMkLst>
        </pc:spChg>
        <pc:spChg chg="mod topLvl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4" creationId="{4D834548-9DAC-9FDF-A84B-7F4556FFB4C6}"/>
          </ac:spMkLst>
        </pc:spChg>
        <pc:spChg chg="mod topLvl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5" creationId="{B72EB568-DE45-541F-D945-D54576F420C7}"/>
          </ac:spMkLst>
        </pc:spChg>
        <pc:spChg chg="add mod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8" creationId="{0E6FD9E0-47CF-68A5-8320-D251E1DD2E11}"/>
          </ac:spMkLst>
        </pc:spChg>
        <pc:spChg chg="mod">
          <ac:chgData name="Ryan Voget" userId="b9ec8ef93362921d" providerId="LiveId" clId="{0330F05F-4F60-4B27-9207-172470496696}" dt="2026-05-31T04:03:30.287" v="10061" actId="20577"/>
          <ac:spMkLst>
            <pc:docMk/>
            <pc:sldMk cId="708511219" sldId="269"/>
            <ac:spMk id="9" creationId="{3AC037CA-5CC1-3DFE-73DE-45E1EBECC978}"/>
          </ac:spMkLst>
        </pc:spChg>
        <pc:spChg chg="add mod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10" creationId="{B2516079-490F-A90B-E185-4273C48ABEB9}"/>
          </ac:spMkLst>
        </pc:spChg>
        <pc:spChg chg="add mod">
          <ac:chgData name="Ryan Voget" userId="b9ec8ef93362921d" providerId="LiveId" clId="{0330F05F-4F60-4B27-9207-172470496696}" dt="2026-05-31T04:08:20.612" v="10423" actId="164"/>
          <ac:spMkLst>
            <pc:docMk/>
            <pc:sldMk cId="708511219" sldId="269"/>
            <ac:spMk id="12" creationId="{74249DC2-58BC-5336-48E9-A836121938D4}"/>
          </ac:spMkLst>
        </pc:spChg>
        <pc:grpChg chg="add mod">
          <ac:chgData name="Ryan Voget" userId="b9ec8ef93362921d" providerId="LiveId" clId="{0330F05F-4F60-4B27-9207-172470496696}" dt="2026-05-31T04:08:20.612" v="10423" actId="164"/>
          <ac:grpSpMkLst>
            <pc:docMk/>
            <pc:sldMk cId="708511219" sldId="269"/>
            <ac:grpSpMk id="13" creationId="{1F983BAD-0DF6-99CD-EA88-5FA6EE9CEA81}"/>
          </ac:grpSpMkLst>
        </pc:grpChg>
        <pc:cxnChg chg="mod topLvl">
          <ac:chgData name="Ryan Voget" userId="b9ec8ef93362921d" providerId="LiveId" clId="{0330F05F-4F60-4B27-9207-172470496696}" dt="2026-05-31T04:08:20.612" v="10423" actId="164"/>
          <ac:cxnSpMkLst>
            <pc:docMk/>
            <pc:sldMk cId="708511219" sldId="269"/>
            <ac:cxnSpMk id="6" creationId="{E602B96F-716B-C521-1940-1C9FD4CEF5B8}"/>
          </ac:cxnSpMkLst>
        </pc:cxnChg>
        <pc:cxnChg chg="mod topLvl">
          <ac:chgData name="Ryan Voget" userId="b9ec8ef93362921d" providerId="LiveId" clId="{0330F05F-4F60-4B27-9207-172470496696}" dt="2026-05-31T04:08:20.612" v="10423" actId="164"/>
          <ac:cxnSpMkLst>
            <pc:docMk/>
            <pc:sldMk cId="708511219" sldId="269"/>
            <ac:cxnSpMk id="27" creationId="{C21CC362-28F4-0CB2-06FA-F7EC103D1109}"/>
          </ac:cxnSpMkLst>
        </pc:cxnChg>
      </pc:sldChg>
      <pc:sldChg chg="addSp delSp modSp add mod">
        <pc:chgData name="Ryan Voget" userId="b9ec8ef93362921d" providerId="LiveId" clId="{0330F05F-4F60-4B27-9207-172470496696}" dt="2026-05-31T04:29:06.579" v="11586" actId="164"/>
        <pc:sldMkLst>
          <pc:docMk/>
          <pc:sldMk cId="416400806" sldId="270"/>
        </pc:sldMkLst>
        <pc:spChg chg="mod topLvl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4" creationId="{342F1499-CBBB-1C8C-18D1-4A2C0EE43F66}"/>
          </ac:spMkLst>
        </pc:spChg>
        <pc:spChg chg="mod topLvl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5" creationId="{F7C3F53F-4659-B5AB-A685-B9A5AF5CE52D}"/>
          </ac:spMkLst>
        </pc:spChg>
        <pc:spChg chg="mod">
          <ac:chgData name="Ryan Voget" userId="b9ec8ef93362921d" providerId="LiveId" clId="{0330F05F-4F60-4B27-9207-172470496696}" dt="2026-05-31T04:08:59.473" v="10442" actId="20577"/>
          <ac:spMkLst>
            <pc:docMk/>
            <pc:sldMk cId="416400806" sldId="270"/>
            <ac:spMk id="9" creationId="{DFA4B76C-EA34-295B-4248-E9242289B867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14" creationId="{9BB7D4FA-0339-028D-3EB5-5295969F2A4C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16" creationId="{D3B284EA-D133-C5A0-837D-9AC3A846E479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17" creationId="{38BDCE2B-F007-2F2B-FE76-25DA4BDA5F5E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18" creationId="{D3F8CC04-A199-E72D-71A8-A6FA29FCEB28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19" creationId="{1F936462-A902-382A-90C7-BE19A045632E}"/>
          </ac:spMkLst>
        </pc:spChg>
        <pc:spChg chg="add mod">
          <ac:chgData name="Ryan Voget" userId="b9ec8ef93362921d" providerId="LiveId" clId="{0330F05F-4F60-4B27-9207-172470496696}" dt="2026-05-31T04:29:06.579" v="11586" actId="164"/>
          <ac:spMkLst>
            <pc:docMk/>
            <pc:sldMk cId="416400806" sldId="270"/>
            <ac:spMk id="20" creationId="{75E15476-0D07-E8F6-6058-DCE3EBC9CA9D}"/>
          </ac:spMkLst>
        </pc:spChg>
        <pc:grpChg chg="add mod">
          <ac:chgData name="Ryan Voget" userId="b9ec8ef93362921d" providerId="LiveId" clId="{0330F05F-4F60-4B27-9207-172470496696}" dt="2026-05-31T04:29:06.579" v="11586" actId="164"/>
          <ac:grpSpMkLst>
            <pc:docMk/>
            <pc:sldMk cId="416400806" sldId="270"/>
            <ac:grpSpMk id="21" creationId="{7C747168-EE93-F257-A039-3DD12CC37F64}"/>
          </ac:grpSpMkLst>
        </pc:grpChg>
        <pc:cxnChg chg="mod topLvl">
          <ac:chgData name="Ryan Voget" userId="b9ec8ef93362921d" providerId="LiveId" clId="{0330F05F-4F60-4B27-9207-172470496696}" dt="2026-05-31T04:09:57.391" v="10443" actId="165"/>
          <ac:cxnSpMkLst>
            <pc:docMk/>
            <pc:sldMk cId="416400806" sldId="270"/>
            <ac:cxnSpMk id="6" creationId="{F0BEA82E-4C25-7975-1FC2-4BE2163DF744}"/>
          </ac:cxnSpMkLst>
        </pc:cxnChg>
        <pc:cxnChg chg="mod topLvl">
          <ac:chgData name="Ryan Voget" userId="b9ec8ef93362921d" providerId="LiveId" clId="{0330F05F-4F60-4B27-9207-172470496696}" dt="2026-05-31T04:29:06.579" v="11586" actId="164"/>
          <ac:cxnSpMkLst>
            <pc:docMk/>
            <pc:sldMk cId="416400806" sldId="270"/>
            <ac:cxnSpMk id="27" creationId="{C176BC74-9923-BB31-C6D2-7CEC56200523}"/>
          </ac:cxnSpMkLst>
        </pc:cxnChg>
      </pc:sldChg>
      <pc:sldChg chg="addSp delSp modSp add mod">
        <pc:chgData name="Ryan Voget" userId="b9ec8ef93362921d" providerId="LiveId" clId="{0330F05F-4F60-4B27-9207-172470496696}" dt="2026-05-31T04:40:33.224" v="11712" actId="164"/>
        <pc:sldMkLst>
          <pc:docMk/>
          <pc:sldMk cId="3414455264" sldId="271"/>
        </pc:sldMkLst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6" creationId="{9A1D05D5-1957-7EE3-EDE9-C8F2524F56F9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7" creationId="{E8F7AD3A-63FC-CE55-6A65-214AE30174CB}"/>
          </ac:spMkLst>
        </pc:spChg>
        <pc:spChg chg="mod">
          <ac:chgData name="Ryan Voget" userId="b9ec8ef93362921d" providerId="LiveId" clId="{0330F05F-4F60-4B27-9207-172470496696}" dt="2026-05-31T04:31:29.720" v="11606" actId="20577"/>
          <ac:spMkLst>
            <pc:docMk/>
            <pc:sldMk cId="3414455264" sldId="271"/>
            <ac:spMk id="9" creationId="{861E34BF-7E88-D5C5-F402-4D7B917219C2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11" creationId="{A7E25F77-B1CC-1389-13AA-016735B59ECC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15" creationId="{6A8C0620-FD3A-288B-4749-7188403146B2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16" creationId="{F99D26BE-B1FD-2458-6F2D-15E72884D090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18" creationId="{DBEF7152-3020-0F5E-3973-4EC74B289938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19" creationId="{70F4B559-A1DD-637F-ED82-413D17248601}"/>
          </ac:spMkLst>
        </pc:spChg>
        <pc:spChg chg="add mod">
          <ac:chgData name="Ryan Voget" userId="b9ec8ef93362921d" providerId="LiveId" clId="{0330F05F-4F60-4B27-9207-172470496696}" dt="2026-05-31T04:40:33.224" v="11712" actId="164"/>
          <ac:spMkLst>
            <pc:docMk/>
            <pc:sldMk cId="3414455264" sldId="271"/>
            <ac:spMk id="20" creationId="{D8D232B5-2DBF-2487-AA2A-C16302927D59}"/>
          </ac:spMkLst>
        </pc:spChg>
        <pc:grpChg chg="add mod">
          <ac:chgData name="Ryan Voget" userId="b9ec8ef93362921d" providerId="LiveId" clId="{0330F05F-4F60-4B27-9207-172470496696}" dt="2026-05-31T04:40:33.224" v="11712" actId="164"/>
          <ac:grpSpMkLst>
            <pc:docMk/>
            <pc:sldMk cId="3414455264" sldId="271"/>
            <ac:grpSpMk id="21" creationId="{C011C672-8CB8-CBB3-930F-A632D4FC19D0}"/>
          </ac:grpSpMkLst>
        </pc:grpChg>
      </pc:sldChg>
      <pc:sldChg chg="addSp delSp modSp add mod">
        <pc:chgData name="Ryan Voget" userId="b9ec8ef93362921d" providerId="LiveId" clId="{0330F05F-4F60-4B27-9207-172470496696}" dt="2026-05-31T04:59:14.811" v="12545" actId="164"/>
        <pc:sldMkLst>
          <pc:docMk/>
          <pc:sldMk cId="4086084630" sldId="272"/>
        </pc:sldMkLst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2" creationId="{1C758324-2940-8F29-E685-49EC87731D12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4" creationId="{687BD947-9975-DF73-19E5-3404DD5BFA54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5" creationId="{F1EBFE6B-C6D0-8F78-9507-4DCDB695AEEE}"/>
          </ac:spMkLst>
        </pc:spChg>
        <pc:spChg chg="mod">
          <ac:chgData name="Ryan Voget" userId="b9ec8ef93362921d" providerId="LiveId" clId="{0330F05F-4F60-4B27-9207-172470496696}" dt="2026-05-31T04:42:25.551" v="11736" actId="14100"/>
          <ac:spMkLst>
            <pc:docMk/>
            <pc:sldMk cId="4086084630" sldId="272"/>
            <ac:spMk id="9" creationId="{216CF434-8D16-628E-8120-A9AE84487DE2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13" creationId="{1F0FB244-2988-16E8-B2BE-56BFC62FA376}"/>
          </ac:spMkLst>
        </pc:spChg>
        <pc:spChg chg="add mod">
          <ac:chgData name="Ryan Voget" userId="b9ec8ef93362921d" providerId="LiveId" clId="{0330F05F-4F60-4B27-9207-172470496696}" dt="2026-05-31T04:50:29.220" v="12209" actId="1076"/>
          <ac:spMkLst>
            <pc:docMk/>
            <pc:sldMk cId="4086084630" sldId="272"/>
            <ac:spMk id="14" creationId="{91A9C999-CEE9-3C0D-B37F-119D1157660A}"/>
          </ac:spMkLst>
        </pc:spChg>
        <pc:spChg chg="add mod">
          <ac:chgData name="Ryan Voget" userId="b9ec8ef93362921d" providerId="LiveId" clId="{0330F05F-4F60-4B27-9207-172470496696}" dt="2026-05-31T04:50:36.688" v="12211" actId="1076"/>
          <ac:spMkLst>
            <pc:docMk/>
            <pc:sldMk cId="4086084630" sldId="272"/>
            <ac:spMk id="17" creationId="{5F13640A-2049-0A0D-915F-06E91CFE5878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22" creationId="{80324271-A8C6-A54E-866E-0211CCEEC6DB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24" creationId="{1B829987-E461-2DAC-5B5A-D358605BB1F3}"/>
          </ac:spMkLst>
        </pc:spChg>
        <pc:spChg chg="add mod">
          <ac:chgData name="Ryan Voget" userId="b9ec8ef93362921d" providerId="LiveId" clId="{0330F05F-4F60-4B27-9207-172470496696}" dt="2026-05-31T04:53:19.113" v="12464" actId="1076"/>
          <ac:spMkLst>
            <pc:docMk/>
            <pc:sldMk cId="4086084630" sldId="272"/>
            <ac:spMk id="25" creationId="{583B90CB-558E-EBF9-9E89-402AF9BAB2AF}"/>
          </ac:spMkLst>
        </pc:spChg>
        <pc:spChg chg="add mod">
          <ac:chgData name="Ryan Voget" userId="b9ec8ef93362921d" providerId="LiveId" clId="{0330F05F-4F60-4B27-9207-172470496696}" dt="2026-05-31T04:53:41.074" v="12470" actId="14100"/>
          <ac:spMkLst>
            <pc:docMk/>
            <pc:sldMk cId="4086084630" sldId="272"/>
            <ac:spMk id="26" creationId="{2FA91702-5AD0-D0AD-27C4-0D74CA20F6CD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27" creationId="{9A138213-E130-59C4-87BF-23EF575F8893}"/>
          </ac:spMkLst>
        </pc:spChg>
        <pc:spChg chg="add mod">
          <ac:chgData name="Ryan Voget" userId="b9ec8ef93362921d" providerId="LiveId" clId="{0330F05F-4F60-4B27-9207-172470496696}" dt="2026-05-31T04:55:02.241" v="12508" actId="14100"/>
          <ac:spMkLst>
            <pc:docMk/>
            <pc:sldMk cId="4086084630" sldId="272"/>
            <ac:spMk id="28" creationId="{21ED3531-21D8-161E-92A1-18E918398711}"/>
          </ac:spMkLst>
        </pc:spChg>
        <pc:spChg chg="add mod">
          <ac:chgData name="Ryan Voget" userId="b9ec8ef93362921d" providerId="LiveId" clId="{0330F05F-4F60-4B27-9207-172470496696}" dt="2026-05-31T04:55:19.320" v="12512" actId="1076"/>
          <ac:spMkLst>
            <pc:docMk/>
            <pc:sldMk cId="4086084630" sldId="272"/>
            <ac:spMk id="30" creationId="{E5650722-D4F2-1497-039F-EE8B29D2DAF2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31" creationId="{47B32418-D8DC-3EC7-14A5-99C35ECB904E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33" creationId="{107C1603-1465-0B65-C83C-9F1A8C981911}"/>
          </ac:spMkLst>
        </pc:spChg>
        <pc:spChg chg="add mod">
          <ac:chgData name="Ryan Voget" userId="b9ec8ef93362921d" providerId="LiveId" clId="{0330F05F-4F60-4B27-9207-172470496696}" dt="2026-05-31T04:58:03.137" v="12542" actId="1076"/>
          <ac:spMkLst>
            <pc:docMk/>
            <pc:sldMk cId="4086084630" sldId="272"/>
            <ac:spMk id="34" creationId="{1AD20722-BDFC-99F3-1096-E7AC773A6EFF}"/>
          </ac:spMkLst>
        </pc:spChg>
        <pc:spChg chg="add mod">
          <ac:chgData name="Ryan Voget" userId="b9ec8ef93362921d" providerId="LiveId" clId="{0330F05F-4F60-4B27-9207-172470496696}" dt="2026-05-31T04:59:14.811" v="12545" actId="164"/>
          <ac:spMkLst>
            <pc:docMk/>
            <pc:sldMk cId="4086084630" sldId="272"/>
            <ac:spMk id="35" creationId="{692D9A9A-A150-C76D-2CCE-56F136BEFF24}"/>
          </ac:spMkLst>
        </pc:spChg>
      </pc:sldChg>
      <pc:sldChg chg="addSp delSp modSp add mod">
        <pc:chgData name="Ryan Voget" userId="b9ec8ef93362921d" providerId="LiveId" clId="{0330F05F-4F60-4B27-9207-172470496696}" dt="2026-05-31T05:04:43.264" v="12641" actId="164"/>
        <pc:sldMkLst>
          <pc:docMk/>
          <pc:sldMk cId="2871369505" sldId="273"/>
        </pc:sldMkLst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3" creationId="{AEFDBAE1-F82D-46F6-A827-8475D5F101F6}"/>
          </ac:spMkLst>
        </pc:spChg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8" creationId="{512BC13A-7B37-EF6C-3105-2BDC18120A98}"/>
          </ac:spMkLst>
        </pc:spChg>
        <pc:spChg chg="mod">
          <ac:chgData name="Ryan Voget" userId="b9ec8ef93362921d" providerId="LiveId" clId="{0330F05F-4F60-4B27-9207-172470496696}" dt="2026-05-31T05:01:03.536" v="12576" actId="14100"/>
          <ac:spMkLst>
            <pc:docMk/>
            <pc:sldMk cId="2871369505" sldId="273"/>
            <ac:spMk id="9" creationId="{7238F8A2-DB3E-3DD9-DD0F-997B02873AAD}"/>
          </ac:spMkLst>
        </pc:spChg>
        <pc:spChg chg="mod">
          <ac:chgData name="Ryan Voget" userId="b9ec8ef93362921d" providerId="LiveId" clId="{0330F05F-4F60-4B27-9207-172470496696}" dt="2026-05-31T05:02:15.229" v="12601" actId="164"/>
          <ac:spMkLst>
            <pc:docMk/>
            <pc:sldMk cId="2871369505" sldId="273"/>
            <ac:spMk id="10" creationId="{24B1EAC3-0638-B1D7-764C-630812AC78C9}"/>
          </ac:spMkLst>
        </pc:spChg>
        <pc:spChg chg="mod topLvl">
          <ac:chgData name="Ryan Voget" userId="b9ec8ef93362921d" providerId="LiveId" clId="{0330F05F-4F60-4B27-9207-172470496696}" dt="2026-05-31T05:02:15.229" v="12601" actId="164"/>
          <ac:spMkLst>
            <pc:docMk/>
            <pc:sldMk cId="2871369505" sldId="273"/>
            <ac:spMk id="15" creationId="{7262FC03-EDC5-F2EB-9611-2B81BF505D6B}"/>
          </ac:spMkLst>
        </pc:spChg>
        <pc:spChg chg="mod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22" creationId="{4345BA88-68C0-3E0E-48E7-9B7E51CB2331}"/>
          </ac:spMkLst>
        </pc:spChg>
        <pc:spChg chg="mod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23" creationId="{E8C83BDB-6446-85D8-2B91-2C316E687A48}"/>
          </ac:spMkLst>
        </pc:spChg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25" creationId="{1FA593C4-3900-EA62-E874-0C06B5480397}"/>
          </ac:spMkLst>
        </pc:spChg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26" creationId="{240728BA-AE0B-264E-547D-16A628CD2CCC}"/>
          </ac:spMkLst>
        </pc:spChg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30" creationId="{906B7526-6FBE-BA5D-8661-7FED5F0954F1}"/>
          </ac:spMkLst>
        </pc:spChg>
        <pc:spChg chg="mod topLvl">
          <ac:chgData name="Ryan Voget" userId="b9ec8ef93362921d" providerId="LiveId" clId="{0330F05F-4F60-4B27-9207-172470496696}" dt="2026-05-31T05:04:43.264" v="12641" actId="164"/>
          <ac:spMkLst>
            <pc:docMk/>
            <pc:sldMk cId="2871369505" sldId="273"/>
            <ac:spMk id="31" creationId="{167C4593-ADF0-AB89-FBCF-E9465EA89CF2}"/>
          </ac:spMkLst>
        </pc:spChg>
        <pc:spChg chg="mod topLvl">
          <ac:chgData name="Ryan Voget" userId="b9ec8ef93362921d" providerId="LiveId" clId="{0330F05F-4F60-4B27-9207-172470496696}" dt="2026-05-31T05:02:30.478" v="12604" actId="164"/>
          <ac:spMkLst>
            <pc:docMk/>
            <pc:sldMk cId="2871369505" sldId="273"/>
            <ac:spMk id="32" creationId="{1912B015-DDC8-38EA-6328-AA805F62CE30}"/>
          </ac:spMkLst>
        </pc:spChg>
        <pc:spChg chg="mod">
          <ac:chgData name="Ryan Voget" userId="b9ec8ef93362921d" providerId="LiveId" clId="{0330F05F-4F60-4B27-9207-172470496696}" dt="2026-05-31T05:02:47.628" v="12611"/>
          <ac:spMkLst>
            <pc:docMk/>
            <pc:sldMk cId="2871369505" sldId="273"/>
            <ac:spMk id="39" creationId="{B09A09B5-A905-2FF9-368B-490DD8F73C2C}"/>
          </ac:spMkLst>
        </pc:spChg>
        <pc:spChg chg="mod">
          <ac:chgData name="Ryan Voget" userId="b9ec8ef93362921d" providerId="LiveId" clId="{0330F05F-4F60-4B27-9207-172470496696}" dt="2026-05-31T05:02:47.628" v="12611"/>
          <ac:spMkLst>
            <pc:docMk/>
            <pc:sldMk cId="2871369505" sldId="273"/>
            <ac:spMk id="40" creationId="{14BE653A-0C11-E781-0DE2-7C7338824EF3}"/>
          </ac:spMkLst>
        </pc:spChg>
        <pc:spChg chg="mod">
          <ac:chgData name="Ryan Voget" userId="b9ec8ef93362921d" providerId="LiveId" clId="{0330F05F-4F60-4B27-9207-172470496696}" dt="2026-05-31T05:02:47.628" v="12611"/>
          <ac:spMkLst>
            <pc:docMk/>
            <pc:sldMk cId="2871369505" sldId="273"/>
            <ac:spMk id="41" creationId="{984A2C2E-94BD-CA3B-3AB1-45B6ED289056}"/>
          </ac:spMkLst>
        </pc:spChg>
        <pc:spChg chg="mod">
          <ac:chgData name="Ryan Voget" userId="b9ec8ef93362921d" providerId="LiveId" clId="{0330F05F-4F60-4B27-9207-172470496696}" dt="2026-05-31T05:02:50.896" v="12613"/>
          <ac:spMkLst>
            <pc:docMk/>
            <pc:sldMk cId="2871369505" sldId="273"/>
            <ac:spMk id="44" creationId="{E4F211AA-493E-C46B-2547-3E2E0FDCEFD5}"/>
          </ac:spMkLst>
        </pc:spChg>
        <pc:spChg chg="mod">
          <ac:chgData name="Ryan Voget" userId="b9ec8ef93362921d" providerId="LiveId" clId="{0330F05F-4F60-4B27-9207-172470496696}" dt="2026-05-31T05:02:50.896" v="12613"/>
          <ac:spMkLst>
            <pc:docMk/>
            <pc:sldMk cId="2871369505" sldId="273"/>
            <ac:spMk id="45" creationId="{9C0248EA-2FB1-7AB5-339C-FD64F416F020}"/>
          </ac:spMkLst>
        </pc:spChg>
        <pc:spChg chg="mod">
          <ac:chgData name="Ryan Voget" userId="b9ec8ef93362921d" providerId="LiveId" clId="{0330F05F-4F60-4B27-9207-172470496696}" dt="2026-05-31T05:02:50.896" v="12613"/>
          <ac:spMkLst>
            <pc:docMk/>
            <pc:sldMk cId="2871369505" sldId="273"/>
            <ac:spMk id="46" creationId="{633DDAED-37AB-2D96-093D-A3080289F9B1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3" creationId="{10B6147F-18D0-E845-4F45-B045F00C6ECB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4" creationId="{9F785583-3068-DB18-0041-2997FA9516CF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5" creationId="{284AF4CB-A0A7-E5AF-C846-82E7543B5384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7" creationId="{05A29CC4-C79F-59BB-166E-F803FD13FC0C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8" creationId="{2F6F7CD2-BC7F-0B03-176F-4F340DA6E91F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59" creationId="{3E93D3B0-C9C3-CFF8-EA8B-7475D8ABF944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61" creationId="{14783478-403D-BE02-28B4-EC860C101454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62" creationId="{86ED8086-9DDB-5793-08AF-42BE3CF31C14}"/>
          </ac:spMkLst>
        </pc:spChg>
        <pc:spChg chg="mod">
          <ac:chgData name="Ryan Voget" userId="b9ec8ef93362921d" providerId="LiveId" clId="{0330F05F-4F60-4B27-9207-172470496696}" dt="2026-05-31T05:03:21.552" v="12631"/>
          <ac:spMkLst>
            <pc:docMk/>
            <pc:sldMk cId="2871369505" sldId="273"/>
            <ac:spMk id="63" creationId="{235195B9-4F48-9F3D-3DE5-E4389FD7732D}"/>
          </ac:spMkLst>
        </pc:spChg>
        <pc:grpChg chg="add mod">
          <ac:chgData name="Ryan Voget" userId="b9ec8ef93362921d" providerId="LiveId" clId="{0330F05F-4F60-4B27-9207-172470496696}" dt="2026-05-31T05:02:30.478" v="12604" actId="164"/>
          <ac:grpSpMkLst>
            <pc:docMk/>
            <pc:sldMk cId="2871369505" sldId="273"/>
            <ac:grpSpMk id="35" creationId="{92E06AE4-8D63-7453-495F-D752D0B8DB4A}"/>
          </ac:grpSpMkLst>
        </pc:grpChg>
        <pc:grpChg chg="add mod">
          <ac:chgData name="Ryan Voget" userId="b9ec8ef93362921d" providerId="LiveId" clId="{0330F05F-4F60-4B27-9207-172470496696}" dt="2026-05-31T05:03:20.707" v="12630" actId="164"/>
          <ac:grpSpMkLst>
            <pc:docMk/>
            <pc:sldMk cId="2871369505" sldId="273"/>
            <ac:grpSpMk id="36" creationId="{693868D9-D6D3-7522-5C84-F5022744BD10}"/>
          </ac:grpSpMkLst>
        </pc:grpChg>
        <pc:grpChg chg="add mod">
          <ac:chgData name="Ryan Voget" userId="b9ec8ef93362921d" providerId="LiveId" clId="{0330F05F-4F60-4B27-9207-172470496696}" dt="2026-05-31T05:03:20.707" v="12630" actId="164"/>
          <ac:grpSpMkLst>
            <pc:docMk/>
            <pc:sldMk cId="2871369505" sldId="273"/>
            <ac:grpSpMk id="37" creationId="{439443A4-0FEA-D4FF-7C3D-88B7CA6B634C}"/>
          </ac:grpSpMkLst>
        </pc:grpChg>
        <pc:grpChg chg="mod">
          <ac:chgData name="Ryan Voget" userId="b9ec8ef93362921d" providerId="LiveId" clId="{0330F05F-4F60-4B27-9207-172470496696}" dt="2026-05-31T05:02:47.628" v="12611"/>
          <ac:grpSpMkLst>
            <pc:docMk/>
            <pc:sldMk cId="2871369505" sldId="273"/>
            <ac:grpSpMk id="38" creationId="{A24A5BB1-47D6-613C-52A0-459F9D1B19CE}"/>
          </ac:grpSpMkLst>
        </pc:grpChg>
        <pc:grpChg chg="add mod">
          <ac:chgData name="Ryan Voget" userId="b9ec8ef93362921d" providerId="LiveId" clId="{0330F05F-4F60-4B27-9207-172470496696}" dt="2026-05-31T05:03:20.707" v="12630" actId="164"/>
          <ac:grpSpMkLst>
            <pc:docMk/>
            <pc:sldMk cId="2871369505" sldId="273"/>
            <ac:grpSpMk id="42" creationId="{5698CF9F-8BF8-AA7C-C749-B358C44036DE}"/>
          </ac:grpSpMkLst>
        </pc:grpChg>
        <pc:grpChg chg="mod">
          <ac:chgData name="Ryan Voget" userId="b9ec8ef93362921d" providerId="LiveId" clId="{0330F05F-4F60-4B27-9207-172470496696}" dt="2026-05-31T05:02:50.896" v="12613"/>
          <ac:grpSpMkLst>
            <pc:docMk/>
            <pc:sldMk cId="2871369505" sldId="273"/>
            <ac:grpSpMk id="43" creationId="{8BE04978-8F87-7EC8-667D-3CF663E3CE66}"/>
          </ac:grpSpMkLst>
        </pc:grpChg>
        <pc:grpChg chg="add mod">
          <ac:chgData name="Ryan Voget" userId="b9ec8ef93362921d" providerId="LiveId" clId="{0330F05F-4F60-4B27-9207-172470496696}" dt="2026-05-31T05:04:43.264" v="12641" actId="164"/>
          <ac:grpSpMkLst>
            <pc:docMk/>
            <pc:sldMk cId="2871369505" sldId="273"/>
            <ac:grpSpMk id="47" creationId="{85272ED6-C99B-0366-73B4-DD8E190080E6}"/>
          </ac:grpSpMkLst>
        </pc:grpChg>
        <pc:grpChg chg="mod">
          <ac:chgData name="Ryan Voget" userId="b9ec8ef93362921d" providerId="LiveId" clId="{0330F05F-4F60-4B27-9207-172470496696}" dt="2026-05-31T05:03:45.556" v="12640" actId="1035"/>
          <ac:grpSpMkLst>
            <pc:docMk/>
            <pc:sldMk cId="2871369505" sldId="273"/>
            <ac:grpSpMk id="48" creationId="{CEC41F86-27BB-BD31-0907-60D6238737B7}"/>
          </ac:grpSpMkLst>
        </pc:grpChg>
        <pc:grpChg chg="mod">
          <ac:chgData name="Ryan Voget" userId="b9ec8ef93362921d" providerId="LiveId" clId="{0330F05F-4F60-4B27-9207-172470496696}" dt="2026-05-31T05:03:21.552" v="12631"/>
          <ac:grpSpMkLst>
            <pc:docMk/>
            <pc:sldMk cId="2871369505" sldId="273"/>
            <ac:grpSpMk id="60" creationId="{426DB5DA-9993-414A-89B0-1A21FB48B3D3}"/>
          </ac:grpSpMkLst>
        </pc:grpChg>
        <pc:grpChg chg="add mod">
          <ac:chgData name="Ryan Voget" userId="b9ec8ef93362921d" providerId="LiveId" clId="{0330F05F-4F60-4B27-9207-172470496696}" dt="2026-05-31T05:04:43.264" v="12641" actId="164"/>
          <ac:grpSpMkLst>
            <pc:docMk/>
            <pc:sldMk cId="2871369505" sldId="273"/>
            <ac:grpSpMk id="64" creationId="{F025755B-89FE-6F89-F384-45CEC7597F34}"/>
          </ac:grpSpMkLst>
        </pc:grpChg>
      </pc:sldChg>
      <pc:sldChg chg="addSp delSp modSp add mod">
        <pc:chgData name="Ryan Voget" userId="b9ec8ef93362921d" providerId="LiveId" clId="{0330F05F-4F60-4B27-9207-172470496696}" dt="2026-05-31T05:17:43.606" v="13605" actId="164"/>
        <pc:sldMkLst>
          <pc:docMk/>
          <pc:sldMk cId="1561666718" sldId="274"/>
        </pc:sldMkLst>
        <pc:spChg chg="mod">
          <ac:chgData name="Ryan Voget" userId="b9ec8ef93362921d" providerId="LiveId" clId="{0330F05F-4F60-4B27-9207-172470496696}" dt="2026-05-31T05:07:03.015" v="13223" actId="207"/>
          <ac:spMkLst>
            <pc:docMk/>
            <pc:sldMk cId="1561666718" sldId="274"/>
            <ac:spMk id="2" creationId="{E9CEFA27-2026-0F4E-8DA7-B8795D470E22}"/>
          </ac:spMkLst>
        </pc:spChg>
        <pc:spChg chg="mod">
          <ac:chgData name="Ryan Voget" userId="b9ec8ef93362921d" providerId="LiveId" clId="{0330F05F-4F60-4B27-9207-172470496696}" dt="2026-05-31T05:06:33.784" v="12917" actId="207"/>
          <ac:spMkLst>
            <pc:docMk/>
            <pc:sldMk cId="1561666718" sldId="274"/>
            <ac:spMk id="3" creationId="{02820697-A966-F192-BBDA-A2B2391FFB34}"/>
          </ac:spMkLst>
        </pc:spChg>
        <pc:spChg chg="add mod">
          <ac:chgData name="Ryan Voget" userId="b9ec8ef93362921d" providerId="LiveId" clId="{0330F05F-4F60-4B27-9207-172470496696}" dt="2026-05-31T05:17:43.606" v="13605" actId="164"/>
          <ac:spMkLst>
            <pc:docMk/>
            <pc:sldMk cId="1561666718" sldId="274"/>
            <ac:spMk id="4" creationId="{5731F0DE-C5D6-0196-4A03-57E091B3A438}"/>
          </ac:spMkLst>
        </pc:spChg>
        <pc:spChg chg="add mod">
          <ac:chgData name="Ryan Voget" userId="b9ec8ef93362921d" providerId="LiveId" clId="{0330F05F-4F60-4B27-9207-172470496696}" dt="2026-05-31T05:17:43.606" v="13605" actId="164"/>
          <ac:spMkLst>
            <pc:docMk/>
            <pc:sldMk cId="1561666718" sldId="274"/>
            <ac:spMk id="7" creationId="{13EB6AA2-E376-B51F-BC7B-6AB7D9DC3357}"/>
          </ac:spMkLst>
        </pc:spChg>
        <pc:spChg chg="add mod">
          <ac:chgData name="Ryan Voget" userId="b9ec8ef93362921d" providerId="LiveId" clId="{0330F05F-4F60-4B27-9207-172470496696}" dt="2026-05-31T05:17:43.606" v="13605" actId="164"/>
          <ac:spMkLst>
            <pc:docMk/>
            <pc:sldMk cId="1561666718" sldId="274"/>
            <ac:spMk id="8" creationId="{385BDE19-4C3C-00EC-AC97-DFAFE1E6E1B8}"/>
          </ac:spMkLst>
        </pc:spChg>
        <pc:spChg chg="mod">
          <ac:chgData name="Ryan Voget" userId="b9ec8ef93362921d" providerId="LiveId" clId="{0330F05F-4F60-4B27-9207-172470496696}" dt="2026-05-31T05:05:26.276" v="12659" actId="14100"/>
          <ac:spMkLst>
            <pc:docMk/>
            <pc:sldMk cId="1561666718" sldId="274"/>
            <ac:spMk id="17" creationId="{7D46E90C-7FBB-F1A1-872F-0EA059ED2B36}"/>
          </ac:spMkLst>
        </pc:spChg>
        <pc:spChg chg="add mod">
          <ac:chgData name="Ryan Voget" userId="b9ec8ef93362921d" providerId="LiveId" clId="{0330F05F-4F60-4B27-9207-172470496696}" dt="2026-05-31T05:17:43.606" v="13605" actId="164"/>
          <ac:spMkLst>
            <pc:docMk/>
            <pc:sldMk cId="1561666718" sldId="274"/>
            <ac:spMk id="24" creationId="{4EC8049E-AC66-6AE9-C80C-EE130906838A}"/>
          </ac:spMkLst>
        </pc:spChg>
        <pc:grpChg chg="mod">
          <ac:chgData name="Ryan Voget" userId="b9ec8ef93362921d" providerId="LiveId" clId="{0330F05F-4F60-4B27-9207-172470496696}" dt="2026-05-31T05:17:43.606" v="13605" actId="164"/>
          <ac:grpSpMkLst>
            <pc:docMk/>
            <pc:sldMk cId="1561666718" sldId="274"/>
            <ac:grpSpMk id="16" creationId="{D1FEF438-3478-64B6-CC15-A3D7D61F23A1}"/>
          </ac:grpSpMkLst>
        </pc:grpChg>
        <pc:grpChg chg="add mod">
          <ac:chgData name="Ryan Voget" userId="b9ec8ef93362921d" providerId="LiveId" clId="{0330F05F-4F60-4B27-9207-172470496696}" dt="2026-05-31T05:17:43.606" v="13605" actId="164"/>
          <ac:grpSpMkLst>
            <pc:docMk/>
            <pc:sldMk cId="1561666718" sldId="274"/>
            <ac:grpSpMk id="35" creationId="{E74ECDCB-FCFE-B94E-49F9-5A704DA9A8A0}"/>
          </ac:grpSpMkLst>
        </pc:grpChg>
      </pc:sldChg>
      <pc:sldChg chg="addSp delSp modSp add mod">
        <pc:chgData name="Ryan Voget" userId="b9ec8ef93362921d" providerId="LiveId" clId="{0330F05F-4F60-4B27-9207-172470496696}" dt="2026-05-31T05:32:32.204" v="14212" actId="164"/>
        <pc:sldMkLst>
          <pc:docMk/>
          <pc:sldMk cId="1694547799" sldId="275"/>
        </pc:sldMkLst>
        <pc:spChg chg="add mod">
          <ac:chgData name="Ryan Voget" userId="b9ec8ef93362921d" providerId="LiveId" clId="{0330F05F-4F60-4B27-9207-172470496696}" dt="2026-05-31T05:32:32.204" v="14212" actId="164"/>
          <ac:spMkLst>
            <pc:docMk/>
            <pc:sldMk cId="1694547799" sldId="275"/>
            <ac:spMk id="5" creationId="{044CA64D-3F7C-C7D4-2CA0-E396550673FD}"/>
          </ac:spMkLst>
        </pc:spChg>
        <pc:spChg chg="add mod">
          <ac:chgData name="Ryan Voget" userId="b9ec8ef93362921d" providerId="LiveId" clId="{0330F05F-4F60-4B27-9207-172470496696}" dt="2026-05-31T05:32:32.204" v="14212" actId="164"/>
          <ac:spMkLst>
            <pc:docMk/>
            <pc:sldMk cId="1694547799" sldId="275"/>
            <ac:spMk id="6" creationId="{0AB8FEC8-D06B-563D-B5A3-260BA6336B97}"/>
          </ac:spMkLst>
        </pc:spChg>
        <pc:spChg chg="add del mod">
          <ac:chgData name="Ryan Voget" userId="b9ec8ef93362921d" providerId="LiveId" clId="{0330F05F-4F60-4B27-9207-172470496696}" dt="2026-05-31T05:32:32.204" v="14212" actId="164"/>
          <ac:spMkLst>
            <pc:docMk/>
            <pc:sldMk cId="1694547799" sldId="275"/>
            <ac:spMk id="9" creationId="{D362133E-ABCE-A293-8D92-3906A8B2FD31}"/>
          </ac:spMkLst>
        </pc:spChg>
        <pc:spChg chg="mod">
          <ac:chgData name="Ryan Voget" userId="b9ec8ef93362921d" providerId="LiveId" clId="{0330F05F-4F60-4B27-9207-172470496696}" dt="2026-05-31T05:18:32.752" v="13621" actId="14100"/>
          <ac:spMkLst>
            <pc:docMk/>
            <pc:sldMk cId="1694547799" sldId="275"/>
            <ac:spMk id="17" creationId="{6B52E971-189A-01BD-2B34-0DF66E6975F9}"/>
          </ac:spMkLst>
        </pc:spChg>
        <pc:spChg chg="add mod">
          <ac:chgData name="Ryan Voget" userId="b9ec8ef93362921d" providerId="LiveId" clId="{0330F05F-4F60-4B27-9207-172470496696}" dt="2026-05-31T05:32:32.204" v="14212" actId="164"/>
          <ac:spMkLst>
            <pc:docMk/>
            <pc:sldMk cId="1694547799" sldId="275"/>
            <ac:spMk id="18" creationId="{C1BF1F3C-136B-8410-FBFE-C611B01D5624}"/>
          </ac:spMkLst>
        </pc:spChg>
        <pc:grpChg chg="add mod">
          <ac:chgData name="Ryan Voget" userId="b9ec8ef93362921d" providerId="LiveId" clId="{0330F05F-4F60-4B27-9207-172470496696}" dt="2026-05-31T05:32:32.204" v="14212" actId="164"/>
          <ac:grpSpMkLst>
            <pc:docMk/>
            <pc:sldMk cId="1694547799" sldId="275"/>
            <ac:grpSpMk id="25" creationId="{31313918-9DC9-6471-A036-4664D94ADC0F}"/>
          </ac:grpSpMkLst>
        </pc:grpChg>
      </pc:sldChg>
      <pc:sldChg chg="addSp delSp modSp add mod">
        <pc:chgData name="Ryan Voget" userId="b9ec8ef93362921d" providerId="LiveId" clId="{0330F05F-4F60-4B27-9207-172470496696}" dt="2026-05-31T05:46:44.343" v="16154" actId="1076"/>
        <pc:sldMkLst>
          <pc:docMk/>
          <pc:sldMk cId="1527977577" sldId="276"/>
        </pc:sldMkLst>
        <pc:spChg chg="add mod">
          <ac:chgData name="Ryan Voget" userId="b9ec8ef93362921d" providerId="LiveId" clId="{0330F05F-4F60-4B27-9207-172470496696}" dt="2026-05-31T05:45:39.867" v="16141" actId="1037"/>
          <ac:spMkLst>
            <pc:docMk/>
            <pc:sldMk cId="1527977577" sldId="276"/>
            <ac:spMk id="2" creationId="{D952F7D9-1CC7-65D9-1E88-DDC283FED3DC}"/>
          </ac:spMkLst>
        </pc:spChg>
        <pc:spChg chg="add mod topLvl">
          <ac:chgData name="Ryan Voget" userId="b9ec8ef93362921d" providerId="LiveId" clId="{0330F05F-4F60-4B27-9207-172470496696}" dt="2026-05-31T05:45:02.675" v="16128" actId="688"/>
          <ac:spMkLst>
            <pc:docMk/>
            <pc:sldMk cId="1527977577" sldId="276"/>
            <ac:spMk id="3" creationId="{34442166-86B6-2073-33E1-3EE46ED68215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4" creationId="{3A6978E1-D40C-CFB5-3760-43E881C88632}"/>
          </ac:spMkLst>
        </pc:spChg>
        <pc:spChg chg="add mod">
          <ac:chgData name="Ryan Voget" userId="b9ec8ef93362921d" providerId="LiveId" clId="{0330F05F-4F60-4B27-9207-172470496696}" dt="2026-05-31T05:45:26.251" v="16136" actId="1076"/>
          <ac:spMkLst>
            <pc:docMk/>
            <pc:sldMk cId="1527977577" sldId="276"/>
            <ac:spMk id="7" creationId="{E20441F8-D28B-7731-7C6E-B52E3283935D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8" creationId="{03284CCC-A07A-7E19-534E-F0E78F116228}"/>
          </ac:spMkLst>
        </pc:spChg>
        <pc:spChg chg="add mod topLvl">
          <ac:chgData name="Ryan Voget" userId="b9ec8ef93362921d" providerId="LiveId" clId="{0330F05F-4F60-4B27-9207-172470496696}" dt="2026-05-31T05:40:28.880" v="14938" actId="165"/>
          <ac:spMkLst>
            <pc:docMk/>
            <pc:sldMk cId="1527977577" sldId="276"/>
            <ac:spMk id="10" creationId="{257CC632-9F2D-94BC-2387-44AD824E94B7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1" creationId="{843F6346-96F8-5B00-5DAC-52E381E63755}"/>
          </ac:spMkLst>
        </pc:spChg>
        <pc:spChg chg="add mod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2" creationId="{DC9A6E2F-FD33-9C87-0B1F-376914442964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3" creationId="{68657A19-6CA5-CF71-6567-9BCA14DD7236}"/>
          </ac:spMkLst>
        </pc:spChg>
        <pc:spChg chg="add mod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4" creationId="{FFEFC31B-28E9-6B05-06E5-EDA089DAC746}"/>
          </ac:spMkLst>
        </pc:spChg>
        <pc:spChg chg="add mod">
          <ac:chgData name="Ryan Voget" userId="b9ec8ef93362921d" providerId="LiveId" clId="{0330F05F-4F60-4B27-9207-172470496696}" dt="2026-05-31T05:37:55.036" v="14873" actId="1076"/>
          <ac:spMkLst>
            <pc:docMk/>
            <pc:sldMk cId="1527977577" sldId="276"/>
            <ac:spMk id="15" creationId="{E49C0327-C344-B0CE-A4A5-1B099B064B56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6" creationId="{EC93EFEF-543C-4933-3F52-607C2ED66A76}"/>
          </ac:spMkLst>
        </pc:spChg>
        <pc:spChg chg="mod">
          <ac:chgData name="Ryan Voget" userId="b9ec8ef93362921d" providerId="LiveId" clId="{0330F05F-4F60-4B27-9207-172470496696}" dt="2026-05-31T05:33:39.051" v="14226" actId="313"/>
          <ac:spMkLst>
            <pc:docMk/>
            <pc:sldMk cId="1527977577" sldId="276"/>
            <ac:spMk id="17" creationId="{ADC8AAF9-2219-80E4-F86C-2793B8B875FE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19" creationId="{CAB92980-78FD-B22F-4D5C-C08E3AE2D0A9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20" creationId="{157B0638-717C-F9ED-1F1E-90E7539BCF46}"/>
          </ac:spMkLst>
        </pc:spChg>
        <pc:spChg chg="add mod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21" creationId="{B942541C-BF6E-E6D9-4066-76C01C6A101F}"/>
          </ac:spMkLst>
        </pc:spChg>
        <pc:spChg chg="add mod topLvl">
          <ac:chgData name="Ryan Voget" userId="b9ec8ef93362921d" providerId="LiveId" clId="{0330F05F-4F60-4B27-9207-172470496696}" dt="2026-05-31T05:44:56.763" v="16127" actId="165"/>
          <ac:spMkLst>
            <pc:docMk/>
            <pc:sldMk cId="1527977577" sldId="276"/>
            <ac:spMk id="22" creationId="{3E9D36C1-64F2-B7A1-7BCF-5E3DEE056E3A}"/>
          </ac:spMkLst>
        </pc:spChg>
        <pc:spChg chg="add mod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23" creationId="{719BE268-9F07-3340-B92A-0BD5B296D5B0}"/>
          </ac:spMkLst>
        </pc:spChg>
        <pc:spChg chg="add mod topLvl">
          <ac:chgData name="Ryan Voget" userId="b9ec8ef93362921d" providerId="LiveId" clId="{0330F05F-4F60-4B27-9207-172470496696}" dt="2026-05-31T05:46:00.762" v="16144" actId="164"/>
          <ac:spMkLst>
            <pc:docMk/>
            <pc:sldMk cId="1527977577" sldId="276"/>
            <ac:spMk id="24" creationId="{7749E357-B977-CFD5-AA76-AAA833356533}"/>
          </ac:spMkLst>
        </pc:spChg>
        <pc:spChg chg="add mod ord topLvl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26" creationId="{58B203D9-EA07-4BF7-BAC8-E38E0DF60340}"/>
          </ac:spMkLst>
        </pc:spChg>
        <pc:spChg chg="add mod ord">
          <ac:chgData name="Ryan Voget" userId="b9ec8ef93362921d" providerId="LiveId" clId="{0330F05F-4F60-4B27-9207-172470496696}" dt="2026-05-31T05:43:53.380" v="16124" actId="1036"/>
          <ac:spMkLst>
            <pc:docMk/>
            <pc:sldMk cId="1527977577" sldId="276"/>
            <ac:spMk id="27" creationId="{C04249DF-65D0-2999-2997-69941D7A4F59}"/>
          </ac:spMkLst>
        </pc:spChg>
        <pc:spChg chg="add mod ord">
          <ac:chgData name="Ryan Voget" userId="b9ec8ef93362921d" providerId="LiveId" clId="{0330F05F-4F60-4B27-9207-172470496696}" dt="2026-05-31T05:46:40.062" v="16153" actId="164"/>
          <ac:spMkLst>
            <pc:docMk/>
            <pc:sldMk cId="1527977577" sldId="276"/>
            <ac:spMk id="49" creationId="{C2EB9EC4-5360-1529-A833-60C5D3E9AC12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0" creationId="{597445FB-4142-6361-B768-0B1C3B686D54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1" creationId="{F0A17D63-3620-5C0E-BA00-C3AFACB386BE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2" creationId="{0CE1B802-FED9-2301-F189-B84E54D0AEE8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3" creationId="{534D5BE5-759F-3DEE-CAC6-44BD6735CBFF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4" creationId="{234D71B6-E049-935D-4982-C92F66050CD7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5" creationId="{FC301598-2B5C-B754-4368-F16EF8F1ADB2}"/>
          </ac:spMkLst>
        </pc:spChg>
        <pc:spChg chg="add mod">
          <ac:chgData name="Ryan Voget" userId="b9ec8ef93362921d" providerId="LiveId" clId="{0330F05F-4F60-4B27-9207-172470496696}" dt="2026-05-31T05:46:25.568" v="16150" actId="164"/>
          <ac:spMkLst>
            <pc:docMk/>
            <pc:sldMk cId="1527977577" sldId="276"/>
            <ac:spMk id="56" creationId="{8909CBB4-7E0E-C9C2-AD63-71558B8A7579}"/>
          </ac:spMkLst>
        </pc:spChg>
        <pc:spChg chg="add mod topLvl">
          <ac:chgData name="Ryan Voget" userId="b9ec8ef93362921d" providerId="LiveId" clId="{0330F05F-4F60-4B27-9207-172470496696}" dt="2026-05-31T05:44:56.763" v="16127" actId="165"/>
          <ac:spMkLst>
            <pc:docMk/>
            <pc:sldMk cId="1527977577" sldId="276"/>
            <ac:spMk id="57" creationId="{B1C68189-322B-E2D9-158F-317E71722308}"/>
          </ac:spMkLst>
        </pc:spChg>
        <pc:spChg chg="add mod topLvl">
          <ac:chgData name="Ryan Voget" userId="b9ec8ef93362921d" providerId="LiveId" clId="{0330F05F-4F60-4B27-9207-172470496696}" dt="2026-05-31T05:44:56.763" v="16127" actId="165"/>
          <ac:spMkLst>
            <pc:docMk/>
            <pc:sldMk cId="1527977577" sldId="276"/>
            <ac:spMk id="58" creationId="{E7CCADE6-9B29-B1C8-5958-0736FD0F9683}"/>
          </ac:spMkLst>
        </pc:spChg>
        <pc:grpChg chg="mod">
          <ac:chgData name="Ryan Voget" userId="b9ec8ef93362921d" providerId="LiveId" clId="{0330F05F-4F60-4B27-9207-172470496696}" dt="2026-05-31T05:46:07.393" v="16149" actId="1038"/>
          <ac:grpSpMkLst>
            <pc:docMk/>
            <pc:sldMk cId="1527977577" sldId="276"/>
            <ac:grpSpMk id="61" creationId="{0A058B7B-AB42-52EB-3C36-3A9F19FAC926}"/>
          </ac:grpSpMkLst>
        </pc:grpChg>
        <pc:grpChg chg="mod">
          <ac:chgData name="Ryan Voget" userId="b9ec8ef93362921d" providerId="LiveId" clId="{0330F05F-4F60-4B27-9207-172470496696}" dt="2026-05-31T05:46:40.062" v="16153" actId="164"/>
          <ac:grpSpMkLst>
            <pc:docMk/>
            <pc:sldMk cId="1527977577" sldId="276"/>
            <ac:grpSpMk id="62" creationId="{FACDD1E1-AD91-BAFD-D6CB-8E6591A7C163}"/>
          </ac:grpSpMkLst>
        </pc:grpChg>
        <pc:grpChg chg="add mod">
          <ac:chgData name="Ryan Voget" userId="b9ec8ef93362921d" providerId="LiveId" clId="{0330F05F-4F60-4B27-9207-172470496696}" dt="2026-05-31T05:46:44.343" v="16154" actId="1076"/>
          <ac:grpSpMkLst>
            <pc:docMk/>
            <pc:sldMk cId="1527977577" sldId="276"/>
            <ac:grpSpMk id="63" creationId="{14A12640-01B2-DEA8-A750-2D89E3EEBBFC}"/>
          </ac:grpSpMkLst>
        </pc:grpChg>
      </pc:sldChg>
      <pc:sldChg chg="addSp delSp modSp add mod">
        <pc:chgData name="Ryan Voget" userId="b9ec8ef93362921d" providerId="LiveId" clId="{0330F05F-4F60-4B27-9207-172470496696}" dt="2026-05-31T06:09:15.602" v="16970" actId="164"/>
        <pc:sldMkLst>
          <pc:docMk/>
          <pc:sldMk cId="2834655666" sldId="277"/>
        </pc:sldMkLst>
        <pc:spChg chg="mod">
          <ac:chgData name="Ryan Voget" userId="b9ec8ef93362921d" providerId="LiveId" clId="{0330F05F-4F60-4B27-9207-172470496696}" dt="2026-05-31T05:47:45.142" v="16163" actId="20577"/>
          <ac:spMkLst>
            <pc:docMk/>
            <pc:sldMk cId="2834655666" sldId="277"/>
            <ac:spMk id="17" creationId="{9B623DA0-3B37-A49E-12C4-F8301312C717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67" creationId="{7A1BF263-D7BD-76F7-0F61-1BC86668B36C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68" creationId="{168FF320-7181-D7C9-3597-E5929785C1D5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1" creationId="{7DDEF642-782D-2023-1608-3CD3D512054B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2" creationId="{F992FDE4-F5A1-54CF-5FBB-727A4EDE711A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4" creationId="{EED9B9A0-E7DE-4FBB-6F4E-1F4E331BB87A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5" creationId="{9BCE119E-C76F-CDDC-4233-2E62BC9B5CF9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6" creationId="{F6B1DA23-12B3-264C-89C7-C764C943D82C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79" creationId="{F5BB5622-A3C9-5CDA-F683-553B72382BDB}"/>
          </ac:spMkLst>
        </pc:spChg>
        <pc:spChg chg="mod topLvl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81" creationId="{6D6FB002-6A2A-0892-3F2F-E6426B21EC3B}"/>
          </ac:spMkLst>
        </pc:spChg>
        <pc:spChg chg="add mod">
          <ac:chgData name="Ryan Voget" userId="b9ec8ef93362921d" providerId="LiveId" clId="{0330F05F-4F60-4B27-9207-172470496696}" dt="2026-05-31T06:08:34.540" v="16965" actId="164"/>
          <ac:spMkLst>
            <pc:docMk/>
            <pc:sldMk cId="2834655666" sldId="277"/>
            <ac:spMk id="82" creationId="{FDF23F26-F2A9-FBE8-8B3A-BC8EDBEC42B3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85" creationId="{7B8C3C12-3D19-D3DB-8B44-57332FFDCA08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86" creationId="{D4B85844-ECEB-D301-F528-D23F5769DA48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0" creationId="{63981D12-0E1B-B072-77E7-6467E46F5FD0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1" creationId="{1F6FD7C8-CE64-A389-AC89-667857F7DAFC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2" creationId="{8699A0E5-8298-9376-DC2C-F92497AD30DF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3" creationId="{D545E7A0-1F3C-F6BD-3890-7560424D53F2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5" creationId="{1878098D-1043-4DC7-0540-76EB8A0B5B88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6" creationId="{6BA32E64-C0A8-38D3-7AE6-2FF0B28851F7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7" creationId="{27F0CB7A-330E-BA5F-FAF9-7B932751CBB2}"/>
          </ac:spMkLst>
        </pc:spChg>
        <pc:spChg chg="mod">
          <ac:chgData name="Ryan Voget" userId="b9ec8ef93362921d" providerId="LiveId" clId="{0330F05F-4F60-4B27-9207-172470496696}" dt="2026-05-31T06:08:36.909" v="16967"/>
          <ac:spMkLst>
            <pc:docMk/>
            <pc:sldMk cId="2834655666" sldId="277"/>
            <ac:spMk id="99" creationId="{5DEF22F1-86B1-C6CE-BD79-66C21AC2E9C4}"/>
          </ac:spMkLst>
        </pc:spChg>
        <pc:grpChg chg="mod">
          <ac:chgData name="Ryan Voget" userId="b9ec8ef93362921d" providerId="LiveId" clId="{0330F05F-4F60-4B27-9207-172470496696}" dt="2026-05-31T06:09:15.602" v="16970" actId="164"/>
          <ac:grpSpMkLst>
            <pc:docMk/>
            <pc:sldMk cId="2834655666" sldId="277"/>
            <ac:grpSpMk id="83" creationId="{D6CFEEA5-1EDD-920B-A072-B0BF5028342F}"/>
          </ac:grpSpMkLst>
        </pc:grpChg>
        <pc:grpChg chg="mod">
          <ac:chgData name="Ryan Voget" userId="b9ec8ef93362921d" providerId="LiveId" clId="{0330F05F-4F60-4B27-9207-172470496696}" dt="2026-05-31T06:09:15.602" v="16970" actId="164"/>
          <ac:grpSpMkLst>
            <pc:docMk/>
            <pc:sldMk cId="2834655666" sldId="277"/>
            <ac:grpSpMk id="84" creationId="{8A590ADF-2D53-DC40-1DCB-AAFC7AE664B4}"/>
          </ac:grpSpMkLst>
        </pc:grpChg>
        <pc:grpChg chg="add mod">
          <ac:chgData name="Ryan Voget" userId="b9ec8ef93362921d" providerId="LiveId" clId="{0330F05F-4F60-4B27-9207-172470496696}" dt="2026-05-31T06:09:15.602" v="16970" actId="164"/>
          <ac:grpSpMkLst>
            <pc:docMk/>
            <pc:sldMk cId="2834655666" sldId="277"/>
            <ac:grpSpMk id="100" creationId="{3113159D-22F5-1F5B-AE00-750E00BF6CA1}"/>
          </ac:grpSpMkLst>
        </pc:grpChg>
      </pc:sldChg>
      <pc:sldChg chg="addSp delSp modSp add mod">
        <pc:chgData name="Ryan Voget" userId="b9ec8ef93362921d" providerId="LiveId" clId="{0330F05F-4F60-4B27-9207-172470496696}" dt="2026-05-31T21:38:02.280" v="17473" actId="164"/>
        <pc:sldMkLst>
          <pc:docMk/>
          <pc:sldMk cId="3127445860" sldId="278"/>
        </pc:sldMkLst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6" creationId="{CF5D90EE-7DA6-46E0-50D1-8E0AF82D4E85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7" creationId="{78D50ED5-7D1C-53F9-AD7D-A782E9E5C3DD}"/>
          </ac:spMkLst>
        </pc:spChg>
        <pc:spChg chg="mod">
          <ac:chgData name="Ryan Voget" userId="b9ec8ef93362921d" providerId="LiveId" clId="{0330F05F-4F60-4B27-9207-172470496696}" dt="2026-05-31T21:24:50.294" v="16994" actId="14100"/>
          <ac:spMkLst>
            <pc:docMk/>
            <pc:sldMk cId="3127445860" sldId="278"/>
            <ac:spMk id="9" creationId="{4D5B9780-F2C0-9550-0E01-6C1144FFD477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11" creationId="{91474034-9575-D925-420E-63C15266FED9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15" creationId="{97025A2A-F875-59F1-FB07-F15CE4D414A0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16" creationId="{44530758-B17F-DFA1-4F74-DEFA6DBCE6C6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18" creationId="{357D79F7-610B-969F-63B4-9A41A1D08782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19" creationId="{59104A8C-781C-81C0-F999-C0C94114D8A0}"/>
          </ac:spMkLst>
        </pc:spChg>
        <pc:spChg chg="mod topLvl">
          <ac:chgData name="Ryan Voget" userId="b9ec8ef93362921d" providerId="LiveId" clId="{0330F05F-4F60-4B27-9207-172470496696}" dt="2026-05-31T21:38:02.280" v="17473" actId="164"/>
          <ac:spMkLst>
            <pc:docMk/>
            <pc:sldMk cId="3127445860" sldId="278"/>
            <ac:spMk id="20" creationId="{859004B9-11F1-8BB6-BCF7-81FA948C2F6E}"/>
          </ac:spMkLst>
        </pc:spChg>
        <pc:grpChg chg="add mod">
          <ac:chgData name="Ryan Voget" userId="b9ec8ef93362921d" providerId="LiveId" clId="{0330F05F-4F60-4B27-9207-172470496696}" dt="2026-05-31T21:38:02.280" v="17473" actId="164"/>
          <ac:grpSpMkLst>
            <pc:docMk/>
            <pc:sldMk cId="3127445860" sldId="278"/>
            <ac:grpSpMk id="3" creationId="{B8C68A6C-9BF0-DA0B-3F8A-97C518E0D319}"/>
          </ac:grpSpMkLst>
        </pc:grpChg>
      </pc:sldChg>
      <pc:sldChg chg="addSp delSp modSp add mod">
        <pc:chgData name="Ryan Voget" userId="b9ec8ef93362921d" providerId="LiveId" clId="{0330F05F-4F60-4B27-9207-172470496696}" dt="2026-05-31T21:42:52.440" v="17538" actId="164"/>
        <pc:sldMkLst>
          <pc:docMk/>
          <pc:sldMk cId="888580272" sldId="279"/>
        </pc:sldMkLst>
        <pc:spChg chg="mod">
          <ac:chgData name="Ryan Voget" userId="b9ec8ef93362921d" providerId="LiveId" clId="{0330F05F-4F60-4B27-9207-172470496696}" dt="2026-05-31T21:28:54.002" v="17221" actId="14100"/>
          <ac:spMkLst>
            <pc:docMk/>
            <pc:sldMk cId="888580272" sldId="279"/>
            <ac:spMk id="9" creationId="{70A0E765-0446-46BC-C089-21117FD5E6C5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2" creationId="{950375B1-E090-A63F-935C-42F69A3F1679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3" creationId="{BCEA18DD-9BC5-20B0-74AC-445EE64B7A8A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4" creationId="{9E509412-85D6-444F-7436-80042FCFC781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6" creationId="{9C755E4B-64F1-759B-6552-3258BEE06ABC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7" creationId="{CBAB788E-A594-EB5D-479F-9539CA318013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8" creationId="{6F3F3664-D6AF-8ED1-DD27-4F6EB59407C8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19" creationId="{EB69825C-87BA-D004-6CB6-4C7FAB565DB7}"/>
          </ac:spMkLst>
        </pc:spChg>
        <pc:spChg chg="mod">
          <ac:chgData name="Ryan Voget" userId="b9ec8ef93362921d" providerId="LiveId" clId="{0330F05F-4F60-4B27-9207-172470496696}" dt="2026-05-31T21:38:06.577" v="17474"/>
          <ac:spMkLst>
            <pc:docMk/>
            <pc:sldMk cId="888580272" sldId="279"/>
            <ac:spMk id="20" creationId="{2201AF63-A68F-B42D-2E2B-26F64ECEA60E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68" creationId="{92E459FB-9FDB-BDB0-4C5F-6E668C445F73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69" creationId="{4B5DA441-7BDA-CA56-7883-A659A3FCE028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0" creationId="{7D75C9BE-1BDD-DAF0-0936-FCCD3229B5A4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1" creationId="{592B8EEE-684E-12BE-C276-2CA34119FA7E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2" creationId="{A715D330-F4C3-D11B-B770-574666A18FA1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3" creationId="{1A78784F-57C5-8C92-2D49-343DC832834B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4" creationId="{EEC2D304-F1C0-A17B-D99D-7C33F2642203}"/>
          </ac:spMkLst>
        </pc:spChg>
        <pc:spChg chg="mod">
          <ac:chgData name="Ryan Voget" userId="b9ec8ef93362921d" providerId="LiveId" clId="{0330F05F-4F60-4B27-9207-172470496696}" dt="2026-05-31T21:39:00.730" v="17497"/>
          <ac:spMkLst>
            <pc:docMk/>
            <pc:sldMk cId="888580272" sldId="279"/>
            <ac:spMk id="75" creationId="{C293CE72-0AFF-C59D-DFAF-D2C98C01D139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77" creationId="{817AC4CE-0A51-8D1B-5F0C-F22D6BD5F987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78" creationId="{D873B119-7486-760C-8A89-E6A788922322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79" creationId="{C57B4D99-FF89-91C8-3C97-A52F8AE90629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80" creationId="{A65A71FB-DA83-58E2-EF39-FCF247508004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81" creationId="{EC492335-D458-4A68-9AD8-28D1E06747EE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82" creationId="{89798172-8036-0B84-2F19-F59B5A2F4C48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83" creationId="{5AB1A1E3-AF48-6B04-CBC9-8F383CC78822}"/>
          </ac:spMkLst>
        </pc:spChg>
        <pc:spChg chg="mod">
          <ac:chgData name="Ryan Voget" userId="b9ec8ef93362921d" providerId="LiveId" clId="{0330F05F-4F60-4B27-9207-172470496696}" dt="2026-05-31T21:39:06.531" v="17499"/>
          <ac:spMkLst>
            <pc:docMk/>
            <pc:sldMk cId="888580272" sldId="279"/>
            <ac:spMk id="84" creationId="{BD17D56D-26A4-4E3B-91EF-C166E3D363C3}"/>
          </ac:spMkLst>
        </pc:spChg>
        <pc:grpChg chg="add mod">
          <ac:chgData name="Ryan Voget" userId="b9ec8ef93362921d" providerId="LiveId" clId="{0330F05F-4F60-4B27-9207-172470496696}" dt="2026-05-31T21:42:52.440" v="17538" actId="164"/>
          <ac:grpSpMkLst>
            <pc:docMk/>
            <pc:sldMk cId="888580272" sldId="279"/>
            <ac:grpSpMk id="11" creationId="{0F4B8C99-D8AB-03AD-9EBB-1A6F12EF5F73}"/>
          </ac:grpSpMkLst>
        </pc:grpChg>
        <pc:grpChg chg="add mod">
          <ac:chgData name="Ryan Voget" userId="b9ec8ef93362921d" providerId="LiveId" clId="{0330F05F-4F60-4B27-9207-172470496696}" dt="2026-05-31T21:42:52.440" v="17538" actId="164"/>
          <ac:grpSpMkLst>
            <pc:docMk/>
            <pc:sldMk cId="888580272" sldId="279"/>
            <ac:grpSpMk id="67" creationId="{20F4B605-6732-04C9-98A1-F8526270ABAF}"/>
          </ac:grpSpMkLst>
        </pc:grpChg>
        <pc:grpChg chg="add mod">
          <ac:chgData name="Ryan Voget" userId="b9ec8ef93362921d" providerId="LiveId" clId="{0330F05F-4F60-4B27-9207-172470496696}" dt="2026-05-31T21:42:52.440" v="17538" actId="164"/>
          <ac:grpSpMkLst>
            <pc:docMk/>
            <pc:sldMk cId="888580272" sldId="279"/>
            <ac:grpSpMk id="76" creationId="{CBDA66BB-3CB4-3EE2-BBE3-94E0B75E6CF9}"/>
          </ac:grpSpMkLst>
        </pc:grpChg>
        <pc:grpChg chg="add mod">
          <ac:chgData name="Ryan Voget" userId="b9ec8ef93362921d" providerId="LiveId" clId="{0330F05F-4F60-4B27-9207-172470496696}" dt="2026-05-31T21:42:52.440" v="17538" actId="164"/>
          <ac:grpSpMkLst>
            <pc:docMk/>
            <pc:sldMk cId="888580272" sldId="279"/>
            <ac:grpSpMk id="85" creationId="{5FB7A734-7FA6-D374-BA26-DD71B2805C59}"/>
          </ac:grpSpMkLst>
        </pc:grpChg>
      </pc:sldChg>
      <pc:sldChg chg="addSp modSp add mod setBg">
        <pc:chgData name="Ryan Voget" userId="b9ec8ef93362921d" providerId="LiveId" clId="{0330F05F-4F60-4B27-9207-172470496696}" dt="2026-05-31T21:43:09.334" v="17539" actId="164"/>
        <pc:sldMkLst>
          <pc:docMk/>
          <pc:sldMk cId="3444596130" sldId="280"/>
        </pc:sldMkLst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3" creationId="{121ACF1C-92DB-D8CB-CC0E-B3CF9FB8CD08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4" creationId="{14704664-E275-8259-69A8-D3033F105CD2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5" creationId="{D8649731-AB30-CB03-769E-BBADBC7C54A3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6" creationId="{B4D6C0B7-5028-B4BE-58E6-9D1B9312C80D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7" creationId="{BDB9683F-8F36-0B62-00E7-B38E12EEAC8D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8" creationId="{E1D68D49-6263-84A8-A606-91627EF0FE99}"/>
          </ac:spMkLst>
        </pc:spChg>
        <pc:spChg chg="mod">
          <ac:chgData name="Ryan Voget" userId="b9ec8ef93362921d" providerId="LiveId" clId="{0330F05F-4F60-4B27-9207-172470496696}" dt="2026-05-31T21:40:30.260" v="17506" actId="20577"/>
          <ac:spMkLst>
            <pc:docMk/>
            <pc:sldMk cId="3444596130" sldId="280"/>
            <ac:spMk id="9" creationId="{C2EEECA1-2121-71D2-7677-1BC352C9F271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10" creationId="{65681A40-9A4A-F7F2-8802-998F7201FAF4}"/>
          </ac:spMkLst>
        </pc:spChg>
        <pc:spChg chg="mod">
          <ac:chgData name="Ryan Voget" userId="b9ec8ef93362921d" providerId="LiveId" clId="{0330F05F-4F60-4B27-9207-172470496696}" dt="2026-05-31T21:40:50.063" v="17509"/>
          <ac:spMkLst>
            <pc:docMk/>
            <pc:sldMk cId="3444596130" sldId="280"/>
            <ac:spMk id="15" creationId="{0E47BA54-C4A1-92AE-7D63-55398161BF3E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2" creationId="{DD8C9A17-AA85-51EF-A001-2CFDC082D562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3" creationId="{FEBDD739-9C76-FCCE-3049-5848391EEAE2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4" creationId="{2175C35E-092D-5197-0DDA-B7DEA839BFE6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5" creationId="{3E35D92D-7A62-CD95-7C51-7B3B3B985B2D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6" creationId="{C5C34CB5-39B1-D633-C0C3-5822F1436B9F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7" creationId="{EAC3BC4A-C823-EFF3-66BE-744FC858A3E9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8" creationId="{667773FA-1D63-E5F5-46DC-9EE0A1778358}"/>
          </ac:spMkLst>
        </pc:spChg>
        <pc:spChg chg="mod">
          <ac:chgData name="Ryan Voget" userId="b9ec8ef93362921d" providerId="LiveId" clId="{0330F05F-4F60-4B27-9207-172470496696}" dt="2026-05-31T21:41:07.180" v="17520"/>
          <ac:spMkLst>
            <pc:docMk/>
            <pc:sldMk cId="3444596130" sldId="280"/>
            <ac:spMk id="29" creationId="{892A2454-BF24-5EC2-CD24-02D613E09311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1" creationId="{40EEDA30-20CC-6C6B-FA85-422F90E0B54D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2" creationId="{395E60F3-AE41-EB80-3361-C407FE6B7619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3" creationId="{D82DA38B-E19C-39A0-A142-C08312F2D9F3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4" creationId="{2192E872-94DC-C00E-E557-5980D51ECCBC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5" creationId="{F037C5BC-0154-0064-43DB-C776E15CB51F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6" creationId="{B652847D-75A2-55B6-C90C-57083D3E1940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7" creationId="{CC3996E2-2A45-9620-11B0-DEC89FEAE0AD}"/>
          </ac:spMkLst>
        </pc:spChg>
        <pc:spChg chg="mod">
          <ac:chgData name="Ryan Voget" userId="b9ec8ef93362921d" providerId="LiveId" clId="{0330F05F-4F60-4B27-9207-172470496696}" dt="2026-05-31T21:41:09.852" v="17522"/>
          <ac:spMkLst>
            <pc:docMk/>
            <pc:sldMk cId="3444596130" sldId="280"/>
            <ac:spMk id="38" creationId="{0A048430-D7D0-57F2-27C7-41775B1CBB98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0" creationId="{E31A9C66-1E4A-0DCB-9B20-5AA0A6DD94DF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1" creationId="{8B66036F-2098-2B6F-E596-7F485E3ECC47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2" creationId="{2F9DFC9F-EB72-1056-F7F6-8BA590DC3CAD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3" creationId="{3D0D3F67-071C-3DE4-D174-638872FBDD2C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4" creationId="{6D8D471C-284E-06F7-6088-2E6B854B576F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5" creationId="{5C5D3623-50BD-799E-FC1A-7556F8F2E446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6" creationId="{B7D1D2A3-6985-528F-C5DB-AAE85F6BF511}"/>
          </ac:spMkLst>
        </pc:spChg>
        <pc:spChg chg="mod">
          <ac:chgData name="Ryan Voget" userId="b9ec8ef93362921d" providerId="LiveId" clId="{0330F05F-4F60-4B27-9207-172470496696}" dt="2026-05-31T21:41:16.238" v="17525"/>
          <ac:spMkLst>
            <pc:docMk/>
            <pc:sldMk cId="3444596130" sldId="280"/>
            <ac:spMk id="47" creationId="{7008DF03-D1FC-2283-D33D-5B8AB9C3711E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49" creationId="{6E878EDE-39B7-A07B-4459-C5E63CE53110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0" creationId="{0BFB8CA7-BA72-B4B7-C006-839E7365072A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1" creationId="{269EB8AC-E418-CEAD-897C-2CFF69D5A619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2" creationId="{B4E9389C-6BA7-F995-99A5-8B8A16B23CA1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3" creationId="{41A88FDF-9F1E-5577-85CA-CC3FD4A8C837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4" creationId="{A5CBC58B-EDDF-1E5E-F5BA-B220FBA45A81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5" creationId="{F2C21896-9DB2-1D75-413A-3DF9AA412EBC}"/>
          </ac:spMkLst>
        </pc:spChg>
        <pc:spChg chg="mod">
          <ac:chgData name="Ryan Voget" userId="b9ec8ef93362921d" providerId="LiveId" clId="{0330F05F-4F60-4B27-9207-172470496696}" dt="2026-05-31T21:41:30.098" v="17531"/>
          <ac:spMkLst>
            <pc:docMk/>
            <pc:sldMk cId="3444596130" sldId="280"/>
            <ac:spMk id="56" creationId="{D3E38710-40CC-79CA-AE0B-4CF0A307A477}"/>
          </ac:spMkLst>
        </pc:spChg>
        <pc:grpChg chg="add 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2" creationId="{764FC2E3-8411-0A18-7F9A-70907C760AB5}"/>
          </ac:grpSpMkLst>
        </pc:grpChg>
        <pc:grpChg chg="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11" creationId="{BC7ACEE0-1B23-A391-EBC7-AE98D9270F91}"/>
          </ac:grpSpMkLst>
        </pc:grpChg>
        <pc:grpChg chg="add 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21" creationId="{D2177602-5A57-DE3A-6695-F1161F8F60A3}"/>
          </ac:grpSpMkLst>
        </pc:grpChg>
        <pc:grpChg chg="add mod or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30" creationId="{6459BDE1-73A8-AC9A-D204-FD0E729497F0}"/>
          </ac:grpSpMkLst>
        </pc:grpChg>
        <pc:grpChg chg="add mod or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39" creationId="{F81A6F2A-F65B-79CD-FBEB-50429C3EAF96}"/>
          </ac:grpSpMkLst>
        </pc:grpChg>
        <pc:grpChg chg="add mod or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48" creationId="{8DFF09AE-F6EC-0D17-8923-71432971851E}"/>
          </ac:grpSpMkLst>
        </pc:grpChg>
        <pc:grpChg chg="add 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57" creationId="{6C12D1A4-327C-E9B3-6C80-B1303419024C}"/>
          </ac:grpSpMkLst>
        </pc:grpChg>
        <pc:grpChg chg="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67" creationId="{59CFFB11-323D-186A-1E23-429931B908C0}"/>
          </ac:grpSpMkLst>
        </pc:grpChg>
        <pc:grpChg chg="mod">
          <ac:chgData name="Ryan Voget" userId="b9ec8ef93362921d" providerId="LiveId" clId="{0330F05F-4F60-4B27-9207-172470496696}" dt="2026-05-31T21:43:09.334" v="17539" actId="164"/>
          <ac:grpSpMkLst>
            <pc:docMk/>
            <pc:sldMk cId="3444596130" sldId="280"/>
            <ac:grpSpMk id="76" creationId="{5068CE10-345A-B186-4FEC-E6F15092A8AD}"/>
          </ac:grpSpMkLst>
        </pc:grpChg>
      </pc:sldChg>
      <pc:sldChg chg="addSp delSp modSp add mod">
        <pc:chgData name="Ryan Voget" userId="b9ec8ef93362921d" providerId="LiveId" clId="{0330F05F-4F60-4B27-9207-172470496696}" dt="2026-06-01T05:26:09.598" v="18229" actId="164"/>
        <pc:sldMkLst>
          <pc:docMk/>
          <pc:sldMk cId="286331554" sldId="281"/>
        </pc:sldMkLst>
        <pc:spChg chg="add mod topLvl">
          <ac:chgData name="Ryan Voget" userId="b9ec8ef93362921d" providerId="LiveId" clId="{0330F05F-4F60-4B27-9207-172470496696}" dt="2026-06-01T05:21:46.826" v="18177" actId="207"/>
          <ac:spMkLst>
            <pc:docMk/>
            <pc:sldMk cId="286331554" sldId="281"/>
            <ac:spMk id="4" creationId="{1AAF28C8-B2FF-113D-8EBD-CCE2CE6497D0}"/>
          </ac:spMkLst>
        </pc:spChg>
        <pc:spChg chg="add mod topLvl">
          <ac:chgData name="Ryan Voget" userId="b9ec8ef93362921d" providerId="LiveId" clId="{0330F05F-4F60-4B27-9207-172470496696}" dt="2026-06-01T05:17:05.496" v="17623" actId="207"/>
          <ac:spMkLst>
            <pc:docMk/>
            <pc:sldMk cId="286331554" sldId="281"/>
            <ac:spMk id="6" creationId="{ADEBF0DD-7781-045F-90B8-277E3D3F8EE8}"/>
          </ac:spMkLst>
        </pc:spChg>
        <pc:spChg chg="mod">
          <ac:chgData name="Ryan Voget" userId="b9ec8ef93362921d" providerId="LiveId" clId="{0330F05F-4F60-4B27-9207-172470496696}" dt="2026-06-01T05:26:01.713" v="18228" actId="1076"/>
          <ac:spMkLst>
            <pc:docMk/>
            <pc:sldMk cId="286331554" sldId="281"/>
            <ac:spMk id="9" creationId="{7ECC887B-A590-B29C-3106-9FAA7DC9E685}"/>
          </ac:spMkLst>
        </pc:spChg>
        <pc:spChg chg="mod topLvl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10" creationId="{1CEAC687-E151-CB7E-2384-84052A42080F}"/>
          </ac:spMkLst>
        </pc:spChg>
        <pc:spChg chg="mod topLvl">
          <ac:chgData name="Ryan Voget" userId="b9ec8ef93362921d" providerId="LiveId" clId="{0330F05F-4F60-4B27-9207-172470496696}" dt="2026-06-01T05:17:02.830" v="17622" actId="207"/>
          <ac:spMkLst>
            <pc:docMk/>
            <pc:sldMk cId="286331554" sldId="281"/>
            <ac:spMk id="11" creationId="{92276257-3B95-1395-0C43-516D3DA1B3EF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12" creationId="{79666101-4BBF-6827-1CF5-2E3C702CC11D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13" creationId="{ECECDBBF-E3A2-88BE-DFF6-1058BC8B193B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14" creationId="{E4925DB1-1894-307A-C162-8F4211649FFB}"/>
          </ac:spMkLst>
        </pc:spChg>
        <pc:spChg chg="add mod">
          <ac:chgData name="Ryan Voget" userId="b9ec8ef93362921d" providerId="LiveId" clId="{0330F05F-4F60-4B27-9207-172470496696}" dt="2026-06-01T05:22:54.294" v="18186" actId="207"/>
          <ac:spMkLst>
            <pc:docMk/>
            <pc:sldMk cId="286331554" sldId="281"/>
            <ac:spMk id="15" creationId="{7F03B247-5080-34FD-98D5-FE4BE0DEA4A5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16" creationId="{18FBCEA4-14A1-5A11-128A-A034AA722478}"/>
          </ac:spMkLst>
        </pc:spChg>
        <pc:spChg chg="add mod">
          <ac:chgData name="Ryan Voget" userId="b9ec8ef93362921d" providerId="LiveId" clId="{0330F05F-4F60-4B27-9207-172470496696}" dt="2026-06-01T05:24:49.215" v="18208" actId="208"/>
          <ac:spMkLst>
            <pc:docMk/>
            <pc:sldMk cId="286331554" sldId="281"/>
            <ac:spMk id="18" creationId="{6806A69F-1384-9E7E-C895-D0A158524DB8}"/>
          </ac:spMkLst>
        </pc:spChg>
        <pc:spChg chg="add mod">
          <ac:chgData name="Ryan Voget" userId="b9ec8ef93362921d" providerId="LiveId" clId="{0330F05F-4F60-4B27-9207-172470496696}" dt="2026-06-01T05:24:59.650" v="18212" actId="1076"/>
          <ac:spMkLst>
            <pc:docMk/>
            <pc:sldMk cId="286331554" sldId="281"/>
            <ac:spMk id="19" creationId="{2CE23D46-FDF8-7526-DA46-60EDEA3970E2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20" creationId="{D6054307-54D9-1259-C8C9-CDE18418C5DB}"/>
          </ac:spMkLst>
        </pc:spChg>
        <pc:spChg chg="add mod">
          <ac:chgData name="Ryan Voget" userId="b9ec8ef93362921d" providerId="LiveId" clId="{0330F05F-4F60-4B27-9207-172470496696}" dt="2026-06-01T05:25:12.898" v="18215" actId="1076"/>
          <ac:spMkLst>
            <pc:docMk/>
            <pc:sldMk cId="286331554" sldId="281"/>
            <ac:spMk id="21" creationId="{4F2E935D-5327-B132-D4EB-2C4A30E7B83F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22" creationId="{619D1F80-B98B-2E3C-4946-94EE28335CDF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23" creationId="{8FBD5B22-1CCA-EE4F-8933-A4C31122E795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24" creationId="{4371A162-26EE-EE75-9987-FD930BCB20EC}"/>
          </ac:spMkLst>
        </pc:spChg>
        <pc:spChg chg="add mod">
          <ac:chgData name="Ryan Voget" userId="b9ec8ef93362921d" providerId="LiveId" clId="{0330F05F-4F60-4B27-9207-172470496696}" dt="2026-06-01T05:26:09.598" v="18229" actId="164"/>
          <ac:spMkLst>
            <pc:docMk/>
            <pc:sldMk cId="286331554" sldId="281"/>
            <ac:spMk id="25" creationId="{63F722DC-24DB-90F7-CB8F-22CD159B1452}"/>
          </ac:spMkLst>
        </pc:spChg>
      </pc:sldChg>
      <pc:sldChg chg="addSp delSp modSp add mod">
        <pc:chgData name="Ryan Voget" userId="b9ec8ef93362921d" providerId="LiveId" clId="{0330F05F-4F60-4B27-9207-172470496696}" dt="2026-06-01T05:34:05.544" v="18350" actId="164"/>
        <pc:sldMkLst>
          <pc:docMk/>
          <pc:sldMk cId="2280136386" sldId="282"/>
        </pc:sldMkLst>
        <pc:spChg chg="mod">
          <ac:chgData name="Ryan Voget" userId="b9ec8ef93362921d" providerId="LiveId" clId="{0330F05F-4F60-4B27-9207-172470496696}" dt="2026-06-01T05:34:00.470" v="18349" actId="1076"/>
          <ac:spMkLst>
            <pc:docMk/>
            <pc:sldMk cId="2280136386" sldId="282"/>
            <ac:spMk id="9" creationId="{2C453095-8271-4B70-FD00-4ADA066502ED}"/>
          </ac:spMkLst>
        </pc:spChg>
        <pc:spChg chg="mod topLvl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59" creationId="{6E0A600E-DA71-32D3-DA82-5B7D7C20EDAE}"/>
          </ac:spMkLst>
        </pc:spChg>
        <pc:spChg chg="mod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0" creationId="{762DAC55-298B-C273-DC53-5713F591486D}"/>
          </ac:spMkLst>
        </pc:spChg>
        <pc:spChg chg="mod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1" creationId="{AF04FBEB-2B95-8FBE-1167-B88AF1B7EAF6}"/>
          </ac:spMkLst>
        </pc:spChg>
        <pc:spChg chg="mod topLvl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2" creationId="{96F0E47E-3DF0-62F3-B8D9-419C54E67696}"/>
          </ac:spMkLst>
        </pc:spChg>
        <pc:spChg chg="mod topLvl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3" creationId="{45B4D873-B272-F2B9-0DB9-B38803AAD0B8}"/>
          </ac:spMkLst>
        </pc:spChg>
        <pc:spChg chg="mod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4" creationId="{A7F40520-11CC-8C34-609C-665F20DC84D7}"/>
          </ac:spMkLst>
        </pc:spChg>
        <pc:spChg chg="mod topLvl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65" creationId="{0589369B-5495-09FB-2B1D-89D33F40943F}"/>
          </ac:spMkLst>
        </pc:spChg>
        <pc:spChg chg="mod topLvl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85" creationId="{B6DBD1C6-FEDA-04E4-A0FA-4A62A531454A}"/>
          </ac:spMkLst>
        </pc:spChg>
        <pc:spChg chg="add mod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94" creationId="{113AD44F-7260-186D-B359-BC3F36653C49}"/>
          </ac:spMkLst>
        </pc:spChg>
        <pc:spChg chg="add mod">
          <ac:chgData name="Ryan Voget" userId="b9ec8ef93362921d" providerId="LiveId" clId="{0330F05F-4F60-4B27-9207-172470496696}" dt="2026-06-01T05:34:05.544" v="18350" actId="164"/>
          <ac:spMkLst>
            <pc:docMk/>
            <pc:sldMk cId="2280136386" sldId="282"/>
            <ac:spMk id="95" creationId="{47E67C18-452D-99BC-F5E5-0E3D4F16729C}"/>
          </ac:spMkLst>
        </pc:spChg>
      </pc:sldChg>
      <pc:sldChg chg="addSp delSp modSp add mod">
        <pc:chgData name="Ryan Voget" userId="b9ec8ef93362921d" providerId="LiveId" clId="{0330F05F-4F60-4B27-9207-172470496696}" dt="2026-06-01T05:44:39.882" v="19906" actId="164"/>
        <pc:sldMkLst>
          <pc:docMk/>
          <pc:sldMk cId="2067817748" sldId="283"/>
        </pc:sldMkLst>
        <pc:spChg chg="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3" creationId="{A1EEBA2D-798B-286D-BFBB-C7A7D9270B00}"/>
          </ac:spMkLst>
        </pc:spChg>
        <pc:spChg chg="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4" creationId="{899AD218-CBB5-DFB1-70D5-BC6958720C3A}"/>
          </ac:spMkLst>
        </pc:spChg>
        <pc:spChg chg="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5" creationId="{99221E5A-15C9-B06C-3C9B-DBC7BD5717FC}"/>
          </ac:spMkLst>
        </pc:spChg>
        <pc:spChg chg="mod">
          <ac:chgData name="Ryan Voget" userId="b9ec8ef93362921d" providerId="LiveId" clId="{0330F05F-4F60-4B27-9207-172470496696}" dt="2026-06-01T05:35:57.838" v="18394" actId="20577"/>
          <ac:spMkLst>
            <pc:docMk/>
            <pc:sldMk cId="2067817748" sldId="283"/>
            <ac:spMk id="9" creationId="{0D11B973-CC2D-CA7E-F288-473EB9FD81AB}"/>
          </ac:spMkLst>
        </pc:spChg>
        <pc:spChg chg="mod topLvl">
          <ac:chgData name="Ryan Voget" userId="b9ec8ef93362921d" providerId="LiveId" clId="{0330F05F-4F60-4B27-9207-172470496696}" dt="2026-06-01T05:38:36.708" v="19166" actId="207"/>
          <ac:spMkLst>
            <pc:docMk/>
            <pc:sldMk cId="2067817748" sldId="283"/>
            <ac:spMk id="11" creationId="{EA199412-1583-D785-66F2-A804C49FD7AE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45" creationId="{35D1C510-D5B7-0DF2-DAF6-C340EB33DC00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46" creationId="{DEF014E7-5CF6-4D26-53DB-7137EE4A2236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47" creationId="{A06C51AB-97A5-2172-3EEC-2DE732DD9BE7}"/>
          </ac:spMkLst>
        </pc:spChg>
        <pc:spChg chg="add mod">
          <ac:chgData name="Ryan Voget" userId="b9ec8ef93362921d" providerId="LiveId" clId="{0330F05F-4F60-4B27-9207-172470496696}" dt="2026-06-01T05:42:14.233" v="19849" actId="1076"/>
          <ac:spMkLst>
            <pc:docMk/>
            <pc:sldMk cId="2067817748" sldId="283"/>
            <ac:spMk id="48" creationId="{2A72D72E-F3CE-B9C0-67D0-B864706703E5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49" creationId="{22282610-F28D-F1AB-3C5E-96E03AB60A70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50" creationId="{FF642244-F883-D11B-3034-D58FB7A8ABDF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51" creationId="{106F0E60-736C-D321-172A-4C9C4086CDA9}"/>
          </ac:spMkLst>
        </pc:spChg>
        <pc:spChg chg="add mod">
          <ac:chgData name="Ryan Voget" userId="b9ec8ef93362921d" providerId="LiveId" clId="{0330F05F-4F60-4B27-9207-172470496696}" dt="2026-06-01T05:44:39.882" v="19906" actId="164"/>
          <ac:spMkLst>
            <pc:docMk/>
            <pc:sldMk cId="2067817748" sldId="283"/>
            <ac:spMk id="52" creationId="{C4E99C9C-33E0-C908-2EF1-2778B2F2DE28}"/>
          </ac:spMkLst>
        </pc:spChg>
        <pc:spChg chg="add mod">
          <ac:chgData name="Ryan Voget" userId="b9ec8ef93362921d" providerId="LiveId" clId="{0330F05F-4F60-4B27-9207-172470496696}" dt="2026-06-01T05:44:15.633" v="19902" actId="1076"/>
          <ac:spMkLst>
            <pc:docMk/>
            <pc:sldMk cId="2067817748" sldId="283"/>
            <ac:spMk id="53" creationId="{E0097055-A799-099D-8B95-3F610FA550E1}"/>
          </ac:spMkLst>
        </pc:spChg>
        <pc:spChg chg="add mod">
          <ac:chgData name="Ryan Voget" userId="b9ec8ef93362921d" providerId="LiveId" clId="{0330F05F-4F60-4B27-9207-172470496696}" dt="2026-06-01T05:44:25.673" v="19905" actId="1076"/>
          <ac:spMkLst>
            <pc:docMk/>
            <pc:sldMk cId="2067817748" sldId="283"/>
            <ac:spMk id="54" creationId="{5299CB23-AB1A-32A8-745E-210971C41927}"/>
          </ac:spMkLst>
        </pc:spChg>
      </pc:sldChg>
      <pc:sldChg chg="addSp delSp modSp add mod setBg">
        <pc:chgData name="Ryan Voget" userId="b9ec8ef93362921d" providerId="LiveId" clId="{0330F05F-4F60-4B27-9207-172470496696}" dt="2026-06-01T05:50:36.840" v="21493" actId="164"/>
        <pc:sldMkLst>
          <pc:docMk/>
          <pc:sldMk cId="334888546" sldId="284"/>
        </pc:sldMkLst>
        <pc:spChg chg="add mod">
          <ac:chgData name="Ryan Voget" userId="b9ec8ef93362921d" providerId="LiveId" clId="{0330F05F-4F60-4B27-9207-172470496696}" dt="2026-06-01T05:50:36.840" v="21493" actId="164"/>
          <ac:spMkLst>
            <pc:docMk/>
            <pc:sldMk cId="334888546" sldId="284"/>
            <ac:spMk id="2" creationId="{B26435C8-0497-397C-72E6-6D88FBE17B9B}"/>
          </ac:spMkLst>
        </pc:spChg>
        <pc:spChg chg="add mod ord">
          <ac:chgData name="Ryan Voget" userId="b9ec8ef93362921d" providerId="LiveId" clId="{0330F05F-4F60-4B27-9207-172470496696}" dt="2026-06-01T05:50:36.840" v="21493" actId="164"/>
          <ac:spMkLst>
            <pc:docMk/>
            <pc:sldMk cId="334888546" sldId="284"/>
            <ac:spMk id="3" creationId="{97BD81D1-6967-62EE-35D9-94B8CB2A61F4}"/>
          </ac:spMkLst>
        </pc:spChg>
        <pc:spChg chg="mod">
          <ac:chgData name="Ryan Voget" userId="b9ec8ef93362921d" providerId="LiveId" clId="{0330F05F-4F60-4B27-9207-172470496696}" dt="2026-06-01T05:45:59.739" v="19927" actId="20577"/>
          <ac:spMkLst>
            <pc:docMk/>
            <pc:sldMk cId="334888546" sldId="284"/>
            <ac:spMk id="9" creationId="{8E583689-29CA-4D64-BC03-9B068BBFA1D2}"/>
          </ac:spMkLst>
        </pc:spChg>
        <pc:grpChg chg="add mod">
          <ac:chgData name="Ryan Voget" userId="b9ec8ef93362921d" providerId="LiveId" clId="{0330F05F-4F60-4B27-9207-172470496696}" dt="2026-06-01T05:50:36.840" v="21493" actId="164"/>
          <ac:grpSpMkLst>
            <pc:docMk/>
            <pc:sldMk cId="334888546" sldId="284"/>
            <ac:grpSpMk id="8" creationId="{14BC8A1C-7C47-A67C-87F1-2091D4F5377E}"/>
          </ac:grpSpMkLst>
        </pc:grpChg>
      </pc:sldChg>
      <pc:sldChg chg="addSp delSp modSp add mod">
        <pc:chgData name="Ryan Voget" userId="b9ec8ef93362921d" providerId="LiveId" clId="{0330F05F-4F60-4B27-9207-172470496696}" dt="2026-06-01T05:52:26.576" v="21878" actId="164"/>
        <pc:sldMkLst>
          <pc:docMk/>
          <pc:sldMk cId="474308191" sldId="285"/>
        </pc:sldMkLst>
        <pc:spChg chg="mod topLvl">
          <ac:chgData name="Ryan Voget" userId="b9ec8ef93362921d" providerId="LiveId" clId="{0330F05F-4F60-4B27-9207-172470496696}" dt="2026-06-01T05:52:26.576" v="21878" actId="164"/>
          <ac:spMkLst>
            <pc:docMk/>
            <pc:sldMk cId="474308191" sldId="285"/>
            <ac:spMk id="4" creationId="{1C93B58B-9521-7A01-6660-73EA05E26D6F}"/>
          </ac:spMkLst>
        </pc:spChg>
        <pc:spChg chg="mod topLvl">
          <ac:chgData name="Ryan Voget" userId="b9ec8ef93362921d" providerId="LiveId" clId="{0330F05F-4F60-4B27-9207-172470496696}" dt="2026-06-01T05:52:26.576" v="21878" actId="164"/>
          <ac:spMkLst>
            <pc:docMk/>
            <pc:sldMk cId="474308191" sldId="285"/>
            <ac:spMk id="5" creationId="{FD68675D-021C-9310-EE3A-39D3610D5CBB}"/>
          </ac:spMkLst>
        </pc:spChg>
        <pc:spChg chg="mod">
          <ac:chgData name="Ryan Voget" userId="b9ec8ef93362921d" providerId="LiveId" clId="{0330F05F-4F60-4B27-9207-172470496696}" dt="2026-06-01T05:51:26.230" v="21516" actId="14100"/>
          <ac:spMkLst>
            <pc:docMk/>
            <pc:sldMk cId="474308191" sldId="285"/>
            <ac:spMk id="9" creationId="{2ADD0998-A78A-D037-3027-2FDAAC0A7D18}"/>
          </ac:spMkLst>
        </pc:spChg>
        <pc:grpChg chg="add mod">
          <ac:chgData name="Ryan Voget" userId="b9ec8ef93362921d" providerId="LiveId" clId="{0330F05F-4F60-4B27-9207-172470496696}" dt="2026-06-01T05:52:26.576" v="21878" actId="164"/>
          <ac:grpSpMkLst>
            <pc:docMk/>
            <pc:sldMk cId="474308191" sldId="285"/>
            <ac:grpSpMk id="6" creationId="{8952946F-D489-0D5D-DEFE-AC5A72AB4A15}"/>
          </ac:grpSpMkLst>
        </pc:grpChg>
      </pc:sldChg>
      <pc:sldChg chg="addSp delSp modSp add mod">
        <pc:chgData name="Ryan Voget" userId="b9ec8ef93362921d" providerId="LiveId" clId="{0330F05F-4F60-4B27-9207-172470496696}" dt="2026-06-01T05:54:02.756" v="21997" actId="164"/>
        <pc:sldMkLst>
          <pc:docMk/>
          <pc:sldMk cId="2667381221" sldId="286"/>
        </pc:sldMkLst>
        <pc:spChg chg="mod">
          <ac:chgData name="Ryan Voget" userId="b9ec8ef93362921d" providerId="LiveId" clId="{0330F05F-4F60-4B27-9207-172470496696}" dt="2026-06-01T05:53:58.672" v="21996" actId="1076"/>
          <ac:spMkLst>
            <pc:docMk/>
            <pc:sldMk cId="2667381221" sldId="286"/>
            <ac:spMk id="9" creationId="{3CEE03D7-3E75-68C7-0D1B-3AC323A3A189}"/>
          </ac:spMkLst>
        </pc:spChg>
        <pc:spChg chg="mod topLvl">
          <ac:chgData name="Ryan Voget" userId="b9ec8ef93362921d" providerId="LiveId" clId="{0330F05F-4F60-4B27-9207-172470496696}" dt="2026-06-01T05:54:02.756" v="21997" actId="164"/>
          <ac:spMkLst>
            <pc:docMk/>
            <pc:sldMk cId="2667381221" sldId="286"/>
            <ac:spMk id="59" creationId="{6ECEB149-4079-4384-FBB9-2433F30CC052}"/>
          </ac:spMkLst>
        </pc:spChg>
        <pc:spChg chg="mod topLvl">
          <ac:chgData name="Ryan Voget" userId="b9ec8ef93362921d" providerId="LiveId" clId="{0330F05F-4F60-4B27-9207-172470496696}" dt="2026-06-01T05:54:02.756" v="21997" actId="164"/>
          <ac:spMkLst>
            <pc:docMk/>
            <pc:sldMk cId="2667381221" sldId="286"/>
            <ac:spMk id="60" creationId="{5E3D779D-C742-6F10-986E-DF6CDC8A7A8D}"/>
          </ac:spMkLst>
        </pc:spChg>
        <pc:grpChg chg="add mod">
          <ac:chgData name="Ryan Voget" userId="b9ec8ef93362921d" providerId="LiveId" clId="{0330F05F-4F60-4B27-9207-172470496696}" dt="2026-06-01T05:54:02.756" v="21997" actId="164"/>
          <ac:grpSpMkLst>
            <pc:docMk/>
            <pc:sldMk cId="2667381221" sldId="286"/>
            <ac:grpSpMk id="61" creationId="{F9CCA266-D76E-04EF-D804-C3E3CDEB1071}"/>
          </ac:grpSpMkLst>
        </pc:grpChg>
      </pc:sldChg>
      <pc:sldChg chg="addSp delSp modSp add mod">
        <pc:chgData name="Ryan Voget" userId="b9ec8ef93362921d" providerId="LiveId" clId="{0330F05F-4F60-4B27-9207-172470496696}" dt="2026-06-01T06:07:46.967" v="22347" actId="1076"/>
        <pc:sldMkLst>
          <pc:docMk/>
          <pc:sldMk cId="1422248989" sldId="287"/>
        </pc:sldMkLst>
        <pc:spChg chg="add mod">
          <ac:chgData name="Ryan Voget" userId="b9ec8ef93362921d" providerId="LiveId" clId="{0330F05F-4F60-4B27-9207-172470496696}" dt="2026-06-01T06:07:36.016" v="22346" actId="164"/>
          <ac:spMkLst>
            <pc:docMk/>
            <pc:sldMk cId="1422248989" sldId="287"/>
            <ac:spMk id="4" creationId="{7E1AFB78-C3BC-5E09-CD16-04586F73DFB0}"/>
          </ac:spMkLst>
        </pc:spChg>
        <pc:spChg chg="add mod ord">
          <ac:chgData name="Ryan Voget" userId="b9ec8ef93362921d" providerId="LiveId" clId="{0330F05F-4F60-4B27-9207-172470496696}" dt="2026-06-01T06:06:26.279" v="22334" actId="164"/>
          <ac:spMkLst>
            <pc:docMk/>
            <pc:sldMk cId="1422248989" sldId="287"/>
            <ac:spMk id="6" creationId="{FE182E0D-C278-81BE-EA0D-4CE1B60CCA3E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7" creationId="{D0147C35-A37C-155A-C27B-DFCD16238765}"/>
          </ac:spMkLst>
        </pc:spChg>
        <pc:spChg chg="mod">
          <ac:chgData name="Ryan Voget" userId="b9ec8ef93362921d" providerId="LiveId" clId="{0330F05F-4F60-4B27-9207-172470496696}" dt="2026-06-01T06:07:31.372" v="22345" actId="1076"/>
          <ac:spMkLst>
            <pc:docMk/>
            <pc:sldMk cId="1422248989" sldId="287"/>
            <ac:spMk id="9" creationId="{1688C4A9-6221-1DA4-EFE3-EB5F53DD3ACC}"/>
          </ac:spMkLst>
        </pc:spChg>
        <pc:spChg chg="add mod">
          <ac:chgData name="Ryan Voget" userId="b9ec8ef93362921d" providerId="LiveId" clId="{0330F05F-4F60-4B27-9207-172470496696}" dt="2026-06-01T06:07:36.016" v="22346" actId="164"/>
          <ac:spMkLst>
            <pc:docMk/>
            <pc:sldMk cId="1422248989" sldId="287"/>
            <ac:spMk id="11" creationId="{BC1E220E-DD77-4199-A598-2CC260891054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12" creationId="{851A7379-9233-AD97-003F-60F8F04F6F5E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13" creationId="{9BB5BB3F-236B-27D8-CAC5-443D3C0B7410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14" creationId="{DAD11E68-3DC5-895B-936F-0594A9D00FF3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15" creationId="{200E6813-FA44-5D89-6F75-924E10462530}"/>
          </ac:spMkLst>
        </pc:spChg>
        <pc:spChg chg="add mod">
          <ac:chgData name="Ryan Voget" userId="b9ec8ef93362921d" providerId="LiveId" clId="{0330F05F-4F60-4B27-9207-172470496696}" dt="2026-06-01T06:02:22.812" v="22223" actId="164"/>
          <ac:spMkLst>
            <pc:docMk/>
            <pc:sldMk cId="1422248989" sldId="287"/>
            <ac:spMk id="16" creationId="{26A30456-48A8-AE02-8A11-CE7C5EC2667B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19" creationId="{51D4E722-223F-0D2A-72B3-55B824DFD683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20" creationId="{2141D523-8728-006F-F3C7-6DB20D32945D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21" creationId="{4C1B845D-159B-13AD-838E-AB596D31C03A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22" creationId="{F674CDF9-5919-ED41-50F3-E66DEFD046B6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23" creationId="{367611B6-0F5B-A7C3-B012-62E3E63F4796}"/>
          </ac:spMkLst>
        </pc:spChg>
        <pc:spChg chg="mod">
          <ac:chgData name="Ryan Voget" userId="b9ec8ef93362921d" providerId="LiveId" clId="{0330F05F-4F60-4B27-9207-172470496696}" dt="2026-06-01T06:02:23.895" v="22224"/>
          <ac:spMkLst>
            <pc:docMk/>
            <pc:sldMk cId="1422248989" sldId="287"/>
            <ac:spMk id="24" creationId="{FDFF34E7-86E3-FCD2-FDEE-B8F4708D7204}"/>
          </ac:spMkLst>
        </pc:spChg>
        <pc:spChg chg="add mod">
          <ac:chgData name="Ryan Voget" userId="b9ec8ef93362921d" providerId="LiveId" clId="{0330F05F-4F60-4B27-9207-172470496696}" dt="2026-06-01T06:06:26.279" v="22334" actId="164"/>
          <ac:spMkLst>
            <pc:docMk/>
            <pc:sldMk cId="1422248989" sldId="287"/>
            <ac:spMk id="25" creationId="{5634D7B7-2248-43B7-4963-03FAE3488EA3}"/>
          </ac:spMkLst>
        </pc:spChg>
        <pc:spChg chg="add mod ord">
          <ac:chgData name="Ryan Voget" userId="b9ec8ef93362921d" providerId="LiveId" clId="{0330F05F-4F60-4B27-9207-172470496696}" dt="2026-06-01T06:07:36.016" v="22346" actId="164"/>
          <ac:spMkLst>
            <pc:docMk/>
            <pc:sldMk cId="1422248989" sldId="287"/>
            <ac:spMk id="26" creationId="{D97630C1-9580-FF37-0FB0-804E0E2DF24E}"/>
          </ac:spMkLst>
        </pc:spChg>
        <pc:spChg chg="add mod">
          <ac:chgData name="Ryan Voget" userId="b9ec8ef93362921d" providerId="LiveId" clId="{0330F05F-4F60-4B27-9207-172470496696}" dt="2026-06-01T06:07:36.016" v="22346" actId="164"/>
          <ac:spMkLst>
            <pc:docMk/>
            <pc:sldMk cId="1422248989" sldId="287"/>
            <ac:spMk id="28" creationId="{D00B6964-DAA6-63E9-DBB6-361691C83FD5}"/>
          </ac:spMkLst>
        </pc:spChg>
        <pc:spChg chg="add mod">
          <ac:chgData name="Ryan Voget" userId="b9ec8ef93362921d" providerId="LiveId" clId="{0330F05F-4F60-4B27-9207-172470496696}" dt="2026-06-01T06:07:36.016" v="22346" actId="164"/>
          <ac:spMkLst>
            <pc:docMk/>
            <pc:sldMk cId="1422248989" sldId="287"/>
            <ac:spMk id="30" creationId="{751D3489-861B-DC59-1827-A09DFBCD0037}"/>
          </ac:spMkLst>
        </pc:spChg>
        <pc:grpChg chg="add mod">
          <ac:chgData name="Ryan Voget" userId="b9ec8ef93362921d" providerId="LiveId" clId="{0330F05F-4F60-4B27-9207-172470496696}" dt="2026-06-01T06:06:26.279" v="22334" actId="164"/>
          <ac:grpSpMkLst>
            <pc:docMk/>
            <pc:sldMk cId="1422248989" sldId="287"/>
            <ac:grpSpMk id="17" creationId="{B7A90DF1-61C8-74A7-B9A1-F8920F7E662E}"/>
          </ac:grpSpMkLst>
        </pc:grpChg>
        <pc:grpChg chg="add mod">
          <ac:chgData name="Ryan Voget" userId="b9ec8ef93362921d" providerId="LiveId" clId="{0330F05F-4F60-4B27-9207-172470496696}" dt="2026-06-01T06:06:26.279" v="22334" actId="164"/>
          <ac:grpSpMkLst>
            <pc:docMk/>
            <pc:sldMk cId="1422248989" sldId="287"/>
            <ac:grpSpMk id="18" creationId="{4E880E1A-BBE6-D199-CE2E-31D2D635217A}"/>
          </ac:grpSpMkLst>
        </pc:grpChg>
        <pc:grpChg chg="add mod ord">
          <ac:chgData name="Ryan Voget" userId="b9ec8ef93362921d" providerId="LiveId" clId="{0330F05F-4F60-4B27-9207-172470496696}" dt="2026-06-01T06:07:36.016" v="22346" actId="164"/>
          <ac:grpSpMkLst>
            <pc:docMk/>
            <pc:sldMk cId="1422248989" sldId="287"/>
            <ac:grpSpMk id="29" creationId="{E6ED3601-1000-150B-780F-D1C1D95A11B3}"/>
          </ac:grpSpMkLst>
        </pc:grpChg>
        <pc:grpChg chg="add mod">
          <ac:chgData name="Ryan Voget" userId="b9ec8ef93362921d" providerId="LiveId" clId="{0330F05F-4F60-4B27-9207-172470496696}" dt="2026-06-01T06:07:46.967" v="22347" actId="1076"/>
          <ac:grpSpMkLst>
            <pc:docMk/>
            <pc:sldMk cId="1422248989" sldId="287"/>
            <ac:grpSpMk id="31" creationId="{22BA43ED-555B-BE47-7998-277560D28BBE}"/>
          </ac:grpSpMkLst>
        </pc:grpChg>
      </pc:sldChg>
      <pc:sldChg chg="addSp delSp modSp add mod">
        <pc:chgData name="Ryan Voget" userId="b9ec8ef93362921d" providerId="LiveId" clId="{0330F05F-4F60-4B27-9207-172470496696}" dt="2026-06-01T06:16:12.771" v="24062" actId="1076"/>
        <pc:sldMkLst>
          <pc:docMk/>
          <pc:sldMk cId="3284556530" sldId="288"/>
        </pc:sldMkLst>
        <pc:spChg chg="mod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3" creationId="{4F334C25-5CD8-0802-55A5-91F8F17F7BF5}"/>
          </ac:spMkLst>
        </pc:spChg>
        <pc:spChg chg="mod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5" creationId="{FA64A5F1-DB6F-69A7-DAD7-8E94AC9A48CE}"/>
          </ac:spMkLst>
        </pc:spChg>
        <pc:spChg chg="mod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6" creationId="{200C3DCE-3461-4412-C9BC-ADD49AF9DB58}"/>
          </ac:spMkLst>
        </pc:spChg>
        <pc:spChg chg="mod topLvl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7" creationId="{C6498750-2757-5067-99B6-8CD74D24CE88}"/>
          </ac:spMkLst>
        </pc:spChg>
        <pc:spChg chg="mod topLvl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8" creationId="{1AC9B77B-56EF-DC33-7EA2-B3791B4E8F1A}"/>
          </ac:spMkLst>
        </pc:spChg>
        <pc:spChg chg="mod">
          <ac:chgData name="Ryan Voget" userId="b9ec8ef93362921d" providerId="LiveId" clId="{0330F05F-4F60-4B27-9207-172470496696}" dt="2026-06-01T06:08:40.443" v="22366" actId="20577"/>
          <ac:spMkLst>
            <pc:docMk/>
            <pc:sldMk cId="3284556530" sldId="288"/>
            <ac:spMk id="9" creationId="{FF2216A5-2929-7AE3-525F-3166B9FC2317}"/>
          </ac:spMkLst>
        </pc:spChg>
        <pc:spChg chg="mod">
          <ac:chgData name="Ryan Voget" userId="b9ec8ef93362921d" providerId="LiveId" clId="{0330F05F-4F60-4B27-9207-172470496696}" dt="2026-06-01T06:10:46.106" v="23203" actId="207"/>
          <ac:spMkLst>
            <pc:docMk/>
            <pc:sldMk cId="3284556530" sldId="288"/>
            <ac:spMk id="10" creationId="{E998A38A-B29F-40C0-1389-D7812D95DFF5}"/>
          </ac:spMkLst>
        </pc:spChg>
        <pc:spChg chg="mod">
          <ac:chgData name="Ryan Voget" userId="b9ec8ef93362921d" providerId="LiveId" clId="{0330F05F-4F60-4B27-9207-172470496696}" dt="2026-06-01T06:10:06.274" v="22802" actId="207"/>
          <ac:spMkLst>
            <pc:docMk/>
            <pc:sldMk cId="3284556530" sldId="288"/>
            <ac:spMk id="13" creationId="{81914E2A-0472-7104-3BB1-3DD25EABBB74}"/>
          </ac:spMkLst>
        </pc:spChg>
        <pc:spChg chg="mod">
          <ac:chgData name="Ryan Voget" userId="b9ec8ef93362921d" providerId="LiveId" clId="{0330F05F-4F60-4B27-9207-172470496696}" dt="2026-06-01T06:09:43.701" v="22646" actId="207"/>
          <ac:spMkLst>
            <pc:docMk/>
            <pc:sldMk cId="3284556530" sldId="288"/>
            <ac:spMk id="14" creationId="{84FCA863-B185-75C1-A65E-29101EEB6CB4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15" creationId="{E3C5E515-9FC1-2A5B-9244-87B6EE9AAB81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17" creationId="{304CD7EB-6DBB-7950-263D-D9046102FD69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19" creationId="{8C62D6FE-6BC2-53FA-C744-5D102AF8BE3D}"/>
          </ac:spMkLst>
        </pc:spChg>
        <pc:spChg chg="mod">
          <ac:chgData name="Ryan Voget" userId="b9ec8ef93362921d" providerId="LiveId" clId="{0330F05F-4F60-4B27-9207-172470496696}" dt="2026-06-01T06:09:48.764" v="22647" actId="207"/>
          <ac:spMkLst>
            <pc:docMk/>
            <pc:sldMk cId="3284556530" sldId="288"/>
            <ac:spMk id="20" creationId="{AFD34C63-E268-7922-B160-A0B8D6621F0A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21" creationId="{3B7AAAFD-A92D-A010-8679-BBB3AE7F820B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22" creationId="{A4E3FD5D-A3C4-73CC-7640-DCA7B23710C5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23" creationId="{4FFC96EC-01D1-A45D-C8F8-A161745B9D62}"/>
          </ac:spMkLst>
        </pc:spChg>
        <pc:spChg chg="mod">
          <ac:chgData name="Ryan Voget" userId="b9ec8ef93362921d" providerId="LiveId" clId="{0330F05F-4F60-4B27-9207-172470496696}" dt="2026-06-01T06:08:59.376" v="22368" actId="165"/>
          <ac:spMkLst>
            <pc:docMk/>
            <pc:sldMk cId="3284556530" sldId="288"/>
            <ac:spMk id="25" creationId="{15F34A13-F8BA-D85D-0D5E-3ABCC478E5D3}"/>
          </ac:spMkLst>
        </pc:spChg>
        <pc:spChg chg="add mod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26" creationId="{20B2E80B-2CE0-F3B3-E459-548DAD7A568D}"/>
          </ac:spMkLst>
        </pc:spChg>
        <pc:spChg chg="add mod">
          <ac:chgData name="Ryan Voget" userId="b9ec8ef93362921d" providerId="LiveId" clId="{0330F05F-4F60-4B27-9207-172470496696}" dt="2026-06-01T06:16:08.153" v="24061" actId="164"/>
          <ac:spMkLst>
            <pc:docMk/>
            <pc:sldMk cId="3284556530" sldId="288"/>
            <ac:spMk id="28" creationId="{96B10E7B-70C1-2651-A03C-FA1689363543}"/>
          </ac:spMkLst>
        </pc:spChg>
        <pc:spChg chg="add mod">
          <ac:chgData name="Ryan Voget" userId="b9ec8ef93362921d" providerId="LiveId" clId="{0330F05F-4F60-4B27-9207-172470496696}" dt="2026-06-01T06:15:24.984" v="24052" actId="164"/>
          <ac:spMkLst>
            <pc:docMk/>
            <pc:sldMk cId="3284556530" sldId="288"/>
            <ac:spMk id="30" creationId="{2A02386F-107F-9FC2-7522-BF3EF5F42FAA}"/>
          </ac:spMkLst>
        </pc:spChg>
        <pc:spChg chg="add mod">
          <ac:chgData name="Ryan Voget" userId="b9ec8ef93362921d" providerId="LiveId" clId="{0330F05F-4F60-4B27-9207-172470496696}" dt="2026-06-01T06:15:24.984" v="24052" actId="164"/>
          <ac:spMkLst>
            <pc:docMk/>
            <pc:sldMk cId="3284556530" sldId="288"/>
            <ac:spMk id="35" creationId="{1D63E82D-3D5C-14E1-8DB4-A1BF3D6F72EF}"/>
          </ac:spMkLst>
        </pc:spChg>
        <pc:spChg chg="add mod">
          <ac:chgData name="Ryan Voget" userId="b9ec8ef93362921d" providerId="LiveId" clId="{0330F05F-4F60-4B27-9207-172470496696}" dt="2026-06-01T06:15:24.984" v="24052" actId="164"/>
          <ac:spMkLst>
            <pc:docMk/>
            <pc:sldMk cId="3284556530" sldId="288"/>
            <ac:spMk id="36" creationId="{4B4C2729-9646-253A-7093-E21F50B442B0}"/>
          </ac:spMkLst>
        </pc:spChg>
        <pc:spChg chg="add mod">
          <ac:chgData name="Ryan Voget" userId="b9ec8ef93362921d" providerId="LiveId" clId="{0330F05F-4F60-4B27-9207-172470496696}" dt="2026-06-01T06:15:24.984" v="24052" actId="164"/>
          <ac:spMkLst>
            <pc:docMk/>
            <pc:sldMk cId="3284556530" sldId="288"/>
            <ac:spMk id="37" creationId="{0EDF7CEB-13AB-8ECB-FBC5-F4671D958FA2}"/>
          </ac:spMkLst>
        </pc:spChg>
        <pc:spChg chg="add mod">
          <ac:chgData name="Ryan Voget" userId="b9ec8ef93362921d" providerId="LiveId" clId="{0330F05F-4F60-4B27-9207-172470496696}" dt="2026-06-01T06:15:24.984" v="24052" actId="164"/>
          <ac:spMkLst>
            <pc:docMk/>
            <pc:sldMk cId="3284556530" sldId="288"/>
            <ac:spMk id="38" creationId="{1317699A-33D1-D7A0-BC36-DE49F9D97B14}"/>
          </ac:spMkLst>
        </pc:spChg>
        <pc:spChg chg="mod">
          <ac:chgData name="Ryan Voget" userId="b9ec8ef93362921d" providerId="LiveId" clId="{0330F05F-4F60-4B27-9207-172470496696}" dt="2026-06-01T06:15:26.094" v="24053"/>
          <ac:spMkLst>
            <pc:docMk/>
            <pc:sldMk cId="3284556530" sldId="288"/>
            <ac:spMk id="41" creationId="{33456A40-2C5F-4D2E-C81B-65A2A05A383E}"/>
          </ac:spMkLst>
        </pc:spChg>
        <pc:spChg chg="mod">
          <ac:chgData name="Ryan Voget" userId="b9ec8ef93362921d" providerId="LiveId" clId="{0330F05F-4F60-4B27-9207-172470496696}" dt="2026-06-01T06:15:26.094" v="24053"/>
          <ac:spMkLst>
            <pc:docMk/>
            <pc:sldMk cId="3284556530" sldId="288"/>
            <ac:spMk id="42" creationId="{36CF7FFD-7D15-A2E8-B436-6BCB82B9BEE0}"/>
          </ac:spMkLst>
        </pc:spChg>
        <pc:spChg chg="mod">
          <ac:chgData name="Ryan Voget" userId="b9ec8ef93362921d" providerId="LiveId" clId="{0330F05F-4F60-4B27-9207-172470496696}" dt="2026-06-01T06:15:26.094" v="24053"/>
          <ac:spMkLst>
            <pc:docMk/>
            <pc:sldMk cId="3284556530" sldId="288"/>
            <ac:spMk id="43" creationId="{45A61E1F-031F-C5B2-EB8A-822BEC3B7547}"/>
          </ac:spMkLst>
        </pc:spChg>
        <pc:spChg chg="mod">
          <ac:chgData name="Ryan Voget" userId="b9ec8ef93362921d" providerId="LiveId" clId="{0330F05F-4F60-4B27-9207-172470496696}" dt="2026-06-01T06:15:26.094" v="24053"/>
          <ac:spMkLst>
            <pc:docMk/>
            <pc:sldMk cId="3284556530" sldId="288"/>
            <ac:spMk id="44" creationId="{05F57121-157E-5EFF-CED0-01FFBAFE1191}"/>
          </ac:spMkLst>
        </pc:spChg>
        <pc:spChg chg="mod">
          <ac:chgData name="Ryan Voget" userId="b9ec8ef93362921d" providerId="LiveId" clId="{0330F05F-4F60-4B27-9207-172470496696}" dt="2026-06-01T06:15:26.094" v="24053"/>
          <ac:spMkLst>
            <pc:docMk/>
            <pc:sldMk cId="3284556530" sldId="288"/>
            <ac:spMk id="45" creationId="{B022655B-6966-8F27-605D-233C614A5D8F}"/>
          </ac:spMkLst>
        </pc:spChg>
        <pc:grpChg chg="mod">
          <ac:chgData name="Ryan Voget" userId="b9ec8ef93362921d" providerId="LiveId" clId="{0330F05F-4F60-4B27-9207-172470496696}" dt="2026-06-01T06:16:08.153" v="24061" actId="164"/>
          <ac:grpSpMkLst>
            <pc:docMk/>
            <pc:sldMk cId="3284556530" sldId="288"/>
            <ac:grpSpMk id="4" creationId="{75E935E3-88F1-CCA3-C70C-895E23C046F7}"/>
          </ac:grpSpMkLst>
        </pc:grpChg>
        <pc:grpChg chg="add mod">
          <ac:chgData name="Ryan Voget" userId="b9ec8ef93362921d" providerId="LiveId" clId="{0330F05F-4F60-4B27-9207-172470496696}" dt="2026-06-01T06:16:08.153" v="24061" actId="164"/>
          <ac:grpSpMkLst>
            <pc:docMk/>
            <pc:sldMk cId="3284556530" sldId="288"/>
            <ac:grpSpMk id="39" creationId="{68528E28-F740-54F4-A6A8-E99C53351B5A}"/>
          </ac:grpSpMkLst>
        </pc:grpChg>
        <pc:grpChg chg="add mod">
          <ac:chgData name="Ryan Voget" userId="b9ec8ef93362921d" providerId="LiveId" clId="{0330F05F-4F60-4B27-9207-172470496696}" dt="2026-06-01T06:15:54.488" v="24060" actId="688"/>
          <ac:grpSpMkLst>
            <pc:docMk/>
            <pc:sldMk cId="3284556530" sldId="288"/>
            <ac:grpSpMk id="40" creationId="{9288321F-EE9E-BD38-C140-C27F11D5D3A3}"/>
          </ac:grpSpMkLst>
        </pc:grpChg>
        <pc:grpChg chg="add mod">
          <ac:chgData name="Ryan Voget" userId="b9ec8ef93362921d" providerId="LiveId" clId="{0330F05F-4F60-4B27-9207-172470496696}" dt="2026-06-01T06:16:12.771" v="24062" actId="1076"/>
          <ac:grpSpMkLst>
            <pc:docMk/>
            <pc:sldMk cId="3284556530" sldId="288"/>
            <ac:grpSpMk id="46" creationId="{58A1F791-2E7B-FA3B-7DC9-1E58D2149527}"/>
          </ac:grpSpMkLst>
        </pc:grpChg>
      </pc:sldChg>
      <pc:sldChg chg="addSp delSp modSp add mod">
        <pc:chgData name="Ryan Voget" userId="b9ec8ef93362921d" providerId="LiveId" clId="{0330F05F-4F60-4B27-9207-172470496696}" dt="2026-06-02T01:16:01.733" v="24192" actId="164"/>
        <pc:sldMkLst>
          <pc:docMk/>
          <pc:sldMk cId="2565360363" sldId="289"/>
        </pc:sldMkLst>
        <pc:spChg chg="add del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2" creationId="{BF82EB76-C700-4A16-DA7A-942820CD7961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3" creationId="{2036CFBF-3EEE-544F-E9AE-52C788EEFB7E}"/>
          </ac:spMkLst>
        </pc:spChg>
        <pc:spChg chg="mod">
          <ac:chgData name="Ryan Voget" userId="b9ec8ef93362921d" providerId="LiveId" clId="{0330F05F-4F60-4B27-9207-172470496696}" dt="2026-06-02T01:03:53.646" v="24087" actId="1076"/>
          <ac:spMkLst>
            <pc:docMk/>
            <pc:sldMk cId="2565360363" sldId="289"/>
            <ac:spMk id="9" creationId="{E2DB3A2A-80D3-F94D-AD1D-34B77A288244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27" creationId="{88AE63D2-57F8-08ED-9C56-EF73D141105C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32" creationId="{DDBD55F2-6168-9852-64C9-E53DE5AE2E21}"/>
          </ac:spMkLst>
        </pc:spChg>
        <pc:spChg chg="add del">
          <ac:chgData name="Ryan Voget" userId="b9ec8ef93362921d" providerId="LiveId" clId="{0330F05F-4F60-4B27-9207-172470496696}" dt="2026-06-02T01:09:54.381" v="24129" actId="11529"/>
          <ac:spMkLst>
            <pc:docMk/>
            <pc:sldMk cId="2565360363" sldId="289"/>
            <ac:spMk id="33" creationId="{6420721C-00EF-1B13-FC1A-3EDBBCD5FC1A}"/>
          </ac:spMkLst>
        </pc:spChg>
        <pc:spChg chg="add del mod">
          <ac:chgData name="Ryan Voget" userId="b9ec8ef93362921d" providerId="LiveId" clId="{0330F05F-4F60-4B27-9207-172470496696}" dt="2026-06-02T01:13:42.505" v="24165" actId="478"/>
          <ac:spMkLst>
            <pc:docMk/>
            <pc:sldMk cId="2565360363" sldId="289"/>
            <ac:spMk id="34" creationId="{DDDCC626-698C-0DCB-C050-6E8A28F92610}"/>
          </ac:spMkLst>
        </pc:spChg>
        <pc:spChg chg="add del mod">
          <ac:chgData name="Ryan Voget" userId="b9ec8ef93362921d" providerId="LiveId" clId="{0330F05F-4F60-4B27-9207-172470496696}" dt="2026-06-02T01:13:44.907" v="24168" actId="478"/>
          <ac:spMkLst>
            <pc:docMk/>
            <pc:sldMk cId="2565360363" sldId="289"/>
            <ac:spMk id="35" creationId="{D9A497DA-64B9-99D3-6FF8-7BA08C4E6334}"/>
          </ac:spMkLst>
        </pc:spChg>
        <pc:spChg chg="add del mod">
          <ac:chgData name="Ryan Voget" userId="b9ec8ef93362921d" providerId="LiveId" clId="{0330F05F-4F60-4B27-9207-172470496696}" dt="2026-06-02T01:13:43.426" v="24166" actId="478"/>
          <ac:spMkLst>
            <pc:docMk/>
            <pc:sldMk cId="2565360363" sldId="289"/>
            <ac:spMk id="36" creationId="{D4B01B8C-05D6-8064-3677-8496FD058DF9}"/>
          </ac:spMkLst>
        </pc:spChg>
        <pc:spChg chg="add del mod">
          <ac:chgData name="Ryan Voget" userId="b9ec8ef93362921d" providerId="LiveId" clId="{0330F05F-4F60-4B27-9207-172470496696}" dt="2026-06-02T01:13:44.207" v="24167" actId="478"/>
          <ac:spMkLst>
            <pc:docMk/>
            <pc:sldMk cId="2565360363" sldId="289"/>
            <ac:spMk id="37" creationId="{C7764558-44EF-0DD8-4FAB-9552313ECE82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38" creationId="{AC54D9E2-FE96-B76B-0611-0B20065D9E8E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39" creationId="{4C0CA629-3A5F-6696-60DD-4C84D88C46E2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40" creationId="{9A75D4B2-7465-1A39-2B40-DB596AE5B119}"/>
          </ac:spMkLst>
        </pc:spChg>
        <pc:spChg chg="add del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41" creationId="{891A8074-F602-7076-8E46-EBB18601E78A}"/>
          </ac:spMkLst>
        </pc:spChg>
        <pc:spChg chg="add mod">
          <ac:chgData name="Ryan Voget" userId="b9ec8ef93362921d" providerId="LiveId" clId="{0330F05F-4F60-4B27-9207-172470496696}" dt="2026-06-02T01:16:01.733" v="24192" actId="164"/>
          <ac:spMkLst>
            <pc:docMk/>
            <pc:sldMk cId="2565360363" sldId="289"/>
            <ac:spMk id="42" creationId="{594CABCF-EBBF-CDC5-EAF3-2559181F7A98}"/>
          </ac:spMkLst>
        </pc:spChg>
        <pc:grpChg chg="del">
          <ac:chgData name="Ryan Voget" userId="b9ec8ef93362921d" providerId="LiveId" clId="{0330F05F-4F60-4B27-9207-172470496696}" dt="2026-06-02T01:03:56.286" v="24088" actId="478"/>
          <ac:grpSpMkLst>
            <pc:docMk/>
            <pc:sldMk cId="2565360363" sldId="289"/>
            <ac:grpSpMk id="31" creationId="{B4A6033A-2555-E5C3-46F8-297A69B9C3F8}"/>
          </ac:grpSpMkLst>
        </pc:grpChg>
        <pc:grpChg chg="add mod">
          <ac:chgData name="Ryan Voget" userId="b9ec8ef93362921d" providerId="LiveId" clId="{0330F05F-4F60-4B27-9207-172470496696}" dt="2026-06-02T01:16:01.733" v="24192" actId="164"/>
          <ac:grpSpMkLst>
            <pc:docMk/>
            <pc:sldMk cId="2565360363" sldId="289"/>
            <ac:grpSpMk id="43" creationId="{6537C35D-4789-BF8F-B09F-2F338304A998}"/>
          </ac:grpSpMkLst>
        </pc:grpChg>
        <pc:cxnChg chg="add del mod">
          <ac:chgData name="Ryan Voget" userId="b9ec8ef93362921d" providerId="LiveId" clId="{0330F05F-4F60-4B27-9207-172470496696}" dt="2026-06-02T01:09:13.169" v="24118" actId="478"/>
          <ac:cxnSpMkLst>
            <pc:docMk/>
            <pc:sldMk cId="2565360363" sldId="289"/>
            <ac:cxnSpMk id="8" creationId="{1E8963C3-506B-595B-2E0F-325C9C29108B}"/>
          </ac:cxnSpMkLst>
        </pc:cxnChg>
        <pc:cxnChg chg="add del mod">
          <ac:chgData name="Ryan Voget" userId="b9ec8ef93362921d" providerId="LiveId" clId="{0330F05F-4F60-4B27-9207-172470496696}" dt="2026-06-02T01:09:13.884" v="24119" actId="478"/>
          <ac:cxnSpMkLst>
            <pc:docMk/>
            <pc:sldMk cId="2565360363" sldId="289"/>
            <ac:cxnSpMk id="10" creationId="{CD5F7862-C1B6-2EB2-EFF4-EF8172E502D7}"/>
          </ac:cxnSpMkLst>
        </pc:cxnChg>
      </pc:sldChg>
      <pc:sldChg chg="addSp delSp modSp add mod">
        <pc:chgData name="Ryan Voget" userId="b9ec8ef93362921d" providerId="LiveId" clId="{0330F05F-4F60-4B27-9207-172470496696}" dt="2026-06-02T01:54:09.364" v="24668" actId="1076"/>
        <pc:sldMkLst>
          <pc:docMk/>
          <pc:sldMk cId="2833444582" sldId="290"/>
        </pc:sldMkLst>
        <pc:spChg chg="add del mod topLvl">
          <ac:chgData name="Ryan Voget" userId="b9ec8ef93362921d" providerId="LiveId" clId="{0330F05F-4F60-4B27-9207-172470496696}" dt="2026-06-02T01:30:21.734" v="24328" actId="478"/>
          <ac:spMkLst>
            <pc:docMk/>
            <pc:sldMk cId="2833444582" sldId="290"/>
            <ac:spMk id="4" creationId="{1D43148B-26BF-7063-80A6-C7FDDB4E1959}"/>
          </ac:spMkLst>
        </pc:spChg>
        <pc:spChg chg="add del mod">
          <ac:chgData name="Ryan Voget" userId="b9ec8ef93362921d" providerId="LiveId" clId="{0330F05F-4F60-4B27-9207-172470496696}" dt="2026-06-02T01:22:28.271" v="24220" actId="478"/>
          <ac:spMkLst>
            <pc:docMk/>
            <pc:sldMk cId="2833444582" sldId="290"/>
            <ac:spMk id="5" creationId="{EF097B13-C0C7-719E-131C-886376BE3EF9}"/>
          </ac:spMkLst>
        </pc:spChg>
        <pc:spChg chg="add 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6" creationId="{4B102EC9-01B8-46A5-A16F-F60012BC3803}"/>
          </ac:spMkLst>
        </pc:spChg>
        <pc:spChg chg="add 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7" creationId="{46EBEEC8-7418-5663-EE7B-4D69D72207F3}"/>
          </ac:spMkLst>
        </pc:spChg>
        <pc:spChg chg="add 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8" creationId="{F1FF33FB-4575-853C-127B-CE06463F9A86}"/>
          </ac:spMkLst>
        </pc:spChg>
        <pc:spChg chg="mod">
          <ac:chgData name="Ryan Voget" userId="b9ec8ef93362921d" providerId="LiveId" clId="{0330F05F-4F60-4B27-9207-172470496696}" dt="2026-06-02T01:53:55.840" v="24666" actId="1076"/>
          <ac:spMkLst>
            <pc:docMk/>
            <pc:sldMk cId="2833444582" sldId="290"/>
            <ac:spMk id="9" creationId="{4D177C28-83F6-6722-E448-3924833B1CD6}"/>
          </ac:spMkLst>
        </pc:spChg>
        <pc:spChg chg="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12" creationId="{9DF709E9-AEE7-2D59-3B47-3A56C83A62C6}"/>
          </ac:spMkLst>
        </pc:spChg>
        <pc:spChg chg="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13" creationId="{4881CE0A-E765-E0F9-9E7B-5A58D9E52FA8}"/>
          </ac:spMkLst>
        </pc:spChg>
        <pc:spChg chg="mod">
          <ac:chgData name="Ryan Voget" userId="b9ec8ef93362921d" providerId="LiveId" clId="{0330F05F-4F60-4B27-9207-172470496696}" dt="2026-06-02T01:27:22.899" v="24271" actId="165"/>
          <ac:spMkLst>
            <pc:docMk/>
            <pc:sldMk cId="2833444582" sldId="290"/>
            <ac:spMk id="14" creationId="{8EB591A5-FB0D-137B-9B83-C6BCAE80C365}"/>
          </ac:spMkLst>
        </pc:spChg>
        <pc:spChg chg="add del mod ord">
          <ac:chgData name="Ryan Voget" userId="b9ec8ef93362921d" providerId="LiveId" clId="{0330F05F-4F60-4B27-9207-172470496696}" dt="2026-06-02T01:27:12.021" v="24268" actId="478"/>
          <ac:spMkLst>
            <pc:docMk/>
            <pc:sldMk cId="2833444582" sldId="290"/>
            <ac:spMk id="15" creationId="{44BE0CFF-5005-CBE8-E2CA-E1152DFDAF81}"/>
          </ac:spMkLst>
        </pc:spChg>
        <pc:spChg chg="add del mod">
          <ac:chgData name="Ryan Voget" userId="b9ec8ef93362921d" providerId="LiveId" clId="{0330F05F-4F60-4B27-9207-172470496696}" dt="2026-06-02T01:27:05.902" v="24267" actId="478"/>
          <ac:spMkLst>
            <pc:docMk/>
            <pc:sldMk cId="2833444582" sldId="290"/>
            <ac:spMk id="16" creationId="{DB449E1C-CCDA-734C-6802-64CDC5E51AA4}"/>
          </ac:spMkLst>
        </pc:spChg>
        <pc:spChg chg="add del mod topLvl">
          <ac:chgData name="Ryan Voget" userId="b9ec8ef93362921d" providerId="LiveId" clId="{0330F05F-4F60-4B27-9207-172470496696}" dt="2026-06-02T01:27:24.690" v="24272" actId="478"/>
          <ac:spMkLst>
            <pc:docMk/>
            <pc:sldMk cId="2833444582" sldId="290"/>
            <ac:spMk id="17" creationId="{B6FBB6A7-17EF-B074-FAC2-22602DD90FF8}"/>
          </ac:spMkLst>
        </pc:spChg>
        <pc:spChg chg="mod topLvl">
          <ac:chgData name="Ryan Voget" userId="b9ec8ef93362921d" providerId="LiveId" clId="{0330F05F-4F60-4B27-9207-172470496696}" dt="2026-06-02T01:30:07.178" v="24323" actId="164"/>
          <ac:spMkLst>
            <pc:docMk/>
            <pc:sldMk cId="2833444582" sldId="290"/>
            <ac:spMk id="20" creationId="{707B8B01-5B4B-D575-E1E1-C1170EF5AB1A}"/>
          </ac:spMkLst>
        </pc:spChg>
        <pc:spChg chg="mod ord topLvl">
          <ac:chgData name="Ryan Voget" userId="b9ec8ef93362921d" providerId="LiveId" clId="{0330F05F-4F60-4B27-9207-172470496696}" dt="2026-06-02T01:30:07.178" v="24323" actId="164"/>
          <ac:spMkLst>
            <pc:docMk/>
            <pc:sldMk cId="2833444582" sldId="290"/>
            <ac:spMk id="21" creationId="{B39EB457-B47C-2A28-54E0-E021AA6E9140}"/>
          </ac:spMkLst>
        </pc:spChg>
        <pc:spChg chg="mod topLvl">
          <ac:chgData name="Ryan Voget" userId="b9ec8ef93362921d" providerId="LiveId" clId="{0330F05F-4F60-4B27-9207-172470496696}" dt="2026-06-02T01:30:07.178" v="24323" actId="164"/>
          <ac:spMkLst>
            <pc:docMk/>
            <pc:sldMk cId="2833444582" sldId="290"/>
            <ac:spMk id="22" creationId="{FA1CB375-B9BC-2D3E-3912-27C617A128B3}"/>
          </ac:spMkLst>
        </pc:spChg>
        <pc:spChg chg="add del mod">
          <ac:chgData name="Ryan Voget" userId="b9ec8ef93362921d" providerId="LiveId" clId="{0330F05F-4F60-4B27-9207-172470496696}" dt="2026-06-02T01:34:02.548" v="24374" actId="478"/>
          <ac:spMkLst>
            <pc:docMk/>
            <pc:sldMk cId="2833444582" sldId="290"/>
            <ac:spMk id="24" creationId="{A0A13DD8-E99A-C54B-B643-FBE13053E912}"/>
          </ac:spMkLst>
        </pc:spChg>
        <pc:spChg chg="add del mod">
          <ac:chgData name="Ryan Voget" userId="b9ec8ef93362921d" providerId="LiveId" clId="{0330F05F-4F60-4B27-9207-172470496696}" dt="2026-06-02T01:33:56.382" v="24372" actId="478"/>
          <ac:spMkLst>
            <pc:docMk/>
            <pc:sldMk cId="2833444582" sldId="290"/>
            <ac:spMk id="25" creationId="{7570D160-9FC5-80E1-3596-AD1974C4A313}"/>
          </ac:spMkLst>
        </pc:spChg>
        <pc:spChg chg="add del mod">
          <ac:chgData name="Ryan Voget" userId="b9ec8ef93362921d" providerId="LiveId" clId="{0330F05F-4F60-4B27-9207-172470496696}" dt="2026-06-02T01:33:56.382" v="24372" actId="478"/>
          <ac:spMkLst>
            <pc:docMk/>
            <pc:sldMk cId="2833444582" sldId="290"/>
            <ac:spMk id="26" creationId="{E3164E70-1A24-5541-94AA-9BA379714C1D}"/>
          </ac:spMkLst>
        </pc:spChg>
        <pc:spChg chg="add del mod">
          <ac:chgData name="Ryan Voget" userId="b9ec8ef93362921d" providerId="LiveId" clId="{0330F05F-4F60-4B27-9207-172470496696}" dt="2026-06-02T01:34:02.007" v="24373" actId="478"/>
          <ac:spMkLst>
            <pc:docMk/>
            <pc:sldMk cId="2833444582" sldId="290"/>
            <ac:spMk id="28" creationId="{41F4D00C-727A-88BC-FBE5-2A83BBD53948}"/>
          </ac:spMkLst>
        </pc:spChg>
        <pc:spChg chg="add del mod ord">
          <ac:chgData name="Ryan Voget" userId="b9ec8ef93362921d" providerId="LiveId" clId="{0330F05F-4F60-4B27-9207-172470496696}" dt="2026-06-02T01:33:56.382" v="24372" actId="478"/>
          <ac:spMkLst>
            <pc:docMk/>
            <pc:sldMk cId="2833444582" sldId="290"/>
            <ac:spMk id="29" creationId="{A80862AA-6B3F-2798-94ED-6F76F4DA5EE2}"/>
          </ac:spMkLst>
        </pc:spChg>
        <pc:spChg chg="add mod">
          <ac:chgData name="Ryan Voget" userId="b9ec8ef93362921d" providerId="LiveId" clId="{0330F05F-4F60-4B27-9207-172470496696}" dt="2026-06-02T01:34:33.789" v="24385" actId="1076"/>
          <ac:spMkLst>
            <pc:docMk/>
            <pc:sldMk cId="2833444582" sldId="290"/>
            <ac:spMk id="30" creationId="{982ABCDB-BE2D-9301-7DB5-0BBCB2AA85F2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31" creationId="{56BA10AF-2EE5-3909-D1A7-28DAEC96547F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33" creationId="{099185A9-EE7D-A6F6-BFD3-3362926A4D3F}"/>
          </ac:spMkLst>
        </pc:spChg>
        <pc:spChg chg="add del mod">
          <ac:chgData name="Ryan Voget" userId="b9ec8ef93362921d" providerId="LiveId" clId="{0330F05F-4F60-4B27-9207-172470496696}" dt="2026-06-02T01:35:52.625" v="24415" actId="21"/>
          <ac:spMkLst>
            <pc:docMk/>
            <pc:sldMk cId="2833444582" sldId="290"/>
            <ac:spMk id="34" creationId="{E7EE4C0E-A5F8-B13B-41CD-D11192A689F8}"/>
          </ac:spMkLst>
        </pc:spChg>
        <pc:spChg chg="add mod">
          <ac:chgData name="Ryan Voget" userId="b9ec8ef93362921d" providerId="LiveId" clId="{0330F05F-4F60-4B27-9207-172470496696}" dt="2026-06-02T01:39:22.743" v="24476" actId="1076"/>
          <ac:spMkLst>
            <pc:docMk/>
            <pc:sldMk cId="2833444582" sldId="290"/>
            <ac:spMk id="35" creationId="{506CAB1B-6F05-265E-8196-627810028DB3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36" creationId="{C2EDF4B5-E3BB-4D04-D002-1E483C324726}"/>
          </ac:spMkLst>
        </pc:spChg>
        <pc:spChg chg="add del mod">
          <ac:chgData name="Ryan Voget" userId="b9ec8ef93362921d" providerId="LiveId" clId="{0330F05F-4F60-4B27-9207-172470496696}" dt="2026-06-02T01:37:29.861" v="24445" actId="478"/>
          <ac:spMkLst>
            <pc:docMk/>
            <pc:sldMk cId="2833444582" sldId="290"/>
            <ac:spMk id="37" creationId="{B851A9C1-A19C-AEBE-F7A1-1E0CFFAEE872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44" creationId="{E908A135-C1D7-230D-11CA-EBF5F868229A}"/>
          </ac:spMkLst>
        </pc:spChg>
        <pc:spChg chg="add mod">
          <ac:chgData name="Ryan Voget" userId="b9ec8ef93362921d" providerId="LiveId" clId="{0330F05F-4F60-4B27-9207-172470496696}" dt="2026-06-02T01:50:55.459" v="24649" actId="1037"/>
          <ac:spMkLst>
            <pc:docMk/>
            <pc:sldMk cId="2833444582" sldId="290"/>
            <ac:spMk id="45" creationId="{ABF6901D-AC38-E341-6410-75F5AD3364AD}"/>
          </ac:spMkLst>
        </pc:spChg>
        <pc:spChg chg="add del mod ord">
          <ac:chgData name="Ryan Voget" userId="b9ec8ef93362921d" providerId="LiveId" clId="{0330F05F-4F60-4B27-9207-172470496696}" dt="2026-06-02T01:40:12.452" v="24501" actId="478"/>
          <ac:spMkLst>
            <pc:docMk/>
            <pc:sldMk cId="2833444582" sldId="290"/>
            <ac:spMk id="46" creationId="{1D0E0DFA-96B4-6F35-45A0-CB4F938CBE16}"/>
          </ac:spMkLst>
        </pc:spChg>
        <pc:spChg chg="add del mod ord">
          <ac:chgData name="Ryan Voget" userId="b9ec8ef93362921d" providerId="LiveId" clId="{0330F05F-4F60-4B27-9207-172470496696}" dt="2026-06-02T01:40:12.849" v="24502" actId="478"/>
          <ac:spMkLst>
            <pc:docMk/>
            <pc:sldMk cId="2833444582" sldId="290"/>
            <ac:spMk id="47" creationId="{C2FCF578-7365-8582-3500-F481CD772267}"/>
          </ac:spMkLst>
        </pc:spChg>
        <pc:spChg chg="add mod ord">
          <ac:chgData name="Ryan Voget" userId="b9ec8ef93362921d" providerId="LiveId" clId="{0330F05F-4F60-4B27-9207-172470496696}" dt="2026-06-02T01:40:56.995" v="24512" actId="1076"/>
          <ac:spMkLst>
            <pc:docMk/>
            <pc:sldMk cId="2833444582" sldId="290"/>
            <ac:spMk id="48" creationId="{A9F40164-A04F-EFA0-1085-99F972043E36}"/>
          </ac:spMkLst>
        </pc:spChg>
        <pc:spChg chg="add mod or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49" creationId="{EDF08350-6F8D-099C-E7A1-A34BCD26CD64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0" creationId="{64F95410-DB74-EE19-822B-3D8BC8E3A593}"/>
          </ac:spMkLst>
        </pc:spChg>
        <pc:spChg chg="add mod ord">
          <ac:chgData name="Ryan Voget" userId="b9ec8ef93362921d" providerId="LiveId" clId="{0330F05F-4F60-4B27-9207-172470496696}" dt="2026-06-02T01:43:44.595" v="24549" actId="207"/>
          <ac:spMkLst>
            <pc:docMk/>
            <pc:sldMk cId="2833444582" sldId="290"/>
            <ac:spMk id="51" creationId="{0F6A6F74-6B1C-6847-78D4-642B8B425E67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2" creationId="{C0D2D20F-F55D-12DC-BFD4-AED942937CE2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3" creationId="{14875025-646A-9F18-CF2C-B09658E4228C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4" creationId="{60052269-3688-6648-4702-3D7A51D8392B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5" creationId="{64BD2F37-8BB7-30A1-C10D-B55C6B6F9C3A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6" creationId="{E3C56FD3-AD2A-F5AB-5095-3571AC882B2A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7" creationId="{789ACB1C-017B-9DAE-EB35-D59C2CC892A8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58" creationId="{89F50388-1C2F-FC57-B31D-CFB6E3C34CDC}"/>
          </ac:spMkLst>
        </pc:spChg>
        <pc:spChg chg="add mod">
          <ac:chgData name="Ryan Voget" userId="b9ec8ef93362921d" providerId="LiveId" clId="{0330F05F-4F60-4B27-9207-172470496696}" dt="2026-06-02T01:48:09.708" v="24614"/>
          <ac:spMkLst>
            <pc:docMk/>
            <pc:sldMk cId="2833444582" sldId="290"/>
            <ac:spMk id="59" creationId="{BA7E5AE6-9D9D-9CC8-8A9F-0457BADA40BD}"/>
          </ac:spMkLst>
        </pc:spChg>
        <pc:spChg chg="add mod">
          <ac:chgData name="Ryan Voget" userId="b9ec8ef93362921d" providerId="LiveId" clId="{0330F05F-4F60-4B27-9207-172470496696}" dt="2026-06-02T01:48:46.215" v="24626" actId="164"/>
          <ac:spMkLst>
            <pc:docMk/>
            <pc:sldMk cId="2833444582" sldId="290"/>
            <ac:spMk id="60" creationId="{CBAA9A72-54B7-B21A-1F1D-C702D8223CEF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62" creationId="{A6D67C8F-D45C-13EE-37FC-4E48DFC4D2EB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63" creationId="{71CBD2C9-B3FA-C057-C3BB-E581FB017184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64" creationId="{2712FC43-0DDA-232B-84E4-86FF49D2A55A}"/>
          </ac:spMkLst>
        </pc:spChg>
        <pc:spChg chg="add mod">
          <ac:chgData name="Ryan Voget" userId="b9ec8ef93362921d" providerId="LiveId" clId="{0330F05F-4F60-4B27-9207-172470496696}" dt="2026-06-02T01:50:36.998" v="24645" actId="1076"/>
          <ac:spMkLst>
            <pc:docMk/>
            <pc:sldMk cId="2833444582" sldId="290"/>
            <ac:spMk id="65" creationId="{36D8A308-83AE-A6B4-0E5A-C46D24489A9C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66" creationId="{5A7E199A-4BA0-83E1-1128-19EC1BD79FD2}"/>
          </ac:spMkLst>
        </pc:spChg>
        <pc:spChg chg="add mod">
          <ac:chgData name="Ryan Voget" userId="b9ec8ef93362921d" providerId="LiveId" clId="{0330F05F-4F60-4B27-9207-172470496696}" dt="2026-06-02T01:54:00.035" v="24667" actId="164"/>
          <ac:spMkLst>
            <pc:docMk/>
            <pc:sldMk cId="2833444582" sldId="290"/>
            <ac:spMk id="67" creationId="{03FD850D-216F-7EEB-A306-F5287685A0B8}"/>
          </ac:spMkLst>
        </pc:spChg>
        <pc:grpChg chg="add mod topLvl">
          <ac:chgData name="Ryan Voget" userId="b9ec8ef93362921d" providerId="LiveId" clId="{0330F05F-4F60-4B27-9207-172470496696}" dt="2026-06-02T01:30:07.178" v="24323" actId="164"/>
          <ac:grpSpMkLst>
            <pc:docMk/>
            <pc:sldMk cId="2833444582" sldId="290"/>
            <ac:grpSpMk id="10" creationId="{4F0A6C5D-BA26-AF6D-83A4-05809F8D219A}"/>
          </ac:grpSpMkLst>
        </pc:grpChg>
        <pc:grpChg chg="add mod topLvl">
          <ac:chgData name="Ryan Voget" userId="b9ec8ef93362921d" providerId="LiveId" clId="{0330F05F-4F60-4B27-9207-172470496696}" dt="2026-06-02T01:30:07.178" v="24323" actId="164"/>
          <ac:grpSpMkLst>
            <pc:docMk/>
            <pc:sldMk cId="2833444582" sldId="290"/>
            <ac:grpSpMk id="11" creationId="{21D89350-67FC-6981-5D6A-CD126137BDC9}"/>
          </ac:grpSpMkLst>
        </pc:grpChg>
        <pc:grpChg chg="add del mod">
          <ac:chgData name="Ryan Voget" userId="b9ec8ef93362921d" providerId="LiveId" clId="{0330F05F-4F60-4B27-9207-172470496696}" dt="2026-06-02T01:27:14.080" v="24270" actId="478"/>
          <ac:grpSpMkLst>
            <pc:docMk/>
            <pc:sldMk cId="2833444582" sldId="290"/>
            <ac:grpSpMk id="18" creationId="{4CFCED60-F33D-2B9E-2D41-6D599989E775}"/>
          </ac:grpSpMkLst>
        </pc:grpChg>
        <pc:grpChg chg="add del mod ord">
          <ac:chgData name="Ryan Voget" userId="b9ec8ef93362921d" providerId="LiveId" clId="{0330F05F-4F60-4B27-9207-172470496696}" dt="2026-06-02T01:28:29.795" v="24294" actId="165"/>
          <ac:grpSpMkLst>
            <pc:docMk/>
            <pc:sldMk cId="2833444582" sldId="290"/>
            <ac:grpSpMk id="19" creationId="{045B5C8E-73EA-0845-DAF0-68F2CAD6A9B8}"/>
          </ac:grpSpMkLst>
        </pc:grpChg>
        <pc:grpChg chg="add del mod">
          <ac:chgData name="Ryan Voget" userId="b9ec8ef93362921d" providerId="LiveId" clId="{0330F05F-4F60-4B27-9207-172470496696}" dt="2026-06-02T01:30:22.578" v="24329" actId="478"/>
          <ac:grpSpMkLst>
            <pc:docMk/>
            <pc:sldMk cId="2833444582" sldId="290"/>
            <ac:grpSpMk id="23" creationId="{7E7761B7-29DB-8C0A-9D84-A28DB8CCB2AD}"/>
          </ac:grpSpMkLst>
        </pc:grpChg>
        <pc:grpChg chg="del">
          <ac:chgData name="Ryan Voget" userId="b9ec8ef93362921d" providerId="LiveId" clId="{0330F05F-4F60-4B27-9207-172470496696}" dt="2026-06-02T01:16:47.575" v="24194" actId="478"/>
          <ac:grpSpMkLst>
            <pc:docMk/>
            <pc:sldMk cId="2833444582" sldId="290"/>
            <ac:grpSpMk id="43" creationId="{D067EE6A-1929-2E94-59CF-57A63D590105}"/>
          </ac:grpSpMkLst>
        </pc:grpChg>
        <pc:grpChg chg="add mod">
          <ac:chgData name="Ryan Voget" userId="b9ec8ef93362921d" providerId="LiveId" clId="{0330F05F-4F60-4B27-9207-172470496696}" dt="2026-06-02T01:48:46.215" v="24626" actId="164"/>
          <ac:grpSpMkLst>
            <pc:docMk/>
            <pc:sldMk cId="2833444582" sldId="290"/>
            <ac:grpSpMk id="61" creationId="{8B50D83C-F70E-2969-9C35-7266B648A9E7}"/>
          </ac:grpSpMkLst>
        </pc:grpChg>
        <pc:grpChg chg="mod">
          <ac:chgData name="Ryan Voget" userId="b9ec8ef93362921d" providerId="LiveId" clId="{0330F05F-4F60-4B27-9207-172470496696}" dt="2026-06-02T01:54:09.364" v="24668" actId="1076"/>
          <ac:grpSpMkLst>
            <pc:docMk/>
            <pc:sldMk cId="2833444582" sldId="290"/>
            <ac:grpSpMk id="68" creationId="{3819C7C7-C600-E68D-DD81-5599F32C0BFB}"/>
          </ac:grpSpMkLst>
        </pc:grpChg>
      </pc:sldChg>
      <pc:sldChg chg="addSp delSp modSp add mod">
        <pc:chgData name="Ryan Voget" userId="b9ec8ef93362921d" providerId="LiveId" clId="{0330F05F-4F60-4B27-9207-172470496696}" dt="2026-06-02T02:12:09.933" v="25013" actId="1076"/>
        <pc:sldMkLst>
          <pc:docMk/>
          <pc:sldMk cId="1075952283" sldId="291"/>
        </pc:sldMkLst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" creationId="{DE2747C9-D3D8-453A-ED94-7508FB5196D3}"/>
          </ac:spMkLst>
        </pc:spChg>
        <pc:spChg chg="add mod">
          <ac:chgData name="Ryan Voget" userId="b9ec8ef93362921d" providerId="LiveId" clId="{0330F05F-4F60-4B27-9207-172470496696}" dt="2026-06-02T01:58:13.234" v="24730" actId="1076"/>
          <ac:spMkLst>
            <pc:docMk/>
            <pc:sldMk cId="1075952283" sldId="291"/>
            <ac:spMk id="4" creationId="{5A6F8DCA-F3F8-3390-492B-36517350BCA4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5" creationId="{EED38917-6890-E45F-DE9F-3E3735187294}"/>
          </ac:spMkLst>
        </pc:spChg>
        <pc:spChg chg="add mod">
          <ac:chgData name="Ryan Voget" userId="b9ec8ef93362921d" providerId="LiveId" clId="{0330F05F-4F60-4B27-9207-172470496696}" dt="2026-06-02T01:58:06.833" v="24728" actId="1076"/>
          <ac:spMkLst>
            <pc:docMk/>
            <pc:sldMk cId="1075952283" sldId="291"/>
            <ac:spMk id="6" creationId="{9AC40108-45D2-32B1-7353-2C95FE940A02}"/>
          </ac:spMkLst>
        </pc:spChg>
        <pc:spChg chg="add mod">
          <ac:chgData name="Ryan Voget" userId="b9ec8ef93362921d" providerId="LiveId" clId="{0330F05F-4F60-4B27-9207-172470496696}" dt="2026-06-02T01:56:05.088" v="24707" actId="1076"/>
          <ac:spMkLst>
            <pc:docMk/>
            <pc:sldMk cId="1075952283" sldId="291"/>
            <ac:spMk id="7" creationId="{08E58C70-920D-9C5B-9DA6-58C5B29583FB}"/>
          </ac:spMkLst>
        </pc:spChg>
        <pc:spChg chg="mod">
          <ac:chgData name="Ryan Voget" userId="b9ec8ef93362921d" providerId="LiveId" clId="{0330F05F-4F60-4B27-9207-172470496696}" dt="2026-06-02T01:55:13.607" v="24689" actId="20577"/>
          <ac:spMkLst>
            <pc:docMk/>
            <pc:sldMk cId="1075952283" sldId="291"/>
            <ac:spMk id="9" creationId="{D6E7B032-B171-B8FD-BBE2-E48FFC12F8C8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11" creationId="{57CCF3DE-3A2E-A940-AB33-F6DBAEB3C210}"/>
          </ac:spMkLst>
        </pc:spChg>
        <pc:spChg chg="add mod or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27" creationId="{32758128-2932-B9FF-5466-559327B50989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1" creationId="{D1B98C94-FBE0-8749-B7AF-3090B1C2A03E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2" creationId="{64E14666-0F7D-E2FD-ABF0-FE18631D8FD8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3" creationId="{C2E2CDF2-2233-C16B-27D0-52411DA114BD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4" creationId="{C1CA7099-3648-2EA8-1B63-E763D9287D1D}"/>
          </ac:spMkLst>
        </pc:spChg>
        <pc:spChg chg="add mod">
          <ac:chgData name="Ryan Voget" userId="b9ec8ef93362921d" providerId="LiveId" clId="{0330F05F-4F60-4B27-9207-172470496696}" dt="2026-06-02T01:59:37.154" v="24750" actId="1076"/>
          <ac:spMkLst>
            <pc:docMk/>
            <pc:sldMk cId="1075952283" sldId="291"/>
            <ac:spMk id="35" creationId="{0CE6CEBB-1B21-2F0A-7988-8A6C0BC1ADE1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6" creationId="{E5411323-0581-3D97-1865-E0B6642F0FE7}"/>
          </ac:spMkLst>
        </pc:spChg>
        <pc:spChg chg="add mod">
          <ac:chgData name="Ryan Voget" userId="b9ec8ef93362921d" providerId="LiveId" clId="{0330F05F-4F60-4B27-9207-172470496696}" dt="2026-06-02T02:02:58.200" v="24815" actId="164"/>
          <ac:spMkLst>
            <pc:docMk/>
            <pc:sldMk cId="1075952283" sldId="291"/>
            <ac:spMk id="37" creationId="{E8105A19-C47E-4A83-1C67-E99A25A8F4A1}"/>
          </ac:spMkLst>
        </pc:spChg>
        <pc:spChg chg="add mod ord">
          <ac:chgData name="Ryan Voget" userId="b9ec8ef93362921d" providerId="LiveId" clId="{0330F05F-4F60-4B27-9207-172470496696}" dt="2026-06-02T02:02:25.198" v="24811" actId="207"/>
          <ac:spMkLst>
            <pc:docMk/>
            <pc:sldMk cId="1075952283" sldId="291"/>
            <ac:spMk id="38" creationId="{FE90DCD8-7A21-9B66-A1E6-F81D9747D865}"/>
          </ac:spMkLst>
        </pc:spChg>
        <pc:spChg chg="add del mod">
          <ac:chgData name="Ryan Voget" userId="b9ec8ef93362921d" providerId="LiveId" clId="{0330F05F-4F60-4B27-9207-172470496696}" dt="2026-06-02T02:04:29.602" v="24841" actId="478"/>
          <ac:spMkLst>
            <pc:docMk/>
            <pc:sldMk cId="1075952283" sldId="291"/>
            <ac:spMk id="40" creationId="{3521424C-5FAB-F2D4-8D87-63DC74EB6567}"/>
          </ac:spMkLst>
        </pc:spChg>
        <pc:spChg chg="add del mod">
          <ac:chgData name="Ryan Voget" userId="b9ec8ef93362921d" providerId="LiveId" clId="{0330F05F-4F60-4B27-9207-172470496696}" dt="2026-06-02T02:04:28.839" v="24840" actId="478"/>
          <ac:spMkLst>
            <pc:docMk/>
            <pc:sldMk cId="1075952283" sldId="291"/>
            <ac:spMk id="41" creationId="{ACF11974-8242-0204-ACAA-BAC0C91329A4}"/>
          </ac:spMkLst>
        </pc:spChg>
        <pc:spChg chg="add mod">
          <ac:chgData name="Ryan Voget" userId="b9ec8ef93362921d" providerId="LiveId" clId="{0330F05F-4F60-4B27-9207-172470496696}" dt="2026-06-02T02:12:04.455" v="25012" actId="164"/>
          <ac:spMkLst>
            <pc:docMk/>
            <pc:sldMk cId="1075952283" sldId="291"/>
            <ac:spMk id="42" creationId="{97027864-F941-9D12-B479-337C2DDAB349}"/>
          </ac:spMkLst>
        </pc:spChg>
        <pc:spChg chg="add mod ord">
          <ac:chgData name="Ryan Voget" userId="b9ec8ef93362921d" providerId="LiveId" clId="{0330F05F-4F60-4B27-9207-172470496696}" dt="2026-06-02T02:12:04.455" v="25012" actId="164"/>
          <ac:spMkLst>
            <pc:docMk/>
            <pc:sldMk cId="1075952283" sldId="291"/>
            <ac:spMk id="43" creationId="{69377D06-1192-67CB-86DB-738A0DA23584}"/>
          </ac:spMkLst>
        </pc:spChg>
        <pc:grpChg chg="del">
          <ac:chgData name="Ryan Voget" userId="b9ec8ef93362921d" providerId="LiveId" clId="{0330F05F-4F60-4B27-9207-172470496696}" dt="2026-06-02T01:55:15.548" v="24690" actId="478"/>
          <ac:grpSpMkLst>
            <pc:docMk/>
            <pc:sldMk cId="1075952283" sldId="291"/>
            <ac:grpSpMk id="30" creationId="{A06DF5ED-D758-2923-E0F1-781318520577}"/>
          </ac:grpSpMkLst>
        </pc:grpChg>
        <pc:grpChg chg="mod">
          <ac:chgData name="Ryan Voget" userId="b9ec8ef93362921d" providerId="LiveId" clId="{0330F05F-4F60-4B27-9207-172470496696}" dt="2026-06-02T02:12:04.455" v="25012" actId="164"/>
          <ac:grpSpMkLst>
            <pc:docMk/>
            <pc:sldMk cId="1075952283" sldId="291"/>
            <ac:grpSpMk id="39" creationId="{5A252618-1B84-7E87-3F2A-7875E4E1C084}"/>
          </ac:grpSpMkLst>
        </pc:grpChg>
        <pc:grpChg chg="add mod">
          <ac:chgData name="Ryan Voget" userId="b9ec8ef93362921d" providerId="LiveId" clId="{0330F05F-4F60-4B27-9207-172470496696}" dt="2026-06-02T02:12:09.933" v="25013" actId="1076"/>
          <ac:grpSpMkLst>
            <pc:docMk/>
            <pc:sldMk cId="1075952283" sldId="291"/>
            <ac:grpSpMk id="44" creationId="{318B4FBC-8A6A-AD49-E924-A6286D3CB891}"/>
          </ac:grpSpMkLst>
        </pc:grpChg>
      </pc:sldChg>
      <pc:sldChg chg="addSp delSp modSp add mod">
        <pc:chgData name="Ryan Voget" userId="b9ec8ef93362921d" providerId="LiveId" clId="{0330F05F-4F60-4B27-9207-172470496696}" dt="2026-06-02T02:22:39.608" v="25159" actId="1076"/>
        <pc:sldMkLst>
          <pc:docMk/>
          <pc:sldMk cId="1621449105" sldId="292"/>
        </pc:sldMkLst>
        <pc:spChg chg="mod">
          <ac:chgData name="Ryan Voget" userId="b9ec8ef93362921d" providerId="LiveId" clId="{0330F05F-4F60-4B27-9207-172470496696}" dt="2026-06-02T02:13:31.681" v="25040" actId="20577"/>
          <ac:spMkLst>
            <pc:docMk/>
            <pc:sldMk cId="1621449105" sldId="292"/>
            <ac:spMk id="9" creationId="{1480CFD3-3D98-E9A7-9A9C-AB3D874B706E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27" creationId="{210AB76C-E34E-79DF-B1C4-5A8A166701B8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32" creationId="{661848EE-B8E4-D25D-E985-BCC76A008F03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47" creationId="{1203A608-A6A5-FE92-E6CB-C0E576B23472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48" creationId="{E89C047A-40D1-604A-A31C-F681FC834C9E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49" creationId="{7C776139-61A4-A963-5537-B16AF96E3074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50" creationId="{3E4A7788-078A-2956-3942-F28A02934C1A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53" creationId="{D0AB8D41-46A3-7DF5-D379-91E6DB08F129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54" creationId="{027A613E-4A00-8773-0698-9969EAA062CE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55" creationId="{D54F6AFD-A39A-026A-9C40-4FF09A635593}"/>
          </ac:spMkLst>
        </pc:spChg>
        <pc:spChg chg="mod">
          <ac:chgData name="Ryan Voget" userId="b9ec8ef93362921d" providerId="LiveId" clId="{0330F05F-4F60-4B27-9207-172470496696}" dt="2026-06-02T02:13:48.992" v="25042"/>
          <ac:spMkLst>
            <pc:docMk/>
            <pc:sldMk cId="1621449105" sldId="292"/>
            <ac:spMk id="56" creationId="{7AF7E0F2-FCB8-E78D-CB74-CA7612C930AA}"/>
          </ac:spMkLst>
        </pc:spChg>
        <pc:spChg chg="add mo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59" creationId="{2E9EBB92-B733-A0BE-723B-4B6B5CCA42AC}"/>
          </ac:spMkLst>
        </pc:spChg>
        <pc:spChg chg="add del mod">
          <ac:chgData name="Ryan Voget" userId="b9ec8ef93362921d" providerId="LiveId" clId="{0330F05F-4F60-4B27-9207-172470496696}" dt="2026-06-02T02:16:45.599" v="25089" actId="478"/>
          <ac:spMkLst>
            <pc:docMk/>
            <pc:sldMk cId="1621449105" sldId="292"/>
            <ac:spMk id="60" creationId="{AB80C669-DE10-B6B6-2BBA-F2CE695B9674}"/>
          </ac:spMkLst>
        </pc:spChg>
        <pc:spChg chg="add del mod">
          <ac:chgData name="Ryan Voget" userId="b9ec8ef93362921d" providerId="LiveId" clId="{0330F05F-4F60-4B27-9207-172470496696}" dt="2026-06-02T02:16:07.140" v="25072" actId="478"/>
          <ac:spMkLst>
            <pc:docMk/>
            <pc:sldMk cId="1621449105" sldId="292"/>
            <ac:spMk id="61" creationId="{0D60E584-F3BB-7F39-F5FB-356AE7C21043}"/>
          </ac:spMkLst>
        </pc:spChg>
        <pc:spChg chg="add mod">
          <ac:chgData name="Ryan Voget" userId="b9ec8ef93362921d" providerId="LiveId" clId="{0330F05F-4F60-4B27-9207-172470496696}" dt="2026-06-02T02:15:44.855" v="25065"/>
          <ac:spMkLst>
            <pc:docMk/>
            <pc:sldMk cId="1621449105" sldId="292"/>
            <ac:spMk id="62" creationId="{607E8D56-1246-B770-B924-41CE90303C09}"/>
          </ac:spMkLst>
        </pc:spChg>
        <pc:spChg chg="add del mod">
          <ac:chgData name="Ryan Voget" userId="b9ec8ef93362921d" providerId="LiveId" clId="{0330F05F-4F60-4B27-9207-172470496696}" dt="2026-06-02T02:16:07.989" v="25073" actId="478"/>
          <ac:spMkLst>
            <pc:docMk/>
            <pc:sldMk cId="1621449105" sldId="292"/>
            <ac:spMk id="63" creationId="{98D1B16E-FCCA-4627-667C-25D3B3C7E0D9}"/>
          </ac:spMkLst>
        </pc:spChg>
        <pc:spChg chg="add del mod">
          <ac:chgData name="Ryan Voget" userId="b9ec8ef93362921d" providerId="LiveId" clId="{0330F05F-4F60-4B27-9207-172470496696}" dt="2026-06-02T02:16:06.539" v="25071" actId="478"/>
          <ac:spMkLst>
            <pc:docMk/>
            <pc:sldMk cId="1621449105" sldId="292"/>
            <ac:spMk id="64" creationId="{41397658-21D3-92B5-CFB6-25B119AE4FF8}"/>
          </ac:spMkLst>
        </pc:spChg>
        <pc:spChg chg="add mo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65" creationId="{D21B611F-297F-A4C6-CC2E-2990A4A3678E}"/>
          </ac:spMkLst>
        </pc:spChg>
        <pc:spChg chg="add mo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66" creationId="{9E85C436-F2A5-6766-1283-A9ABE6367B00}"/>
          </ac:spMkLst>
        </pc:spChg>
        <pc:spChg chg="add mod or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67" creationId="{6B49D438-A569-E880-A699-77173756F063}"/>
          </ac:spMkLst>
        </pc:spChg>
        <pc:spChg chg="add mod or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68" creationId="{0E8DCEA7-D3BC-8722-8D56-F5821451C3B4}"/>
          </ac:spMkLst>
        </pc:spChg>
        <pc:spChg chg="add mod">
          <ac:chgData name="Ryan Voget" userId="b9ec8ef93362921d" providerId="LiveId" clId="{0330F05F-4F60-4B27-9207-172470496696}" dt="2026-06-02T02:22:35.177" v="25157" actId="164"/>
          <ac:spMkLst>
            <pc:docMk/>
            <pc:sldMk cId="1621449105" sldId="292"/>
            <ac:spMk id="69" creationId="{DE695C0E-5EA9-B555-0AC5-307F9A3991EA}"/>
          </ac:spMkLst>
        </pc:spChg>
        <pc:spChg chg="add mod">
          <ac:chgData name="Ryan Voget" userId="b9ec8ef93362921d" providerId="LiveId" clId="{0330F05F-4F60-4B27-9207-172470496696}" dt="2026-06-02T02:21:50.410" v="25151" actId="1076"/>
          <ac:spMkLst>
            <pc:docMk/>
            <pc:sldMk cId="1621449105" sldId="292"/>
            <ac:spMk id="70" creationId="{BCFE70EC-E4F8-F1B8-0BB8-A6D9EEEF363E}"/>
          </ac:spMkLst>
        </pc:spChg>
        <pc:spChg chg="add mod">
          <ac:chgData name="Ryan Voget" userId="b9ec8ef93362921d" providerId="LiveId" clId="{0330F05F-4F60-4B27-9207-172470496696}" dt="2026-06-02T02:21:47.926" v="25147" actId="1076"/>
          <ac:spMkLst>
            <pc:docMk/>
            <pc:sldMk cId="1621449105" sldId="292"/>
            <ac:spMk id="71" creationId="{17E66255-3712-68EB-5190-BD5A3346F6AE}"/>
          </ac:spMkLst>
        </pc:spChg>
        <pc:grpChg chg="mod">
          <ac:chgData name="Ryan Voget" userId="b9ec8ef93362921d" providerId="LiveId" clId="{0330F05F-4F60-4B27-9207-172470496696}" dt="2026-06-02T02:22:35.177" v="25157" actId="164"/>
          <ac:grpSpMkLst>
            <pc:docMk/>
            <pc:sldMk cId="1621449105" sldId="292"/>
            <ac:grpSpMk id="2" creationId="{F9A808C2-EF73-9363-E8D4-6DE35061F92A}"/>
          </ac:grpSpMkLst>
        </pc:grpChg>
        <pc:grpChg chg="del">
          <ac:chgData name="Ryan Voget" userId="b9ec8ef93362921d" providerId="LiveId" clId="{0330F05F-4F60-4B27-9207-172470496696}" dt="2026-06-02T02:13:33.438" v="25041" actId="478"/>
          <ac:grpSpMkLst>
            <pc:docMk/>
            <pc:sldMk cId="1621449105" sldId="292"/>
            <ac:grpSpMk id="46" creationId="{A9ED7260-058A-5973-7AA6-0B7E791032AD}"/>
          </ac:grpSpMkLst>
        </pc:grpChg>
        <pc:grpChg chg="add mod">
          <ac:chgData name="Ryan Voget" userId="b9ec8ef93362921d" providerId="LiveId" clId="{0330F05F-4F60-4B27-9207-172470496696}" dt="2026-06-02T02:22:39.608" v="25159" actId="1076"/>
          <ac:grpSpMkLst>
            <pc:docMk/>
            <pc:sldMk cId="1621449105" sldId="292"/>
            <ac:grpSpMk id="72" creationId="{FF192E43-A3A2-EE74-3CE5-8856BA8DE0E6}"/>
          </ac:grpSpMkLst>
        </pc:grpChg>
      </pc:sldChg>
      <pc:sldChg chg="add del setBg">
        <pc:chgData name="Ryan Voget" userId="b9ec8ef93362921d" providerId="LiveId" clId="{0330F05F-4F60-4B27-9207-172470496696}" dt="2026-06-02T02:23:41.723" v="25161"/>
        <pc:sldMkLst>
          <pc:docMk/>
          <pc:sldMk cId="80611644" sldId="293"/>
        </pc:sldMkLst>
      </pc:sldChg>
      <pc:sldChg chg="addSp delSp modSp add mod">
        <pc:chgData name="Ryan Voget" userId="b9ec8ef93362921d" providerId="LiveId" clId="{0330F05F-4F60-4B27-9207-172470496696}" dt="2026-06-02T02:46:31.360" v="26140" actId="164"/>
        <pc:sldMkLst>
          <pc:docMk/>
          <pc:sldMk cId="1264836570" sldId="293"/>
        </pc:sldMkLst>
        <pc:spChg chg="add mod">
          <ac:chgData name="Ryan Voget" userId="b9ec8ef93362921d" providerId="LiveId" clId="{0330F05F-4F60-4B27-9207-172470496696}" dt="2026-06-02T02:37:45.646" v="25933" actId="1076"/>
          <ac:spMkLst>
            <pc:docMk/>
            <pc:sldMk cId="1264836570" sldId="293"/>
            <ac:spMk id="2" creationId="{601A4DCD-C694-378A-9017-02B7002CEA6E}"/>
          </ac:spMkLst>
        </pc:spChg>
        <pc:spChg chg="add del mod">
          <ac:chgData name="Ryan Voget" userId="b9ec8ef93362921d" providerId="LiveId" clId="{0330F05F-4F60-4B27-9207-172470496696}" dt="2026-06-02T02:26:29.938" v="25493" actId="478"/>
          <ac:spMkLst>
            <pc:docMk/>
            <pc:sldMk cId="1264836570" sldId="293"/>
            <ac:spMk id="8" creationId="{11E71064-6B10-E9B1-AF70-16C71B2EC5BF}"/>
          </ac:spMkLst>
        </pc:spChg>
        <pc:spChg chg="mod">
          <ac:chgData name="Ryan Voget" userId="b9ec8ef93362921d" providerId="LiveId" clId="{0330F05F-4F60-4B27-9207-172470496696}" dt="2026-06-02T02:23:57.604" v="25186" actId="14100"/>
          <ac:spMkLst>
            <pc:docMk/>
            <pc:sldMk cId="1264836570" sldId="293"/>
            <ac:spMk id="9" creationId="{451A2DD0-71B0-E25C-8524-2B713CE2051E}"/>
          </ac:spMkLst>
        </pc:spChg>
        <pc:spChg chg="add mod">
          <ac:chgData name="Ryan Voget" userId="b9ec8ef93362921d" providerId="LiveId" clId="{0330F05F-4F60-4B27-9207-172470496696}" dt="2026-06-02T02:38:56.265" v="25945" actId="1076"/>
          <ac:spMkLst>
            <pc:docMk/>
            <pc:sldMk cId="1264836570" sldId="293"/>
            <ac:spMk id="10" creationId="{947D8C84-78CF-5758-33BE-65E695664EC2}"/>
          </ac:spMkLst>
        </pc:spChg>
        <pc:spChg chg="add mo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12" creationId="{B96804B6-68B0-4F26-12A6-F8EF0C5D4A7D}"/>
          </ac:spMkLst>
        </pc:spChg>
        <pc:spChg chg="add mod or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13" creationId="{FD46BA5E-5BDA-0C92-89AB-21FB6039F221}"/>
          </ac:spMkLst>
        </pc:spChg>
        <pc:spChg chg="add del mod">
          <ac:chgData name="Ryan Voget" userId="b9ec8ef93362921d" providerId="LiveId" clId="{0330F05F-4F60-4B27-9207-172470496696}" dt="2026-06-02T02:29:35.648" v="25571" actId="478"/>
          <ac:spMkLst>
            <pc:docMk/>
            <pc:sldMk cId="1264836570" sldId="293"/>
            <ac:spMk id="14" creationId="{032DB057-B5CD-54BF-8FFB-BC39876C6838}"/>
          </ac:spMkLst>
        </pc:spChg>
        <pc:spChg chg="add del">
          <ac:chgData name="Ryan Voget" userId="b9ec8ef93362921d" providerId="LiveId" clId="{0330F05F-4F60-4B27-9207-172470496696}" dt="2026-06-02T02:30:23.086" v="25573" actId="478"/>
          <ac:spMkLst>
            <pc:docMk/>
            <pc:sldMk cId="1264836570" sldId="293"/>
            <ac:spMk id="15" creationId="{51812D84-1E3C-E962-200F-02A0701F92AF}"/>
          </ac:spMkLst>
        </pc:spChg>
        <pc:spChg chg="add mod or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16" creationId="{094E499E-E334-91CD-A520-40CDB6C247B6}"/>
          </ac:spMkLst>
        </pc:spChg>
        <pc:spChg chg="add mo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17" creationId="{4E33F6FB-A4D4-7631-97C4-75CF3738E585}"/>
          </ac:spMkLst>
        </pc:spChg>
        <pc:spChg chg="add mo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18" creationId="{E78C5AAF-CF64-C6D0-A8D3-413F180AB0A1}"/>
          </ac:spMkLst>
        </pc:spChg>
        <pc:spChg chg="add del mod">
          <ac:chgData name="Ryan Voget" userId="b9ec8ef93362921d" providerId="LiveId" clId="{0330F05F-4F60-4B27-9207-172470496696}" dt="2026-06-02T02:35:24.913" v="25923" actId="11529"/>
          <ac:spMkLst>
            <pc:docMk/>
            <pc:sldMk cId="1264836570" sldId="293"/>
            <ac:spMk id="19" creationId="{D2BE2913-6776-27E9-94C0-89950C03A2A2}"/>
          </ac:spMkLst>
        </pc:spChg>
        <pc:spChg chg="add mo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20" creationId="{13EEC908-4A5C-63EB-FE35-64B3ECF76A97}"/>
          </ac:spMkLst>
        </pc:spChg>
        <pc:spChg chg="add mod ord">
          <ac:chgData name="Ryan Voget" userId="b9ec8ef93362921d" providerId="LiveId" clId="{0330F05F-4F60-4B27-9207-172470496696}" dt="2026-06-02T02:40:18.884" v="26060" actId="207"/>
          <ac:spMkLst>
            <pc:docMk/>
            <pc:sldMk cId="1264836570" sldId="293"/>
            <ac:spMk id="21" creationId="{761FFA12-17F7-8871-020E-E87782C5F976}"/>
          </ac:spMkLst>
        </pc:spChg>
        <pc:spChg chg="add mod or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22" creationId="{10A5C750-F6E6-A07C-C822-432DE81F6D5F}"/>
          </ac:spMkLst>
        </pc:spChg>
        <pc:spChg chg="add mod or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23" creationId="{526866EA-0E60-F2C6-BDF0-EB761AC2A7F1}"/>
          </ac:spMkLst>
        </pc:spChg>
        <pc:spChg chg="add mod or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24" creationId="{9884E390-6A05-21F7-8937-7B5A0D64892A}"/>
          </ac:spMkLst>
        </pc:spChg>
        <pc:spChg chg="add mod">
          <ac:chgData name="Ryan Voget" userId="b9ec8ef93362921d" providerId="LiveId" clId="{0330F05F-4F60-4B27-9207-172470496696}" dt="2026-06-02T02:45:42.901" v="26123" actId="164"/>
          <ac:spMkLst>
            <pc:docMk/>
            <pc:sldMk cId="1264836570" sldId="293"/>
            <ac:spMk id="25" creationId="{88523994-D8EC-4FC8-4C04-8B41A592CE52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29" creationId="{9D9ED240-E648-C0A7-F30F-8232E922F406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30" creationId="{E267CDE0-F831-4D99-DD38-3A6BEB3DC149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40" creationId="{DE443B3E-F1FD-8F64-82AB-2ED24918956D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46" creationId="{904484B1-3127-99D6-8E63-17B9F53E2FDB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47" creationId="{62572C5C-756B-1F18-9925-F9A3BC1AC4F7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49" creationId="{A6B7A351-DF94-EA34-C7CD-8261723DE22A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50" creationId="{CB7B7C57-93EC-8D22-086A-7C7900E5B8CD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51" creationId="{DC232E25-7981-CF70-A0AE-1FDE90334009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52" creationId="{C3707EE8-4133-65E8-E86C-DF00DFA14996}"/>
          </ac:spMkLst>
        </pc:spChg>
        <pc:spChg chg="mod">
          <ac:chgData name="Ryan Voget" userId="b9ec8ef93362921d" providerId="LiveId" clId="{0330F05F-4F60-4B27-9207-172470496696}" dt="2026-06-02T02:45:48.667" v="26127"/>
          <ac:spMkLst>
            <pc:docMk/>
            <pc:sldMk cId="1264836570" sldId="293"/>
            <ac:spMk id="53" creationId="{7AE993A5-B36F-6D4B-208C-7C334DC6F740}"/>
          </ac:spMkLst>
        </pc:spChg>
        <pc:grpChg chg="mod">
          <ac:chgData name="Ryan Voget" userId="b9ec8ef93362921d" providerId="LiveId" clId="{0330F05F-4F60-4B27-9207-172470496696}" dt="2026-06-02T02:46:31.360" v="26140" actId="164"/>
          <ac:grpSpMkLst>
            <pc:docMk/>
            <pc:sldMk cId="1264836570" sldId="293"/>
            <ac:grpSpMk id="26" creationId="{5B52BBCC-0401-662A-C2A9-E9FE6266AC9C}"/>
          </ac:grpSpMkLst>
        </pc:grpChg>
        <pc:grpChg chg="mod">
          <ac:chgData name="Ryan Voget" userId="b9ec8ef93362921d" providerId="LiveId" clId="{0330F05F-4F60-4B27-9207-172470496696}" dt="2026-06-02T02:46:31.360" v="26140" actId="164"/>
          <ac:grpSpMkLst>
            <pc:docMk/>
            <pc:sldMk cId="1264836570" sldId="293"/>
            <ac:grpSpMk id="28" creationId="{8005420D-2A1F-5707-7497-A7B64296664F}"/>
          </ac:grpSpMkLst>
        </pc:grpChg>
        <pc:grpChg chg="del">
          <ac:chgData name="Ryan Voget" userId="b9ec8ef93362921d" providerId="LiveId" clId="{0330F05F-4F60-4B27-9207-172470496696}" dt="2026-06-02T02:23:47.894" v="25163" actId="478"/>
          <ac:grpSpMkLst>
            <pc:docMk/>
            <pc:sldMk cId="1264836570" sldId="293"/>
            <ac:grpSpMk id="44" creationId="{CD1DD3F2-5454-38B1-A7A8-272C494AAED7}"/>
          </ac:grpSpMkLst>
        </pc:grpChg>
        <pc:grpChg chg="add mod">
          <ac:chgData name="Ryan Voget" userId="b9ec8ef93362921d" providerId="LiveId" clId="{0330F05F-4F60-4B27-9207-172470496696}" dt="2026-06-02T02:46:31.360" v="26140" actId="164"/>
          <ac:grpSpMkLst>
            <pc:docMk/>
            <pc:sldMk cId="1264836570" sldId="293"/>
            <ac:grpSpMk id="54" creationId="{67323E1E-1226-AD6B-E444-67C221A2B90D}"/>
          </ac:grpSpMkLst>
        </pc:grpChg>
      </pc:sldChg>
      <pc:sldChg chg="addSp delSp modSp add mod">
        <pc:chgData name="Ryan Voget" userId="b9ec8ef93362921d" providerId="LiveId" clId="{0330F05F-4F60-4B27-9207-172470496696}" dt="2026-06-02T03:01:35.590" v="26588" actId="1076"/>
        <pc:sldMkLst>
          <pc:docMk/>
          <pc:sldMk cId="3417488027" sldId="294"/>
        </pc:sldMkLst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2" creationId="{263CB76F-CBC3-B348-3344-6DF614979636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3" creationId="{3C055517-2300-27D4-6BEF-650E8C848F06}"/>
          </ac:spMkLst>
        </pc:spChg>
        <pc:spChg chg="add del mod or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7" creationId="{51F17A65-B5A1-A2C1-1542-47CBBB5B5301}"/>
          </ac:spMkLst>
        </pc:spChg>
        <pc:spChg chg="add mod or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8" creationId="{D282C3C3-93FE-BAFD-E8AC-02E484BA2E14}"/>
          </ac:spMkLst>
        </pc:spChg>
        <pc:spChg chg="mod">
          <ac:chgData name="Ryan Voget" userId="b9ec8ef93362921d" providerId="LiveId" clId="{0330F05F-4F60-4B27-9207-172470496696}" dt="2026-06-02T03:01:21.436" v="26585" actId="1076"/>
          <ac:spMkLst>
            <pc:docMk/>
            <pc:sldMk cId="3417488027" sldId="294"/>
            <ac:spMk id="9" creationId="{A89B6CD4-3715-45D7-81B9-F0B32D935C6A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0" creationId="{24AAF979-8955-0E73-E51A-D25A0128237F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1" creationId="{7C65BBB3-AF44-F6BF-3BCC-265DAA15B36C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2" creationId="{AA6F49D1-E0C4-ABBE-5A5F-988F76AE88B8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3" creationId="{D72D9908-9EF7-0854-B23B-6BF2403BA94B}"/>
          </ac:spMkLst>
        </pc:spChg>
        <pc:spChg chg="add mod ord">
          <ac:chgData name="Ryan Voget" userId="b9ec8ef93362921d" providerId="LiveId" clId="{0330F05F-4F60-4B27-9207-172470496696}" dt="2026-06-02T02:58:27.480" v="26547" actId="1076"/>
          <ac:spMkLst>
            <pc:docMk/>
            <pc:sldMk cId="3417488027" sldId="294"/>
            <ac:spMk id="14" creationId="{45441226-0C0D-AEF9-94D8-D1AA46935F86}"/>
          </ac:spMkLst>
        </pc:spChg>
        <pc:spChg chg="add mod ord">
          <ac:chgData name="Ryan Voget" userId="b9ec8ef93362921d" providerId="LiveId" clId="{0330F05F-4F60-4B27-9207-172470496696}" dt="2026-06-02T02:58:35.154" v="26550" actId="1076"/>
          <ac:spMkLst>
            <pc:docMk/>
            <pc:sldMk cId="3417488027" sldId="294"/>
            <ac:spMk id="15" creationId="{EF088BCD-00E8-4BDE-7ADB-9A88DD853D79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6" creationId="{F9F7077C-3317-B800-0BB0-83B72DE90F50}"/>
          </ac:spMkLst>
        </pc:spChg>
        <pc:spChg chg="add mod">
          <ac:chgData name="Ryan Voget" userId="b9ec8ef93362921d" providerId="LiveId" clId="{0330F05F-4F60-4B27-9207-172470496696}" dt="2026-06-02T02:59:57.550" v="26564" actId="164"/>
          <ac:spMkLst>
            <pc:docMk/>
            <pc:sldMk cId="3417488027" sldId="294"/>
            <ac:spMk id="17" creationId="{597E376A-593D-E887-528B-7C3648BF0AE1}"/>
          </ac:spMkLst>
        </pc:spChg>
        <pc:grpChg chg="del">
          <ac:chgData name="Ryan Voget" userId="b9ec8ef93362921d" providerId="LiveId" clId="{0330F05F-4F60-4B27-9207-172470496696}" dt="2026-06-02T02:50:24.630" v="26148" actId="478"/>
          <ac:grpSpMkLst>
            <pc:docMk/>
            <pc:sldMk cId="3417488027" sldId="294"/>
            <ac:grpSpMk id="6" creationId="{90276E91-31FA-48FC-E383-C3966896CD52}"/>
          </ac:grpSpMkLst>
        </pc:grpChg>
        <pc:grpChg chg="mod">
          <ac:chgData name="Ryan Voget" userId="b9ec8ef93362921d" providerId="LiveId" clId="{0330F05F-4F60-4B27-9207-172470496696}" dt="2026-06-02T03:01:25.054" v="26586" actId="164"/>
          <ac:grpSpMkLst>
            <pc:docMk/>
            <pc:sldMk cId="3417488027" sldId="294"/>
            <ac:grpSpMk id="18" creationId="{48CDA4A2-115A-5AF7-BEC7-AD3F59C81F80}"/>
          </ac:grpSpMkLst>
        </pc:grpChg>
        <pc:grpChg chg="add mod">
          <ac:chgData name="Ryan Voget" userId="b9ec8ef93362921d" providerId="LiveId" clId="{0330F05F-4F60-4B27-9207-172470496696}" dt="2026-06-02T03:01:35.590" v="26588" actId="1076"/>
          <ac:grpSpMkLst>
            <pc:docMk/>
            <pc:sldMk cId="3417488027" sldId="294"/>
            <ac:grpSpMk id="27" creationId="{5840EDEA-14CA-7CB2-D634-0972D16EE401}"/>
          </ac:grpSpMkLst>
        </pc:grpChg>
        <pc:cxnChg chg="add mod">
          <ac:chgData name="Ryan Voget" userId="b9ec8ef93362921d" providerId="LiveId" clId="{0330F05F-4F60-4B27-9207-172470496696}" dt="2026-06-02T03:01:25.054" v="26586" actId="164"/>
          <ac:cxnSpMkLst>
            <pc:docMk/>
            <pc:sldMk cId="3417488027" sldId="294"/>
            <ac:cxnSpMk id="20" creationId="{896F142C-308C-C3ED-E98C-57314CE97314}"/>
          </ac:cxnSpMkLst>
        </pc:cxnChg>
        <pc:cxnChg chg="add mod">
          <ac:chgData name="Ryan Voget" userId="b9ec8ef93362921d" providerId="LiveId" clId="{0330F05F-4F60-4B27-9207-172470496696}" dt="2026-06-02T03:01:25.054" v="26586" actId="164"/>
          <ac:cxnSpMkLst>
            <pc:docMk/>
            <pc:sldMk cId="3417488027" sldId="294"/>
            <ac:cxnSpMk id="21" creationId="{AB706615-C8E6-E708-5F0C-BF7F3EF14C68}"/>
          </ac:cxnSpMkLst>
        </pc:cxnChg>
        <pc:cxnChg chg="add mod">
          <ac:chgData name="Ryan Voget" userId="b9ec8ef93362921d" providerId="LiveId" clId="{0330F05F-4F60-4B27-9207-172470496696}" dt="2026-06-02T03:01:25.054" v="26586" actId="164"/>
          <ac:cxnSpMkLst>
            <pc:docMk/>
            <pc:sldMk cId="3417488027" sldId="294"/>
            <ac:cxnSpMk id="25" creationId="{1118E55D-6228-9475-27F5-81E50A44D90E}"/>
          </ac:cxnSpMkLst>
        </pc:cxnChg>
      </pc:sldChg>
      <pc:sldChg chg="addSp delSp modSp add mod">
        <pc:chgData name="Ryan Voget" userId="b9ec8ef93362921d" providerId="LiveId" clId="{0330F05F-4F60-4B27-9207-172470496696}" dt="2026-06-02T03:11:19.459" v="26776" actId="1076"/>
        <pc:sldMkLst>
          <pc:docMk/>
          <pc:sldMk cId="3170814667" sldId="295"/>
        </pc:sldMkLst>
        <pc:spChg chg="mod topLvl">
          <ac:chgData name="Ryan Voget" userId="b9ec8ef93362921d" providerId="LiveId" clId="{0330F05F-4F60-4B27-9207-172470496696}" dt="2026-06-02T03:05:03.737" v="26716" actId="164"/>
          <ac:spMkLst>
            <pc:docMk/>
            <pc:sldMk cId="3170814667" sldId="295"/>
            <ac:spMk id="8" creationId="{F80005FC-F43A-251B-2588-97E524AB3485}"/>
          </ac:spMkLst>
        </pc:spChg>
        <pc:spChg chg="mod">
          <ac:chgData name="Ryan Voget" userId="b9ec8ef93362921d" providerId="LiveId" clId="{0330F05F-4F60-4B27-9207-172470496696}" dt="2026-06-02T03:11:12.294" v="26774" actId="1076"/>
          <ac:spMkLst>
            <pc:docMk/>
            <pc:sldMk cId="3170814667" sldId="295"/>
            <ac:spMk id="9" creationId="{894B2E42-8A0D-038D-CD78-A172FF82AF70}"/>
          </ac:spMkLst>
        </pc:spChg>
        <pc:spChg chg="mod topLvl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10" creationId="{C02CDB71-8AC1-E28B-05CB-CEE06489C276}"/>
          </ac:spMkLst>
        </pc:spChg>
        <pc:spChg chg="mod topLvl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11" creationId="{A01B6B00-F584-7B2C-E24F-2862084B2D93}"/>
          </ac:spMkLst>
        </pc:spChg>
        <pc:spChg chg="mod topLvl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12" creationId="{6717BB98-7700-41CE-E4DD-B62510A88760}"/>
          </ac:spMkLst>
        </pc:spChg>
        <pc:spChg chg="mod topLvl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13" creationId="{B848194E-9482-E546-6BB4-BC5105243007}"/>
          </ac:spMkLst>
        </pc:spChg>
        <pc:spChg chg="mod topLvl">
          <ac:chgData name="Ryan Voget" userId="b9ec8ef93362921d" providerId="LiveId" clId="{0330F05F-4F60-4B27-9207-172470496696}" dt="2026-06-02T03:04:48.061" v="26713" actId="1076"/>
          <ac:spMkLst>
            <pc:docMk/>
            <pc:sldMk cId="3170814667" sldId="295"/>
            <ac:spMk id="14" creationId="{5D7B9C4F-E8A2-8651-1970-AEDA78304999}"/>
          </ac:spMkLst>
        </pc:spChg>
        <pc:spChg chg="mod topLvl">
          <ac:chgData name="Ryan Voget" userId="b9ec8ef93362921d" providerId="LiveId" clId="{0330F05F-4F60-4B27-9207-172470496696}" dt="2026-06-02T03:04:15.422" v="26705" actId="164"/>
          <ac:spMkLst>
            <pc:docMk/>
            <pc:sldMk cId="3170814667" sldId="295"/>
            <ac:spMk id="15" creationId="{D3F1DA7E-13DE-2542-0296-3295F31FA787}"/>
          </ac:spMkLst>
        </pc:spChg>
        <pc:spChg chg="mod">
          <ac:chgData name="Ryan Voget" userId="b9ec8ef93362921d" providerId="LiveId" clId="{0330F05F-4F60-4B27-9207-172470496696}" dt="2026-06-02T03:04:15.422" v="26705" actId="164"/>
          <ac:spMkLst>
            <pc:docMk/>
            <pc:sldMk cId="3170814667" sldId="295"/>
            <ac:spMk id="16" creationId="{161DA1A0-E21A-B5C5-E187-5F876B32EE40}"/>
          </ac:spMkLst>
        </pc:spChg>
        <pc:spChg chg="mod topLvl">
          <ac:chgData name="Ryan Voget" userId="b9ec8ef93362921d" providerId="LiveId" clId="{0330F05F-4F60-4B27-9207-172470496696}" dt="2026-06-02T03:04:15.422" v="26705" actId="164"/>
          <ac:spMkLst>
            <pc:docMk/>
            <pc:sldMk cId="3170814667" sldId="295"/>
            <ac:spMk id="17" creationId="{BEC5DCEF-5C9E-B0C1-9B2E-6989CA99D82B}"/>
          </ac:spMkLst>
        </pc:spChg>
        <pc:spChg chg="mod topLvl">
          <ac:chgData name="Ryan Voget" userId="b9ec8ef93362921d" providerId="LiveId" clId="{0330F05F-4F60-4B27-9207-172470496696}" dt="2026-06-02T03:05:03.737" v="26716" actId="164"/>
          <ac:spMkLst>
            <pc:docMk/>
            <pc:sldMk cId="3170814667" sldId="295"/>
            <ac:spMk id="18" creationId="{3643FE7F-98B6-7C69-323C-8BCC560AF8CA}"/>
          </ac:spMkLst>
        </pc:spChg>
        <pc:spChg chg="mod topLvl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20" creationId="{4678605D-5A06-B078-9A88-CDD520552B64}"/>
          </ac:spMkLst>
        </pc:spChg>
        <pc:spChg chg="mod">
          <ac:chgData name="Ryan Voget" userId="b9ec8ef93362921d" providerId="LiveId" clId="{0330F05F-4F60-4B27-9207-172470496696}" dt="2026-06-02T03:04:16.347" v="26706"/>
          <ac:spMkLst>
            <pc:docMk/>
            <pc:sldMk cId="3170814667" sldId="295"/>
            <ac:spMk id="23" creationId="{68170EED-73EC-5BA4-8CEE-0B1A82B2A8A6}"/>
          </ac:spMkLst>
        </pc:spChg>
        <pc:spChg chg="mod">
          <ac:chgData name="Ryan Voget" userId="b9ec8ef93362921d" providerId="LiveId" clId="{0330F05F-4F60-4B27-9207-172470496696}" dt="2026-06-02T03:04:16.347" v="26706"/>
          <ac:spMkLst>
            <pc:docMk/>
            <pc:sldMk cId="3170814667" sldId="295"/>
            <ac:spMk id="24" creationId="{E3D065E2-0FBF-7821-63F4-CAF341E32A29}"/>
          </ac:spMkLst>
        </pc:spChg>
        <pc:spChg chg="mod">
          <ac:chgData name="Ryan Voget" userId="b9ec8ef93362921d" providerId="LiveId" clId="{0330F05F-4F60-4B27-9207-172470496696}" dt="2026-06-02T03:04:16.347" v="26706"/>
          <ac:spMkLst>
            <pc:docMk/>
            <pc:sldMk cId="3170814667" sldId="295"/>
            <ac:spMk id="25" creationId="{7F4F83CF-D00F-02BF-2219-270C70B1ECD2}"/>
          </ac:spMkLst>
        </pc:spChg>
        <pc:spChg chg="mod">
          <ac:chgData name="Ryan Voget" userId="b9ec8ef93362921d" providerId="LiveId" clId="{0330F05F-4F60-4B27-9207-172470496696}" dt="2026-06-02T03:05:05.086" v="26717"/>
          <ac:spMkLst>
            <pc:docMk/>
            <pc:sldMk cId="3170814667" sldId="295"/>
            <ac:spMk id="30" creationId="{3693817D-55C5-52D4-9311-4AC1255F8823}"/>
          </ac:spMkLst>
        </pc:spChg>
        <pc:spChg chg="mod">
          <ac:chgData name="Ryan Voget" userId="b9ec8ef93362921d" providerId="LiveId" clId="{0330F05F-4F60-4B27-9207-172470496696}" dt="2026-06-02T03:05:05.086" v="26717"/>
          <ac:spMkLst>
            <pc:docMk/>
            <pc:sldMk cId="3170814667" sldId="295"/>
            <ac:spMk id="35" creationId="{F19CC8D2-6DC4-555E-E83D-9F18B326EB74}"/>
          </ac:spMkLst>
        </pc:spChg>
        <pc:spChg chg="add del">
          <ac:chgData name="Ryan Voget" userId="b9ec8ef93362921d" providerId="LiveId" clId="{0330F05F-4F60-4B27-9207-172470496696}" dt="2026-06-02T03:05:28.985" v="26720" actId="11529"/>
          <ac:spMkLst>
            <pc:docMk/>
            <pc:sldMk cId="3170814667" sldId="295"/>
            <ac:spMk id="36" creationId="{B27FD592-AB43-DBCC-CCB0-2C123ED06532}"/>
          </ac:spMkLst>
        </pc:spChg>
        <pc:spChg chg="add mod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37" creationId="{87EE9531-FFF4-F2FE-F30A-C40BA685EC4A}"/>
          </ac:spMkLst>
        </pc:spChg>
        <pc:spChg chg="add mod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38" creationId="{8DD5BED0-6E40-A6CC-E1B7-F7E6969D473E}"/>
          </ac:spMkLst>
        </pc:spChg>
        <pc:spChg chg="add mod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39" creationId="{653FF291-B73E-D668-8521-652BFB7309BF}"/>
          </ac:spMkLst>
        </pc:spChg>
        <pc:spChg chg="add mod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40" creationId="{C464B213-92D7-3890-8E06-4CF790E254A9}"/>
          </ac:spMkLst>
        </pc:spChg>
        <pc:spChg chg="add mod">
          <ac:chgData name="Ryan Voget" userId="b9ec8ef93362921d" providerId="LiveId" clId="{0330F05F-4F60-4B27-9207-172470496696}" dt="2026-06-02T03:11:17.318" v="26775" actId="164"/>
          <ac:spMkLst>
            <pc:docMk/>
            <pc:sldMk cId="3170814667" sldId="295"/>
            <ac:spMk id="41" creationId="{26E2F1AB-A500-2F5B-424D-93B180B64C74}"/>
          </ac:spMkLst>
        </pc:spChg>
        <pc:spChg chg="add mod">
          <ac:chgData name="Ryan Voget" userId="b9ec8ef93362921d" providerId="LiveId" clId="{0330F05F-4F60-4B27-9207-172470496696}" dt="2026-06-02T03:10:13.822" v="26765" actId="1076"/>
          <ac:spMkLst>
            <pc:docMk/>
            <pc:sldMk cId="3170814667" sldId="295"/>
            <ac:spMk id="60" creationId="{E9B04E18-17BB-0268-85BC-59AF7E38A399}"/>
          </ac:spMkLst>
        </pc:spChg>
        <pc:grpChg chg="add mod">
          <ac:chgData name="Ryan Voget" userId="b9ec8ef93362921d" providerId="LiveId" clId="{0330F05F-4F60-4B27-9207-172470496696}" dt="2026-06-02T03:04:20.761" v="26708" actId="1076"/>
          <ac:grpSpMkLst>
            <pc:docMk/>
            <pc:sldMk cId="3170814667" sldId="295"/>
            <ac:grpSpMk id="21" creationId="{43B3A60D-6836-3A3B-E754-21090E8A36A4}"/>
          </ac:grpSpMkLst>
        </pc:grpChg>
        <pc:grpChg chg="add mod">
          <ac:chgData name="Ryan Voget" userId="b9ec8ef93362921d" providerId="LiveId" clId="{0330F05F-4F60-4B27-9207-172470496696}" dt="2026-06-02T03:04:33.477" v="26709" actId="1076"/>
          <ac:grpSpMkLst>
            <pc:docMk/>
            <pc:sldMk cId="3170814667" sldId="295"/>
            <ac:grpSpMk id="22" creationId="{F919B6A0-E6D8-E16E-E6A5-34C0E23F9AAC}"/>
          </ac:grpSpMkLst>
        </pc:grpChg>
        <pc:grpChg chg="add mod">
          <ac:chgData name="Ryan Voget" userId="b9ec8ef93362921d" providerId="LiveId" clId="{0330F05F-4F60-4B27-9207-172470496696}" dt="2026-06-02T03:05:03.737" v="26716" actId="164"/>
          <ac:grpSpMkLst>
            <pc:docMk/>
            <pc:sldMk cId="3170814667" sldId="295"/>
            <ac:grpSpMk id="26" creationId="{CA7F212A-A7C3-D936-B46E-AB745E4EFFF1}"/>
          </ac:grpSpMkLst>
        </pc:grpChg>
        <pc:grpChg chg="add mod">
          <ac:chgData name="Ryan Voget" userId="b9ec8ef93362921d" providerId="LiveId" clId="{0330F05F-4F60-4B27-9207-172470496696}" dt="2026-06-02T03:05:11.403" v="26718" actId="1076"/>
          <ac:grpSpMkLst>
            <pc:docMk/>
            <pc:sldMk cId="3170814667" sldId="295"/>
            <ac:grpSpMk id="28" creationId="{C7FF19A3-D797-0627-A87B-940713AF3F38}"/>
          </ac:grpSpMkLst>
        </pc:grpChg>
        <pc:grpChg chg="mod">
          <ac:chgData name="Ryan Voget" userId="b9ec8ef93362921d" providerId="LiveId" clId="{0330F05F-4F60-4B27-9207-172470496696}" dt="2026-06-02T03:11:19.459" v="26776" actId="1076"/>
          <ac:grpSpMkLst>
            <pc:docMk/>
            <pc:sldMk cId="3170814667" sldId="295"/>
            <ac:grpSpMk id="63" creationId="{FA873C9E-73EB-0748-4BD5-5D68A55B7FC4}"/>
          </ac:grpSpMkLst>
        </pc:grpChg>
        <pc:grpChg chg="del">
          <ac:chgData name="Ryan Voget" userId="b9ec8ef93362921d" providerId="LiveId" clId="{0330F05F-4F60-4B27-9207-172470496696}" dt="2026-06-02T03:02:23.502" v="26607" actId="478"/>
          <ac:grpSpMkLst>
            <pc:docMk/>
            <pc:sldMk cId="3170814667" sldId="295"/>
            <ac:grpSpMk id="72" creationId="{97E826AB-6308-D35A-F70F-556D30667987}"/>
          </ac:grpSpMkLst>
        </pc:grpChg>
        <pc:cxnChg chg="del mod">
          <ac:chgData name="Ryan Voget" userId="b9ec8ef93362921d" providerId="LiveId" clId="{0330F05F-4F60-4B27-9207-172470496696}" dt="2026-06-02T03:10:22.035" v="26769" actId="478"/>
          <ac:cxnSpMkLst>
            <pc:docMk/>
            <pc:sldMk cId="3170814667" sldId="295"/>
            <ac:cxnSpMk id="7" creationId="{2628414B-777B-DBF2-247E-AD8FAFDD42C3}"/>
          </ac:cxnSpMkLst>
        </pc:cxnChg>
        <pc:cxnChg chg="add mod">
          <ac:chgData name="Ryan Voget" userId="b9ec8ef93362921d" providerId="LiveId" clId="{0330F05F-4F60-4B27-9207-172470496696}" dt="2026-06-02T03:08:51.246" v="26748" actId="1076"/>
          <ac:cxnSpMkLst>
            <pc:docMk/>
            <pc:sldMk cId="3170814667" sldId="295"/>
            <ac:cxnSpMk id="42" creationId="{F510546F-1680-514B-97C6-A50321B34941}"/>
          </ac:cxnSpMkLst>
        </pc:cxnChg>
        <pc:cxnChg chg="add mod">
          <ac:chgData name="Ryan Voget" userId="b9ec8ef93362921d" providerId="LiveId" clId="{0330F05F-4F60-4B27-9207-172470496696}" dt="2026-06-02T03:08:54.857" v="26750" actId="1076"/>
          <ac:cxnSpMkLst>
            <pc:docMk/>
            <pc:sldMk cId="3170814667" sldId="295"/>
            <ac:cxnSpMk id="43" creationId="{63252CBC-4039-BE1F-3633-F6B10A1B99CC}"/>
          </ac:cxnSpMkLst>
        </pc:cxnChg>
        <pc:cxnChg chg="add mod">
          <ac:chgData name="Ryan Voget" userId="b9ec8ef93362921d" providerId="LiveId" clId="{0330F05F-4F60-4B27-9207-172470496696}" dt="2026-06-02T03:09:02.390" v="26752" actId="1076"/>
          <ac:cxnSpMkLst>
            <pc:docMk/>
            <pc:sldMk cId="3170814667" sldId="295"/>
            <ac:cxnSpMk id="44" creationId="{7A8DF056-6CA6-37A1-188C-F8FE93D0F83F}"/>
          </ac:cxnSpMkLst>
        </pc:cxnChg>
        <pc:cxnChg chg="add mod">
          <ac:chgData name="Ryan Voget" userId="b9ec8ef93362921d" providerId="LiveId" clId="{0330F05F-4F60-4B27-9207-172470496696}" dt="2026-06-02T03:10:33.008" v="26772" actId="1076"/>
          <ac:cxnSpMkLst>
            <pc:docMk/>
            <pc:sldMk cId="3170814667" sldId="295"/>
            <ac:cxnSpMk id="45" creationId="{A9DD4E89-C33B-1F77-7559-B4AA05DB8C75}"/>
          </ac:cxnSpMkLst>
        </pc:cxnChg>
        <pc:cxnChg chg="add del mod">
          <ac:chgData name="Ryan Voget" userId="b9ec8ef93362921d" providerId="LiveId" clId="{0330F05F-4F60-4B27-9207-172470496696}" dt="2026-06-02T03:10:23.554" v="26770" actId="478"/>
          <ac:cxnSpMkLst>
            <pc:docMk/>
            <pc:sldMk cId="3170814667" sldId="295"/>
            <ac:cxnSpMk id="46" creationId="{357C1714-4BD0-EC3E-28C7-4DAEBE758AFA}"/>
          </ac:cxnSpMkLst>
        </pc:cxnChg>
        <pc:cxnChg chg="add mod">
          <ac:chgData name="Ryan Voget" userId="b9ec8ef93362921d" providerId="LiveId" clId="{0330F05F-4F60-4B27-9207-172470496696}" dt="2026-06-02T03:10:35.184" v="26773" actId="1076"/>
          <ac:cxnSpMkLst>
            <pc:docMk/>
            <pc:sldMk cId="3170814667" sldId="295"/>
            <ac:cxnSpMk id="62" creationId="{3BFFDB84-A212-633A-6722-B800B333E4E3}"/>
          </ac:cxnSpMkLst>
        </pc:cxnChg>
      </pc:sldChg>
      <pc:sldChg chg="addSp delSp modSp add mod setBg">
        <pc:chgData name="Ryan Voget" userId="b9ec8ef93362921d" providerId="LiveId" clId="{0330F05F-4F60-4B27-9207-172470496696}" dt="2026-06-02T03:37:03.146" v="27526" actId="1076"/>
        <pc:sldMkLst>
          <pc:docMk/>
          <pc:sldMk cId="2089206943" sldId="296"/>
        </pc:sldMkLst>
        <pc:spChg chg="mod">
          <ac:chgData name="Ryan Voget" userId="b9ec8ef93362921d" providerId="LiveId" clId="{0330F05F-4F60-4B27-9207-172470496696}" dt="2026-06-02T03:13:59.182" v="26791" actId="27803"/>
          <ac:spMkLst>
            <pc:docMk/>
            <pc:sldMk cId="2089206943" sldId="296"/>
            <ac:spMk id="7" creationId="{57DD8D6C-2098-87A6-78C0-2C952200E567}"/>
          </ac:spMkLst>
        </pc:spChg>
        <pc:spChg chg="mod">
          <ac:chgData name="Ryan Voget" userId="b9ec8ef93362921d" providerId="LiveId" clId="{0330F05F-4F60-4B27-9207-172470496696}" dt="2026-06-02T03:12:41.757" v="26787" actId="20577"/>
          <ac:spMkLst>
            <pc:docMk/>
            <pc:sldMk cId="2089206943" sldId="296"/>
            <ac:spMk id="9" creationId="{BDA04B4C-B7F2-46A0-B752-0D35BA908220}"/>
          </ac:spMkLst>
        </pc:spChg>
        <pc:spChg chg="mod">
          <ac:chgData name="Ryan Voget" userId="b9ec8ef93362921d" providerId="LiveId" clId="{0330F05F-4F60-4B27-9207-172470496696}" dt="2026-06-02T03:13:59.182" v="26791" actId="27803"/>
          <ac:spMkLst>
            <pc:docMk/>
            <pc:sldMk cId="2089206943" sldId="296"/>
            <ac:spMk id="27" creationId="{4600B33A-8114-CACA-44B6-485F8B5DF0E3}"/>
          </ac:spMkLst>
        </pc:spChg>
        <pc:spChg chg="mod">
          <ac:chgData name="Ryan Voget" userId="b9ec8ef93362921d" providerId="LiveId" clId="{0330F05F-4F60-4B27-9207-172470496696}" dt="2026-06-02T03:13:59.182" v="26791" actId="27803"/>
          <ac:spMkLst>
            <pc:docMk/>
            <pc:sldMk cId="2089206943" sldId="296"/>
            <ac:spMk id="29" creationId="{CF64CCBF-0432-B3E0-0E92-D12BB706FBE5}"/>
          </ac:spMkLst>
        </pc:spChg>
        <pc:spChg chg="mod">
          <ac:chgData name="Ryan Voget" userId="b9ec8ef93362921d" providerId="LiveId" clId="{0330F05F-4F60-4B27-9207-172470496696}" dt="2026-06-02T03:13:59.182" v="26791" actId="27803"/>
          <ac:spMkLst>
            <pc:docMk/>
            <pc:sldMk cId="2089206943" sldId="296"/>
            <ac:spMk id="31" creationId="{8B0914D0-9712-73F5-7697-6D3419A42F74}"/>
          </ac:spMkLst>
        </pc:spChg>
        <pc:spChg chg="mod">
          <ac:chgData name="Ryan Voget" userId="b9ec8ef93362921d" providerId="LiveId" clId="{0330F05F-4F60-4B27-9207-172470496696}" dt="2026-06-02T03:13:59.182" v="26791" actId="27803"/>
          <ac:spMkLst>
            <pc:docMk/>
            <pc:sldMk cId="2089206943" sldId="296"/>
            <ac:spMk id="32" creationId="{96DB05FA-FA6B-2B80-2626-CB5EF5F2A99A}"/>
          </ac:spMkLst>
        </pc:spChg>
        <pc:spChg chg="add del mod">
          <ac:chgData name="Ryan Voget" userId="b9ec8ef93362921d" providerId="LiveId" clId="{0330F05F-4F60-4B27-9207-172470496696}" dt="2026-06-02T03:15:55.330" v="26813" actId="478"/>
          <ac:spMkLst>
            <pc:docMk/>
            <pc:sldMk cId="2089206943" sldId="296"/>
            <ac:spMk id="33" creationId="{54A7B019-6267-CE33-D21F-E9F1707F759A}"/>
          </ac:spMkLst>
        </pc:spChg>
        <pc:spChg chg="add mod">
          <ac:chgData name="Ryan Voget" userId="b9ec8ef93362921d" providerId="LiveId" clId="{0330F05F-4F60-4B27-9207-172470496696}" dt="2026-06-02T03:16:55.834" v="26830" actId="207"/>
          <ac:spMkLst>
            <pc:docMk/>
            <pc:sldMk cId="2089206943" sldId="296"/>
            <ac:spMk id="34" creationId="{D98C5D0F-90CB-30F0-7F33-005915EE16C3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36" creationId="{5F068B91-58EE-D6CF-DEF9-03EC3B9088B6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46" creationId="{38E89057-7B12-CD9B-48BE-94889937A0E3}"/>
          </ac:spMkLst>
        </pc:spChg>
        <pc:spChg chg="add del mod">
          <ac:chgData name="Ryan Voget" userId="b9ec8ef93362921d" providerId="LiveId" clId="{0330F05F-4F60-4B27-9207-172470496696}" dt="2026-06-02T03:20:35.903" v="27360" actId="478"/>
          <ac:spMkLst>
            <pc:docMk/>
            <pc:sldMk cId="2089206943" sldId="296"/>
            <ac:spMk id="47" creationId="{5D682CE9-394B-7377-AA1E-EA67A9A4B2C1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48" creationId="{ADCDBF3B-AE4A-54A7-63C1-1CFBDD0221A7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49" creationId="{68DB733E-679B-9716-2576-AFC0D124B974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50" creationId="{4F5BFCD6-4B82-13BD-8FBA-4B159637BE52}"/>
          </ac:spMkLst>
        </pc:spChg>
        <pc:spChg chg="add del mod">
          <ac:chgData name="Ryan Voget" userId="b9ec8ef93362921d" providerId="LiveId" clId="{0330F05F-4F60-4B27-9207-172470496696}" dt="2026-06-02T03:24:25.019" v="27443" actId="478"/>
          <ac:spMkLst>
            <pc:docMk/>
            <pc:sldMk cId="2089206943" sldId="296"/>
            <ac:spMk id="51" creationId="{6CCBAACB-BD0F-5531-66C6-95EDDFDB8B99}"/>
          </ac:spMkLst>
        </pc:spChg>
        <pc:spChg chg="add mod">
          <ac:chgData name="Ryan Voget" userId="b9ec8ef93362921d" providerId="LiveId" clId="{0330F05F-4F60-4B27-9207-172470496696}" dt="2026-06-02T03:23:27.182" v="27415" actId="14100"/>
          <ac:spMkLst>
            <pc:docMk/>
            <pc:sldMk cId="2089206943" sldId="296"/>
            <ac:spMk id="52" creationId="{F4C7F6BC-4885-B94B-9367-0348CB318220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53" creationId="{52054D50-57EA-9121-CF9A-49D348579553}"/>
          </ac:spMkLst>
        </pc:spChg>
        <pc:spChg chg="add del mod">
          <ac:chgData name="Ryan Voget" userId="b9ec8ef93362921d" providerId="LiveId" clId="{0330F05F-4F60-4B27-9207-172470496696}" dt="2026-06-02T03:25:25.302" v="27450" actId="478"/>
          <ac:spMkLst>
            <pc:docMk/>
            <pc:sldMk cId="2089206943" sldId="296"/>
            <ac:spMk id="54" creationId="{6697CA1B-D42F-65F0-5EFD-0BB22A372EF9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55" creationId="{250D1D1D-0671-CF4B-76BF-DAD9F99B4747}"/>
          </ac:spMkLst>
        </pc:spChg>
        <pc:spChg chg="add mod">
          <ac:chgData name="Ryan Voget" userId="b9ec8ef93362921d" providerId="LiveId" clId="{0330F05F-4F60-4B27-9207-172470496696}" dt="2026-06-02T03:28:39.430" v="27461" actId="1076"/>
          <ac:spMkLst>
            <pc:docMk/>
            <pc:sldMk cId="2089206943" sldId="296"/>
            <ac:spMk id="56" creationId="{364641DB-96C4-F801-349B-4DDB77455317}"/>
          </ac:spMkLst>
        </pc:spChg>
        <pc:spChg chg="add mod">
          <ac:chgData name="Ryan Voget" userId="b9ec8ef93362921d" providerId="LiveId" clId="{0330F05F-4F60-4B27-9207-172470496696}" dt="2026-06-02T03:28:34.158" v="27460" actId="1076"/>
          <ac:spMkLst>
            <pc:docMk/>
            <pc:sldMk cId="2089206943" sldId="296"/>
            <ac:spMk id="57" creationId="{84C5CEB1-96AB-9AA3-FE7A-94B6F9D3C4C6}"/>
          </ac:spMkLst>
        </pc:spChg>
        <pc:spChg chg="add del mod">
          <ac:chgData name="Ryan Voget" userId="b9ec8ef93362921d" providerId="LiveId" clId="{0330F05F-4F60-4B27-9207-172470496696}" dt="2026-06-02T03:29:27.229" v="27468" actId="478"/>
          <ac:spMkLst>
            <pc:docMk/>
            <pc:sldMk cId="2089206943" sldId="296"/>
            <ac:spMk id="58" creationId="{5816B34F-7C48-0A2C-8465-1A13C9825B9B}"/>
          </ac:spMkLst>
        </pc:spChg>
        <pc:spChg chg="add mod">
          <ac:chgData name="Ryan Voget" userId="b9ec8ef93362921d" providerId="LiveId" clId="{0330F05F-4F60-4B27-9207-172470496696}" dt="2026-06-02T03:31:12.126" v="27503" actId="164"/>
          <ac:spMkLst>
            <pc:docMk/>
            <pc:sldMk cId="2089206943" sldId="296"/>
            <ac:spMk id="59" creationId="{9AC8DC17-672F-F4A5-1CAA-273630C7DCB9}"/>
          </ac:spMkLst>
        </pc:spChg>
        <pc:spChg chg="add mod">
          <ac:chgData name="Ryan Voget" userId="b9ec8ef93362921d" providerId="LiveId" clId="{0330F05F-4F60-4B27-9207-172470496696}" dt="2026-06-02T03:31:12.126" v="27503" actId="164"/>
          <ac:spMkLst>
            <pc:docMk/>
            <pc:sldMk cId="2089206943" sldId="296"/>
            <ac:spMk id="61" creationId="{3723117A-FD20-EAED-BBF6-71E49F8F4416}"/>
          </ac:spMkLst>
        </pc:spChg>
        <pc:spChg chg="add mod">
          <ac:chgData name="Ryan Voget" userId="b9ec8ef93362921d" providerId="LiveId" clId="{0330F05F-4F60-4B27-9207-172470496696}" dt="2026-06-02T03:31:06.050" v="27502"/>
          <ac:spMkLst>
            <pc:docMk/>
            <pc:sldMk cId="2089206943" sldId="296"/>
            <ac:spMk id="64" creationId="{C5A4DC97-060C-809A-C737-7BA96DD7F927}"/>
          </ac:spMkLst>
        </pc:spChg>
        <pc:spChg chg="add mod">
          <ac:chgData name="Ryan Voget" userId="b9ec8ef93362921d" providerId="LiveId" clId="{0330F05F-4F60-4B27-9207-172470496696}" dt="2026-06-02T03:31:06.050" v="27502"/>
          <ac:spMkLst>
            <pc:docMk/>
            <pc:sldMk cId="2089206943" sldId="296"/>
            <ac:spMk id="65" creationId="{FF636FCA-A676-52D0-9EAD-FF1563C5B8DC}"/>
          </ac:spMkLst>
        </pc:spChg>
        <pc:spChg chg="mod">
          <ac:chgData name="Ryan Voget" userId="b9ec8ef93362921d" providerId="LiveId" clId="{0330F05F-4F60-4B27-9207-172470496696}" dt="2026-06-02T03:31:13.459" v="27504"/>
          <ac:spMkLst>
            <pc:docMk/>
            <pc:sldMk cId="2089206943" sldId="296"/>
            <ac:spMk id="68" creationId="{607FEB4A-0D5E-E949-E98C-067B2A3C618C}"/>
          </ac:spMkLst>
        </pc:spChg>
        <pc:spChg chg="mod">
          <ac:chgData name="Ryan Voget" userId="b9ec8ef93362921d" providerId="LiveId" clId="{0330F05F-4F60-4B27-9207-172470496696}" dt="2026-06-02T03:31:13.459" v="27504"/>
          <ac:spMkLst>
            <pc:docMk/>
            <pc:sldMk cId="2089206943" sldId="296"/>
            <ac:spMk id="69" creationId="{8BECA7A9-00DF-65EC-DAAF-8875F68FCC08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70" creationId="{FFACBFCD-9873-07A9-F0A7-CA754EABFEE6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71" creationId="{4ED58BCD-DB38-D893-B14F-536879561B71}"/>
          </ac:spMkLst>
        </pc:spChg>
        <pc:spChg chg="add mod">
          <ac:chgData name="Ryan Voget" userId="b9ec8ef93362921d" providerId="LiveId" clId="{0330F05F-4F60-4B27-9207-172470496696}" dt="2026-06-02T03:36:44.454" v="27523" actId="1076"/>
          <ac:spMkLst>
            <pc:docMk/>
            <pc:sldMk cId="2089206943" sldId="296"/>
            <ac:spMk id="72" creationId="{BB3F5854-E9FB-FD57-A3E6-614AED3B84ED}"/>
          </ac:spMkLst>
        </pc:spChg>
        <pc:spChg chg="add mod">
          <ac:chgData name="Ryan Voget" userId="b9ec8ef93362921d" providerId="LiveId" clId="{0330F05F-4F60-4B27-9207-172470496696}" dt="2026-06-02T03:37:00.567" v="27525" actId="164"/>
          <ac:spMkLst>
            <pc:docMk/>
            <pc:sldMk cId="2089206943" sldId="296"/>
            <ac:spMk id="73" creationId="{E52885E7-4CD9-B600-0C93-F9A9DC52C16F}"/>
          </ac:spMkLst>
        </pc:spChg>
        <pc:grpChg chg="del mod">
          <ac:chgData name="Ryan Voget" userId="b9ec8ef93362921d" providerId="LiveId" clId="{0330F05F-4F60-4B27-9207-172470496696}" dt="2026-06-02T03:14:16.209" v="26797" actId="478"/>
          <ac:grpSpMkLst>
            <pc:docMk/>
            <pc:sldMk cId="2089206943" sldId="296"/>
            <ac:grpSpMk id="4" creationId="{1B993660-F8C1-1FC0-1902-E04C5DBC48C3}"/>
          </ac:grpSpMkLst>
        </pc:grpChg>
        <pc:grpChg chg="del">
          <ac:chgData name="Ryan Voget" userId="b9ec8ef93362921d" providerId="LiveId" clId="{0330F05F-4F60-4B27-9207-172470496696}" dt="2026-06-02T03:12:43.613" v="26788" actId="478"/>
          <ac:grpSpMkLst>
            <pc:docMk/>
            <pc:sldMk cId="2089206943" sldId="296"/>
            <ac:grpSpMk id="63" creationId="{3999FEAC-AED4-AA3A-A078-05D02EE7C7A2}"/>
          </ac:grpSpMkLst>
        </pc:grpChg>
        <pc:grpChg chg="add mod">
          <ac:chgData name="Ryan Voget" userId="b9ec8ef93362921d" providerId="LiveId" clId="{0330F05F-4F60-4B27-9207-172470496696}" dt="2026-06-02T03:31:12.126" v="27503" actId="164"/>
          <ac:grpSpMkLst>
            <pc:docMk/>
            <pc:sldMk cId="2089206943" sldId="296"/>
            <ac:grpSpMk id="66" creationId="{9B3B13CE-B5E4-062E-6A5E-F26DA46DEADF}"/>
          </ac:grpSpMkLst>
        </pc:grpChg>
        <pc:grpChg chg="add mod">
          <ac:chgData name="Ryan Voget" userId="b9ec8ef93362921d" providerId="LiveId" clId="{0330F05F-4F60-4B27-9207-172470496696}" dt="2026-06-02T03:31:32.682" v="27507" actId="1076"/>
          <ac:grpSpMkLst>
            <pc:docMk/>
            <pc:sldMk cId="2089206943" sldId="296"/>
            <ac:grpSpMk id="67" creationId="{1786BD8F-0532-5BB0-C85F-2CDB7E39D5A4}"/>
          </ac:grpSpMkLst>
        </pc:grpChg>
        <pc:grpChg chg="mod">
          <ac:chgData name="Ryan Voget" userId="b9ec8ef93362921d" providerId="LiveId" clId="{0330F05F-4F60-4B27-9207-172470496696}" dt="2026-06-02T03:37:03.146" v="27526" actId="1076"/>
          <ac:grpSpMkLst>
            <pc:docMk/>
            <pc:sldMk cId="2089206943" sldId="296"/>
            <ac:grpSpMk id="74" creationId="{68EE37C3-138C-EDC2-C18B-D9E914F3CC5C}"/>
          </ac:grpSpMkLst>
        </pc:grpChg>
        <pc:picChg chg="add del mod">
          <ac:chgData name="Ryan Voget" userId="b9ec8ef93362921d" providerId="LiveId" clId="{0330F05F-4F60-4B27-9207-172470496696}" dt="2026-06-02T03:13:59.182" v="26791" actId="27803"/>
          <ac:picMkLst>
            <pc:docMk/>
            <pc:sldMk cId="2089206943" sldId="296"/>
            <ac:picMk id="3" creationId="{F8564A0C-9F44-16E2-EB27-E17C2BA59B7D}"/>
          </ac:picMkLst>
        </pc:picChg>
      </pc:sldChg>
      <pc:sldChg chg="addSp delSp modSp add mod">
        <pc:chgData name="Ryan Voget" userId="b9ec8ef93362921d" providerId="LiveId" clId="{0330F05F-4F60-4B27-9207-172470496696}" dt="2026-06-02T04:08:16.089" v="28006" actId="1076"/>
        <pc:sldMkLst>
          <pc:docMk/>
          <pc:sldMk cId="1006826660" sldId="297"/>
        </pc:sldMkLst>
        <pc:spChg chg="add mod">
          <ac:chgData name="Ryan Voget" userId="b9ec8ef93362921d" providerId="LiveId" clId="{0330F05F-4F60-4B27-9207-172470496696}" dt="2026-06-02T04:03:12.998" v="27834" actId="207"/>
          <ac:spMkLst>
            <pc:docMk/>
            <pc:sldMk cId="1006826660" sldId="297"/>
            <ac:spMk id="4" creationId="{C86334C2-ED90-7259-ECC3-82A28414B5ED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5" creationId="{9477E261-AB99-71A4-14A1-0806C465E294}"/>
          </ac:spMkLst>
        </pc:spChg>
        <pc:spChg chg="add del mod">
          <ac:chgData name="Ryan Voget" userId="b9ec8ef93362921d" providerId="LiveId" clId="{0330F05F-4F60-4B27-9207-172470496696}" dt="2026-06-02T03:42:31.452" v="27572" actId="478"/>
          <ac:spMkLst>
            <pc:docMk/>
            <pc:sldMk cId="1006826660" sldId="297"/>
            <ac:spMk id="6" creationId="{7DA8DEFA-B846-F06B-0D3E-529A4D4DEC88}"/>
          </ac:spMkLst>
        </pc:spChg>
        <pc:spChg chg="mod">
          <ac:chgData name="Ryan Voget" userId="b9ec8ef93362921d" providerId="LiveId" clId="{0330F05F-4F60-4B27-9207-172470496696}" dt="2026-06-02T03:37:45.844" v="27539" actId="20577"/>
          <ac:spMkLst>
            <pc:docMk/>
            <pc:sldMk cId="1006826660" sldId="297"/>
            <ac:spMk id="9" creationId="{F15485E8-47FF-EE94-F02F-02B45CFE170D}"/>
          </ac:spMkLst>
        </pc:spChg>
        <pc:spChg chg="add mod or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19" creationId="{951EC0CB-D751-8BFB-D997-70A525B2087D}"/>
          </ac:spMkLst>
        </pc:spChg>
        <pc:spChg chg="add mod or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22" creationId="{66893E84-9D34-12B9-C3B9-6B6ECF7115B4}"/>
          </ac:spMkLst>
        </pc:spChg>
        <pc:spChg chg="add mod or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23" creationId="{09C802AD-7E55-069D-59C9-AAA58193B702}"/>
          </ac:spMkLst>
        </pc:spChg>
        <pc:spChg chg="add mod ord">
          <ac:chgData name="Ryan Voget" userId="b9ec8ef93362921d" providerId="LiveId" clId="{0330F05F-4F60-4B27-9207-172470496696}" dt="2026-06-02T04:03:55.787" v="27950" actId="207"/>
          <ac:spMkLst>
            <pc:docMk/>
            <pc:sldMk cId="1006826660" sldId="297"/>
            <ac:spMk id="24" creationId="{A241506A-4DF3-CBCF-01BF-C57C8416042A}"/>
          </ac:spMkLst>
        </pc:spChg>
        <pc:spChg chg="add mod or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26" creationId="{4A831200-1E51-0290-4880-2AF1F3C334E4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28" creationId="{CE6485F7-7A00-A661-1173-840F452BBA32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29" creationId="{D34DF100-EAE7-86D5-5125-FE849B4359A4}"/>
          </ac:spMkLst>
        </pc:spChg>
        <pc:spChg chg="add del">
          <ac:chgData name="Ryan Voget" userId="b9ec8ef93362921d" providerId="LiveId" clId="{0330F05F-4F60-4B27-9207-172470496696}" dt="2026-06-02T04:06:48.498" v="27983" actId="478"/>
          <ac:spMkLst>
            <pc:docMk/>
            <pc:sldMk cId="1006826660" sldId="297"/>
            <ac:spMk id="30" creationId="{D3E1E293-8EDA-3160-876A-8821610CB8A0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31" creationId="{37EE0C03-37FC-8D6B-E1DF-A6548F0E8275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32" creationId="{20D9AC60-F3F2-6384-5956-990C77507619}"/>
          </ac:spMkLst>
        </pc:spChg>
        <pc:spChg chg="add mod">
          <ac:chgData name="Ryan Voget" userId="b9ec8ef93362921d" providerId="LiveId" clId="{0330F05F-4F60-4B27-9207-172470496696}" dt="2026-06-02T04:08:13.215" v="28005" actId="164"/>
          <ac:spMkLst>
            <pc:docMk/>
            <pc:sldMk cId="1006826660" sldId="297"/>
            <ac:spMk id="33" creationId="{D0C89CC6-F108-A187-8374-46195DE51BF3}"/>
          </ac:spMkLst>
        </pc:spChg>
        <pc:grpChg chg="del">
          <ac:chgData name="Ryan Voget" userId="b9ec8ef93362921d" providerId="LiveId" clId="{0330F05F-4F60-4B27-9207-172470496696}" dt="2026-06-02T03:37:47.588" v="27540" actId="478"/>
          <ac:grpSpMkLst>
            <pc:docMk/>
            <pc:sldMk cId="1006826660" sldId="297"/>
            <ac:grpSpMk id="27" creationId="{055920A8-2531-EFA2-7C84-DA53DA62FD24}"/>
          </ac:grpSpMkLst>
        </pc:grpChg>
        <pc:grpChg chg="mod">
          <ac:chgData name="Ryan Voget" userId="b9ec8ef93362921d" providerId="LiveId" clId="{0330F05F-4F60-4B27-9207-172470496696}" dt="2026-06-02T04:08:16.089" v="28006" actId="1076"/>
          <ac:grpSpMkLst>
            <pc:docMk/>
            <pc:sldMk cId="1006826660" sldId="297"/>
            <ac:grpSpMk id="34" creationId="{DECE0DD9-B28F-2F5B-4207-E89512A87A2D}"/>
          </ac:grpSpMkLst>
        </pc:grpChg>
      </pc:sldChg>
      <pc:sldChg chg="addSp delSp modSp add mod">
        <pc:chgData name="Ryan Voget" userId="b9ec8ef93362921d" providerId="LiveId" clId="{0330F05F-4F60-4B27-9207-172470496696}" dt="2026-06-02T04:14:58.454" v="28138" actId="1076"/>
        <pc:sldMkLst>
          <pc:docMk/>
          <pc:sldMk cId="1143540559" sldId="298"/>
        </pc:sldMkLst>
        <pc:spChg chg="add mod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2" creationId="{5C5288A9-75F2-880C-BF49-1CDD333EAB83}"/>
          </ac:spMkLst>
        </pc:spChg>
        <pc:spChg chg="add mod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3" creationId="{4CC3405D-4C8B-F8BA-A888-463768395C36}"/>
          </ac:spMkLst>
        </pc:spChg>
        <pc:spChg chg="mod topLvl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4" creationId="{7E3C0EC4-4A6A-28D0-2577-6B193A17FFE5}"/>
          </ac:spMkLst>
        </pc:spChg>
        <pc:spChg chg="mod topLvl">
          <ac:chgData name="Ryan Voget" userId="b9ec8ef93362921d" providerId="LiveId" clId="{0330F05F-4F60-4B27-9207-172470496696}" dt="2026-06-02T04:11:57.191" v="28093" actId="165"/>
          <ac:spMkLst>
            <pc:docMk/>
            <pc:sldMk cId="1143540559" sldId="298"/>
            <ac:spMk id="5" creationId="{6DC4CC4A-14D5-F40B-0071-4F3FAF16D509}"/>
          </ac:spMkLst>
        </pc:spChg>
        <pc:spChg chg="add mod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6" creationId="{2E363344-AA98-0598-2208-232219C0D99D}"/>
          </ac:spMkLst>
        </pc:spChg>
        <pc:spChg chg="add del mod">
          <ac:chgData name="Ryan Voget" userId="b9ec8ef93362921d" providerId="LiveId" clId="{0330F05F-4F60-4B27-9207-172470496696}" dt="2026-06-02T04:14:08.435" v="28125" actId="478"/>
          <ac:spMkLst>
            <pc:docMk/>
            <pc:sldMk cId="1143540559" sldId="298"/>
            <ac:spMk id="7" creationId="{AD2D5B3D-624E-57F5-2AA6-9E5DC68931CB}"/>
          </ac:spMkLst>
        </pc:spChg>
        <pc:spChg chg="add del mod">
          <ac:chgData name="Ryan Voget" userId="b9ec8ef93362921d" providerId="LiveId" clId="{0330F05F-4F60-4B27-9207-172470496696}" dt="2026-06-02T04:14:07.830" v="28124" actId="478"/>
          <ac:spMkLst>
            <pc:docMk/>
            <pc:sldMk cId="1143540559" sldId="298"/>
            <ac:spMk id="8" creationId="{077AC8BF-CAC8-451A-63A8-EF5360ADB2AF}"/>
          </ac:spMkLst>
        </pc:spChg>
        <pc:spChg chg="mod">
          <ac:chgData name="Ryan Voget" userId="b9ec8ef93362921d" providerId="LiveId" clId="{0330F05F-4F60-4B27-9207-172470496696}" dt="2026-06-02T04:09:46.184" v="28018" actId="20577"/>
          <ac:spMkLst>
            <pc:docMk/>
            <pc:sldMk cId="1143540559" sldId="298"/>
            <ac:spMk id="9" creationId="{7669A52C-0C7E-73BC-7F7E-0F86F2828C61}"/>
          </ac:spMkLst>
        </pc:spChg>
        <pc:spChg chg="add mod">
          <ac:chgData name="Ryan Voget" userId="b9ec8ef93362921d" providerId="LiveId" clId="{0330F05F-4F60-4B27-9207-172470496696}" dt="2026-06-02T04:14:27.131" v="28130" actId="14100"/>
          <ac:spMkLst>
            <pc:docMk/>
            <pc:sldMk cId="1143540559" sldId="298"/>
            <ac:spMk id="10" creationId="{71E50D9F-F95F-6156-C13A-373D06E0266E}"/>
          </ac:spMkLst>
        </pc:spChg>
        <pc:spChg chg="add mod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13" creationId="{B1E47946-973D-CF79-02B8-D2390199C67E}"/>
          </ac:spMkLst>
        </pc:spChg>
        <pc:spChg chg="add mod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14" creationId="{C5EBFBD0-2E52-F66B-5FBD-88638B40F1E9}"/>
          </ac:spMkLst>
        </pc:spChg>
        <pc:spChg chg="del mod topLvl">
          <ac:chgData name="Ryan Voget" userId="b9ec8ef93362921d" providerId="LiveId" clId="{0330F05F-4F60-4B27-9207-172470496696}" dt="2026-06-02T04:12:04.077" v="28097" actId="478"/>
          <ac:spMkLst>
            <pc:docMk/>
            <pc:sldMk cId="1143540559" sldId="298"/>
            <ac:spMk id="19" creationId="{BC531BBD-2D10-1AC8-C48B-DDC29666FDA5}"/>
          </ac:spMkLst>
        </pc:spChg>
        <pc:spChg chg="mod topLvl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22" creationId="{57F66FE2-5615-F8E7-FF8A-66E95AE81D74}"/>
          </ac:spMkLst>
        </pc:spChg>
        <pc:spChg chg="mod topLvl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23" creationId="{AEF50975-5109-3C76-B66D-EF89ADAC7A40}"/>
          </ac:spMkLst>
        </pc:spChg>
        <pc:spChg chg="mod topLvl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24" creationId="{61C4AAE5-2E8E-F7DD-A383-AF02EF908A86}"/>
          </ac:spMkLst>
        </pc:spChg>
        <pc:spChg chg="mod topLvl">
          <ac:chgData name="Ryan Voget" userId="b9ec8ef93362921d" providerId="LiveId" clId="{0330F05F-4F60-4B27-9207-172470496696}" dt="2026-06-02T04:14:56.512" v="28137" actId="164"/>
          <ac:spMkLst>
            <pc:docMk/>
            <pc:sldMk cId="1143540559" sldId="298"/>
            <ac:spMk id="26" creationId="{D49B272D-1880-2C03-53D3-45DDB56201EF}"/>
          </ac:spMkLst>
        </pc:spChg>
        <pc:spChg chg="mod">
          <ac:chgData name="Ryan Voget" userId="b9ec8ef93362921d" providerId="LiveId" clId="{0330F05F-4F60-4B27-9207-172470496696}" dt="2026-06-02T04:10:43.204" v="28042" actId="207"/>
          <ac:spMkLst>
            <pc:docMk/>
            <pc:sldMk cId="1143540559" sldId="298"/>
            <ac:spMk id="28" creationId="{74C9F6C5-AAEB-343D-C6E2-65057EA92985}"/>
          </ac:spMkLst>
        </pc:spChg>
        <pc:spChg chg="mod">
          <ac:chgData name="Ryan Voget" userId="b9ec8ef93362921d" providerId="LiveId" clId="{0330F05F-4F60-4B27-9207-172470496696}" dt="2026-06-02T04:11:28.437" v="28086" actId="1076"/>
          <ac:spMkLst>
            <pc:docMk/>
            <pc:sldMk cId="1143540559" sldId="298"/>
            <ac:spMk id="29" creationId="{44294373-901B-AF35-6F0F-EC85F1DF6459}"/>
          </ac:spMkLst>
        </pc:spChg>
        <pc:spChg chg="del mod topLvl">
          <ac:chgData name="Ryan Voget" userId="b9ec8ef93362921d" providerId="LiveId" clId="{0330F05F-4F60-4B27-9207-172470496696}" dt="2026-06-02T04:12:03.182" v="28096" actId="478"/>
          <ac:spMkLst>
            <pc:docMk/>
            <pc:sldMk cId="1143540559" sldId="298"/>
            <ac:spMk id="31" creationId="{405E605B-8E05-C8E4-A423-2DF3BAF48003}"/>
          </ac:spMkLst>
        </pc:spChg>
        <pc:spChg chg="del mod topLvl">
          <ac:chgData name="Ryan Voget" userId="b9ec8ef93362921d" providerId="LiveId" clId="{0330F05F-4F60-4B27-9207-172470496696}" dt="2026-06-02T04:12:02.368" v="28095" actId="478"/>
          <ac:spMkLst>
            <pc:docMk/>
            <pc:sldMk cId="1143540559" sldId="298"/>
            <ac:spMk id="32" creationId="{714424A6-10DB-2539-385E-3060C6AB00F5}"/>
          </ac:spMkLst>
        </pc:spChg>
        <pc:spChg chg="del mod topLvl">
          <ac:chgData name="Ryan Voget" userId="b9ec8ef93362921d" providerId="LiveId" clId="{0330F05F-4F60-4B27-9207-172470496696}" dt="2026-06-02T04:12:01.088" v="28094" actId="478"/>
          <ac:spMkLst>
            <pc:docMk/>
            <pc:sldMk cId="1143540559" sldId="298"/>
            <ac:spMk id="33" creationId="{945A611D-6E1E-CA8F-92EC-D497F81CA40E}"/>
          </ac:spMkLst>
        </pc:spChg>
        <pc:grpChg chg="mod">
          <ac:chgData name="Ryan Voget" userId="b9ec8ef93362921d" providerId="LiveId" clId="{0330F05F-4F60-4B27-9207-172470496696}" dt="2026-06-02T04:14:58.454" v="28138" actId="1076"/>
          <ac:grpSpMkLst>
            <pc:docMk/>
            <pc:sldMk cId="1143540559" sldId="298"/>
            <ac:grpSpMk id="15" creationId="{812F012F-3106-24A1-585F-2D234D2ED001}"/>
          </ac:grpSpMkLst>
        </pc:grpChg>
        <pc:picChg chg="add del mod">
          <ac:chgData name="Ryan Voget" userId="b9ec8ef93362921d" providerId="LiveId" clId="{0330F05F-4F60-4B27-9207-172470496696}" dt="2026-06-02T04:13:37.811" v="28118" actId="478"/>
          <ac:picMkLst>
            <pc:docMk/>
            <pc:sldMk cId="1143540559" sldId="298"/>
            <ac:picMk id="12" creationId="{ECBBC30D-C978-C68A-80C6-FBE22A57C662}"/>
          </ac:picMkLst>
        </pc:picChg>
      </pc:sldChg>
      <pc:sldChg chg="addSp delSp modSp add mod">
        <pc:chgData name="Ryan Voget" userId="b9ec8ef93362921d" providerId="LiveId" clId="{0330F05F-4F60-4B27-9207-172470496696}" dt="2026-06-02T22:33:41.187" v="31450" actId="166"/>
        <pc:sldMkLst>
          <pc:docMk/>
          <pc:sldMk cId="2235316644" sldId="299"/>
        </pc:sldMkLst>
        <pc:spChg chg="add del mod">
          <ac:chgData name="Ryan Voget" userId="b9ec8ef93362921d" providerId="LiveId" clId="{0330F05F-4F60-4B27-9207-172470496696}" dt="2026-06-02T17:47:28.021" v="28158" actId="478"/>
          <ac:spMkLst>
            <pc:docMk/>
            <pc:sldMk cId="2235316644" sldId="299"/>
            <ac:spMk id="7" creationId="{643BFF50-C725-8440-35BB-E8BEA694F0D3}"/>
          </ac:spMkLst>
        </pc:spChg>
        <pc:spChg chg="add mod or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8" creationId="{F946C493-732B-781A-574C-EB78192976F0}"/>
          </ac:spMkLst>
        </pc:spChg>
        <pc:spChg chg="mod">
          <ac:chgData name="Ryan Voget" userId="b9ec8ef93362921d" providerId="LiveId" clId="{0330F05F-4F60-4B27-9207-172470496696}" dt="2026-06-02T17:47:04.954" v="28155" actId="20577"/>
          <ac:spMkLst>
            <pc:docMk/>
            <pc:sldMk cId="2235316644" sldId="299"/>
            <ac:spMk id="9" creationId="{C9349FF1-54C2-EA4E-A8D7-9FE84C4A682A}"/>
          </ac:spMkLst>
        </pc:spChg>
        <pc:spChg chg="add mod ord">
          <ac:chgData name="Ryan Voget" userId="b9ec8ef93362921d" providerId="LiveId" clId="{0330F05F-4F60-4B27-9207-172470496696}" dt="2026-06-02T17:50:04.580" v="28176" actId="166"/>
          <ac:spMkLst>
            <pc:docMk/>
            <pc:sldMk cId="2235316644" sldId="299"/>
            <ac:spMk id="11" creationId="{A29EBA53-7BEE-8356-BE36-9BD215996E5B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12" creationId="{A4F33C79-85A7-A358-C04B-3E786F64E86E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16" creationId="{16796512-085A-BBBE-BB25-DE76154720C6}"/>
          </ac:spMkLst>
        </pc:spChg>
        <pc:spChg chg="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19" creationId="{131EDA0F-D3ED-A721-12CF-20750212B49F}"/>
          </ac:spMkLst>
        </pc:spChg>
        <pc:spChg chg="add mod ord">
          <ac:chgData name="Ryan Voget" userId="b9ec8ef93362921d" providerId="LiveId" clId="{0330F05F-4F60-4B27-9207-172470496696}" dt="2026-06-02T17:53:12.180" v="28269" actId="1035"/>
          <ac:spMkLst>
            <pc:docMk/>
            <pc:sldMk cId="2235316644" sldId="299"/>
            <ac:spMk id="20" creationId="{1538D7DF-CC56-D98A-1B84-FC5ED966B4F2}"/>
          </ac:spMkLst>
        </pc:spChg>
        <pc:spChg chg="add mod ord">
          <ac:chgData name="Ryan Voget" userId="b9ec8ef93362921d" providerId="LiveId" clId="{0330F05F-4F60-4B27-9207-172470496696}" dt="2026-06-02T18:02:16.600" v="28833" actId="207"/>
          <ac:spMkLst>
            <pc:docMk/>
            <pc:sldMk cId="2235316644" sldId="299"/>
            <ac:spMk id="21" creationId="{A2900A13-55E8-B349-F73D-CE06D9D9A7C0}"/>
          </ac:spMkLst>
        </pc:spChg>
        <pc:spChg chg="add mod ord">
          <ac:chgData name="Ryan Voget" userId="b9ec8ef93362921d" providerId="LiveId" clId="{0330F05F-4F60-4B27-9207-172470496696}" dt="2026-06-02T22:33:38.539" v="31449" actId="171"/>
          <ac:spMkLst>
            <pc:docMk/>
            <pc:sldMk cId="2235316644" sldId="299"/>
            <ac:spMk id="25" creationId="{00B37100-15DC-FFDB-C53C-F723DB421042}"/>
          </ac:spMkLst>
        </pc:spChg>
        <pc:spChg chg="add del mod">
          <ac:chgData name="Ryan Voget" userId="b9ec8ef93362921d" providerId="LiveId" clId="{0330F05F-4F60-4B27-9207-172470496696}" dt="2026-06-02T17:56:08.230" v="28308" actId="21"/>
          <ac:spMkLst>
            <pc:docMk/>
            <pc:sldMk cId="2235316644" sldId="299"/>
            <ac:spMk id="27" creationId="{39519B16-1978-7D80-20CE-28643278C9DA}"/>
          </ac:spMkLst>
        </pc:spChg>
        <pc:spChg chg="add mod ord">
          <ac:chgData name="Ryan Voget" userId="b9ec8ef93362921d" providerId="LiveId" clId="{0330F05F-4F60-4B27-9207-172470496696}" dt="2026-06-02T22:33:41.187" v="31450" actId="166"/>
          <ac:spMkLst>
            <pc:docMk/>
            <pc:sldMk cId="2235316644" sldId="299"/>
            <ac:spMk id="30" creationId="{4D079A78-4C94-4EBF-4A7E-2E89500B281B}"/>
          </ac:spMkLst>
        </pc:spChg>
        <pc:spChg chg="add mod ord">
          <ac:chgData name="Ryan Voget" userId="b9ec8ef93362921d" providerId="LiveId" clId="{0330F05F-4F60-4B27-9207-172470496696}" dt="2026-06-02T17:57:00.070" v="28332" actId="1036"/>
          <ac:spMkLst>
            <pc:docMk/>
            <pc:sldMk cId="2235316644" sldId="299"/>
            <ac:spMk id="31" creationId="{C3182A8C-5BEE-48FE-3A04-9187ED1A3ECD}"/>
          </ac:spMkLst>
        </pc:spChg>
        <pc:spChg chg="add mod or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32" creationId="{0A23686F-40CF-81F9-0A60-373070041D08}"/>
          </ac:spMkLst>
        </pc:spChg>
        <pc:spChg chg="add mod">
          <ac:chgData name="Ryan Voget" userId="b9ec8ef93362921d" providerId="LiveId" clId="{0330F05F-4F60-4B27-9207-172470496696}" dt="2026-06-02T17:56:23.962" v="28311" actId="1076"/>
          <ac:spMkLst>
            <pc:docMk/>
            <pc:sldMk cId="2235316644" sldId="299"/>
            <ac:spMk id="33" creationId="{EF991D98-09E8-DB04-2E19-319C5E69223E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34" creationId="{82F61590-85C7-620E-3CF7-B51D989B38C8}"/>
          </ac:spMkLst>
        </pc:spChg>
        <pc:spChg chg="add mod">
          <ac:chgData name="Ryan Voget" userId="b9ec8ef93362921d" providerId="LiveId" clId="{0330F05F-4F60-4B27-9207-172470496696}" dt="2026-06-02T17:58:05.050" v="28350" actId="1076"/>
          <ac:spMkLst>
            <pc:docMk/>
            <pc:sldMk cId="2235316644" sldId="299"/>
            <ac:spMk id="35" creationId="{9021AC0D-A1F8-2B80-E590-5AEDD6C27183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36" creationId="{DCC2B4FB-245D-AED9-777C-2E7D20E55857}"/>
          </ac:spMkLst>
        </pc:spChg>
        <pc:spChg chg="add mod or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37" creationId="{72A5E7DD-362F-C574-4E10-943D0AC3D0D3}"/>
          </ac:spMkLst>
        </pc:spChg>
        <pc:spChg chg="add mod">
          <ac:chgData name="Ryan Voget" userId="b9ec8ef93362921d" providerId="LiveId" clId="{0330F05F-4F60-4B27-9207-172470496696}" dt="2026-06-02T17:59:43.282" v="28472" actId="1582"/>
          <ac:spMkLst>
            <pc:docMk/>
            <pc:sldMk cId="2235316644" sldId="299"/>
            <ac:spMk id="38" creationId="{54B70BB4-1B3F-1B8C-2DA1-CAD5441D1180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39" creationId="{0801EB2B-D5AB-176E-D62E-8202E54B8D3A}"/>
          </ac:spMkLst>
        </pc:spChg>
        <pc:spChg chg="add mod">
          <ac:chgData name="Ryan Voget" userId="b9ec8ef93362921d" providerId="LiveId" clId="{0330F05F-4F60-4B27-9207-172470496696}" dt="2026-06-02T17:59:55.430" v="28476" actId="1076"/>
          <ac:spMkLst>
            <pc:docMk/>
            <pc:sldMk cId="2235316644" sldId="299"/>
            <ac:spMk id="40" creationId="{C951E59E-5D5F-6E66-A518-0959C070B6E6}"/>
          </ac:spMkLst>
        </pc:spChg>
        <pc:spChg chg="add mod">
          <ac:chgData name="Ryan Voget" userId="b9ec8ef93362921d" providerId="LiveId" clId="{0330F05F-4F60-4B27-9207-172470496696}" dt="2026-06-02T18:02:24.710" v="28834" actId="164"/>
          <ac:spMkLst>
            <pc:docMk/>
            <pc:sldMk cId="2235316644" sldId="299"/>
            <ac:spMk id="41" creationId="{5AC5AA9F-B516-7FE0-BE2B-E6919B6821D0}"/>
          </ac:spMkLst>
        </pc:spChg>
        <pc:spChg chg="add mod">
          <ac:chgData name="Ryan Voget" userId="b9ec8ef93362921d" providerId="LiveId" clId="{0330F05F-4F60-4B27-9207-172470496696}" dt="2026-06-02T18:00:17.760" v="28482" actId="1076"/>
          <ac:spMkLst>
            <pc:docMk/>
            <pc:sldMk cId="2235316644" sldId="299"/>
            <ac:spMk id="42" creationId="{70D46814-F6F4-9CA6-38F7-907B1E43A65A}"/>
          </ac:spMkLst>
        </pc:spChg>
        <pc:spChg chg="add mod">
          <ac:chgData name="Ryan Voget" userId="b9ec8ef93362921d" providerId="LiveId" clId="{0330F05F-4F60-4B27-9207-172470496696}" dt="2026-06-02T18:00:25.640" v="28484" actId="1076"/>
          <ac:spMkLst>
            <pc:docMk/>
            <pc:sldMk cId="2235316644" sldId="299"/>
            <ac:spMk id="43" creationId="{B3C37EE5-F736-EAAB-8FA2-A4C07925627C}"/>
          </ac:spMkLst>
        </pc:spChg>
        <pc:spChg chg="add mod ord">
          <ac:chgData name="Ryan Voget" userId="b9ec8ef93362921d" providerId="LiveId" clId="{0330F05F-4F60-4B27-9207-172470496696}" dt="2026-06-02T18:01:45.330" v="28511" actId="1076"/>
          <ac:spMkLst>
            <pc:docMk/>
            <pc:sldMk cId="2235316644" sldId="299"/>
            <ac:spMk id="44" creationId="{CF2A4368-447B-C130-A025-2CDB42DA25A3}"/>
          </ac:spMkLst>
        </pc:spChg>
        <pc:grpChg chg="del">
          <ac:chgData name="Ryan Voget" userId="b9ec8ef93362921d" providerId="LiveId" clId="{0330F05F-4F60-4B27-9207-172470496696}" dt="2026-06-02T17:46:54.297" v="28140" actId="478"/>
          <ac:grpSpMkLst>
            <pc:docMk/>
            <pc:sldMk cId="2235316644" sldId="299"/>
            <ac:grpSpMk id="15" creationId="{EA0D4AEF-E7BC-083B-99CD-AAD3815DEE13}"/>
          </ac:grpSpMkLst>
        </pc:grpChg>
        <pc:grpChg chg="mod">
          <ac:chgData name="Ryan Voget" userId="b9ec8ef93362921d" providerId="LiveId" clId="{0330F05F-4F60-4B27-9207-172470496696}" dt="2026-06-02T18:02:31.507" v="28837" actId="164"/>
          <ac:grpSpMkLst>
            <pc:docMk/>
            <pc:sldMk cId="2235316644" sldId="299"/>
            <ac:grpSpMk id="45" creationId="{193283FC-9059-1AC1-BB0D-609769D90B6B}"/>
          </ac:grpSpMkLst>
        </pc:grpChg>
        <pc:grpChg chg="add mod">
          <ac:chgData name="Ryan Voget" userId="b9ec8ef93362921d" providerId="LiveId" clId="{0330F05F-4F60-4B27-9207-172470496696}" dt="2026-06-02T18:02:32.280" v="28838" actId="1076"/>
          <ac:grpSpMkLst>
            <pc:docMk/>
            <pc:sldMk cId="2235316644" sldId="299"/>
            <ac:grpSpMk id="46" creationId="{7DA51111-6A12-D6EC-538B-1B64C0E64199}"/>
          </ac:grpSpMkLst>
        </pc:grpChg>
        <pc:picChg chg="add del mod">
          <ac:chgData name="Ryan Voget" userId="b9ec8ef93362921d" providerId="LiveId" clId="{0330F05F-4F60-4B27-9207-172470496696}" dt="2026-06-02T17:51:44.794" v="28239" actId="27803"/>
          <ac:picMkLst>
            <pc:docMk/>
            <pc:sldMk cId="2235316644" sldId="299"/>
            <ac:picMk id="18" creationId="{131EDA0F-D3ED-A721-12CF-20750212B49F}"/>
          </ac:picMkLst>
        </pc:picChg>
      </pc:sldChg>
      <pc:sldChg chg="addSp delSp modSp add mod">
        <pc:chgData name="Ryan Voget" userId="b9ec8ef93362921d" providerId="LiveId" clId="{0330F05F-4F60-4B27-9207-172470496696}" dt="2026-06-02T18:14:44.775" v="29434" actId="1076"/>
        <pc:sldMkLst>
          <pc:docMk/>
          <pc:sldMk cId="525333133" sldId="300"/>
        </pc:sldMkLst>
        <pc:spChg chg="add mod or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2" creationId="{0FC10E95-DAA2-CC7C-115C-59C9E523D529}"/>
          </ac:spMkLst>
        </pc:spChg>
        <pc:spChg chg="add mod or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3" creationId="{6BFDCDA1-D0D6-0B9E-85BD-CB8820F7293B}"/>
          </ac:spMkLst>
        </pc:spChg>
        <pc:spChg chg="add mod or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4" creationId="{8646FEED-3000-594D-620E-3EA399A735E6}"/>
          </ac:spMkLst>
        </pc:spChg>
        <pc:spChg chg="add mo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5" creationId="{F731050C-80B9-A683-ECC6-0A0F6FED5516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7" creationId="{AC31C192-603A-5D06-0D1F-CE148074B61B}"/>
          </ac:spMkLst>
        </pc:spChg>
        <pc:spChg chg="mod">
          <ac:chgData name="Ryan Voget" userId="b9ec8ef93362921d" providerId="LiveId" clId="{0330F05F-4F60-4B27-9207-172470496696}" dt="2026-06-02T18:03:23.104" v="28859" actId="20577"/>
          <ac:spMkLst>
            <pc:docMk/>
            <pc:sldMk cId="525333133" sldId="300"/>
            <ac:spMk id="9" creationId="{DAAC0CE0-B7BB-AA1C-CF9A-CF1A61DFEC23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0" creationId="{C3FF6EF6-3E43-674A-BA47-77FDCECB3B9D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3" creationId="{5452424A-00FD-2B1E-30F6-1193FA0A4F53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4" creationId="{180B4EC9-B619-3C17-403F-82ED7C724BFC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5" creationId="{987652E2-1E68-DBE5-3A8E-C8104D7C3BC0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7" creationId="{B91BF75F-FCF8-EA7E-904C-3A2189B8A0CC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18" creationId="{34A60B51-73E0-C1F2-2AA7-6E6C41D4B350}"/>
          </ac:spMkLst>
        </pc:spChg>
        <pc:spChg chg="mod">
          <ac:chgData name="Ryan Voget" userId="b9ec8ef93362921d" providerId="LiveId" clId="{0330F05F-4F60-4B27-9207-172470496696}" dt="2026-06-02T18:05:53.715" v="28923"/>
          <ac:spMkLst>
            <pc:docMk/>
            <pc:sldMk cId="525333133" sldId="300"/>
            <ac:spMk id="22" creationId="{A8C2F06D-682A-B99D-03C7-0FDA623DA62C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24" creationId="{2FC87D68-3312-AF43-05B4-BEA60C8E86D5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26" creationId="{87F0336E-63F8-292D-F471-CA5CD6B8601A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27" creationId="{4205896D-B079-06F5-C800-2A474A8D12E1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28" creationId="{379F3C53-C0C6-E9C4-8378-F4C44783E040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29" creationId="{FCC5F6BC-F433-BDF6-F0D4-F9A75123C9F8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47" creationId="{6705E44E-D62A-1EAA-BE6A-808A7420AB78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48" creationId="{F17CF3EF-CA7F-0112-288D-BC96926F5399}"/>
          </ac:spMkLst>
        </pc:spChg>
        <pc:spChg chg="mod">
          <ac:chgData name="Ryan Voget" userId="b9ec8ef93362921d" providerId="LiveId" clId="{0330F05F-4F60-4B27-9207-172470496696}" dt="2026-06-02T18:06:24.324" v="28954"/>
          <ac:spMkLst>
            <pc:docMk/>
            <pc:sldMk cId="525333133" sldId="300"/>
            <ac:spMk id="49" creationId="{142BF767-55A0-789A-0D89-CC4112E30F00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1" creationId="{671295E6-B2AA-12FF-CE0A-0A017876B916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2" creationId="{40C6A4FC-4D22-EFAC-8D23-A97DB996C2C7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3" creationId="{2DDB5435-DEA3-471A-573D-90FBA782CF4F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4" creationId="{A2449D70-40A1-CDF1-8365-3107078A358B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5" creationId="{5DA34A24-B8AE-B361-94F4-AC1E145C5876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6" creationId="{5BB4C2E3-0C0D-6184-D902-3DB59773D29C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7" creationId="{EB599AB4-1E64-BE39-5918-D462F7F78C61}"/>
          </ac:spMkLst>
        </pc:spChg>
        <pc:spChg chg="mod">
          <ac:chgData name="Ryan Voget" userId="b9ec8ef93362921d" providerId="LiveId" clId="{0330F05F-4F60-4B27-9207-172470496696}" dt="2026-06-02T18:06:45.688" v="28963"/>
          <ac:spMkLst>
            <pc:docMk/>
            <pc:sldMk cId="525333133" sldId="300"/>
            <ac:spMk id="58" creationId="{317BD4E2-1794-B72A-702A-B6F131510B86}"/>
          </ac:spMkLst>
        </pc:spChg>
        <pc:spChg chg="add del mod">
          <ac:chgData name="Ryan Voget" userId="b9ec8ef93362921d" providerId="LiveId" clId="{0330F05F-4F60-4B27-9207-172470496696}" dt="2026-06-02T18:08:50.637" v="29023" actId="478"/>
          <ac:spMkLst>
            <pc:docMk/>
            <pc:sldMk cId="525333133" sldId="300"/>
            <ac:spMk id="59" creationId="{9E26296C-B651-B400-CECD-75DD899F3786}"/>
          </ac:spMkLst>
        </pc:spChg>
        <pc:spChg chg="add mod">
          <ac:chgData name="Ryan Voget" userId="b9ec8ef93362921d" providerId="LiveId" clId="{0330F05F-4F60-4B27-9207-172470496696}" dt="2026-06-02T18:08:44.265" v="29011" actId="1076"/>
          <ac:spMkLst>
            <pc:docMk/>
            <pc:sldMk cId="525333133" sldId="300"/>
            <ac:spMk id="60" creationId="{08FE8C72-A1A9-586C-8E3F-751FE2C05FA9}"/>
          </ac:spMkLst>
        </pc:spChg>
        <pc:spChg chg="add del mod">
          <ac:chgData name="Ryan Voget" userId="b9ec8ef93362921d" providerId="LiveId" clId="{0330F05F-4F60-4B27-9207-172470496696}" dt="2026-06-02T18:09:43.723" v="29041" actId="478"/>
          <ac:spMkLst>
            <pc:docMk/>
            <pc:sldMk cId="525333133" sldId="300"/>
            <ac:spMk id="61" creationId="{E8397A22-B376-74E8-D0B3-964D4F5324E3}"/>
          </ac:spMkLst>
        </pc:spChg>
        <pc:spChg chg="add del mod">
          <ac:chgData name="Ryan Voget" userId="b9ec8ef93362921d" providerId="LiveId" clId="{0330F05F-4F60-4B27-9207-172470496696}" dt="2026-06-02T18:11:28.455" v="29070" actId="478"/>
          <ac:spMkLst>
            <pc:docMk/>
            <pc:sldMk cId="525333133" sldId="300"/>
            <ac:spMk id="62" creationId="{91B3B127-E791-FFB9-0FAB-7C2C6B38D0DE}"/>
          </ac:spMkLst>
        </pc:spChg>
        <pc:spChg chg="add mo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63" creationId="{CE6C1DA8-0696-9C3D-C8C6-DC2C8F4F9BAA}"/>
          </ac:spMkLst>
        </pc:spChg>
        <pc:spChg chg="add mo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64" creationId="{8C263EFF-750A-68DC-13F5-F5B9742D49CC}"/>
          </ac:spMkLst>
        </pc:spChg>
        <pc:spChg chg="add mod ord">
          <ac:chgData name="Ryan Voget" userId="b9ec8ef93362921d" providerId="LiveId" clId="{0330F05F-4F60-4B27-9207-172470496696}" dt="2026-06-02T18:14:26.831" v="29428" actId="164"/>
          <ac:spMkLst>
            <pc:docMk/>
            <pc:sldMk cId="525333133" sldId="300"/>
            <ac:spMk id="65" creationId="{C776794B-BE86-EF76-D36E-481A9E6E77C1}"/>
          </ac:spMkLst>
        </pc:spChg>
        <pc:grpChg chg="add mod">
          <ac:chgData name="Ryan Voget" userId="b9ec8ef93362921d" providerId="LiveId" clId="{0330F05F-4F60-4B27-9207-172470496696}" dt="2026-06-02T18:14:26.831" v="29428" actId="164"/>
          <ac:grpSpMkLst>
            <pc:docMk/>
            <pc:sldMk cId="525333133" sldId="300"/>
            <ac:grpSpMk id="6" creationId="{552E5904-4631-0B2E-EB65-33F7F70E9E99}"/>
          </ac:grpSpMkLst>
        </pc:grpChg>
        <pc:grpChg chg="add mod ord">
          <ac:chgData name="Ryan Voget" userId="b9ec8ef93362921d" providerId="LiveId" clId="{0330F05F-4F60-4B27-9207-172470496696}" dt="2026-06-02T18:14:26.831" v="29428" actId="164"/>
          <ac:grpSpMkLst>
            <pc:docMk/>
            <pc:sldMk cId="525333133" sldId="300"/>
            <ac:grpSpMk id="23" creationId="{9B6EE944-82B6-8476-74B5-F81D8DEA806C}"/>
          </ac:grpSpMkLst>
        </pc:grpChg>
        <pc:grpChg chg="del">
          <ac:chgData name="Ryan Voget" userId="b9ec8ef93362921d" providerId="LiveId" clId="{0330F05F-4F60-4B27-9207-172470496696}" dt="2026-06-02T18:03:16.272" v="28840" actId="478"/>
          <ac:grpSpMkLst>
            <pc:docMk/>
            <pc:sldMk cId="525333133" sldId="300"/>
            <ac:grpSpMk id="46" creationId="{5822FA61-15C9-6B22-C0F5-6D3173274E1D}"/>
          </ac:grpSpMkLst>
        </pc:grpChg>
        <pc:grpChg chg="add mod">
          <ac:chgData name="Ryan Voget" userId="b9ec8ef93362921d" providerId="LiveId" clId="{0330F05F-4F60-4B27-9207-172470496696}" dt="2026-06-02T18:14:04.525" v="29425" actId="1076"/>
          <ac:grpSpMkLst>
            <pc:docMk/>
            <pc:sldMk cId="525333133" sldId="300"/>
            <ac:grpSpMk id="50" creationId="{4646B796-C99C-2081-995D-B75E0C5260B7}"/>
          </ac:grpSpMkLst>
        </pc:grpChg>
        <pc:grpChg chg="add mod">
          <ac:chgData name="Ryan Voget" userId="b9ec8ef93362921d" providerId="LiveId" clId="{0330F05F-4F60-4B27-9207-172470496696}" dt="2026-06-02T18:14:44.775" v="29434" actId="1076"/>
          <ac:grpSpMkLst>
            <pc:docMk/>
            <pc:sldMk cId="525333133" sldId="300"/>
            <ac:grpSpMk id="66" creationId="{D2E6BB3B-5B7D-32EB-B32E-038972C825B2}"/>
          </ac:grpSpMkLst>
        </pc:grpChg>
      </pc:sldChg>
      <pc:sldChg chg="addSp delSp modSp add mod">
        <pc:chgData name="Ryan Voget" userId="b9ec8ef93362921d" providerId="LiveId" clId="{0330F05F-4F60-4B27-9207-172470496696}" dt="2026-06-02T23:00:47.716" v="32528" actId="167"/>
        <pc:sldMkLst>
          <pc:docMk/>
          <pc:sldMk cId="957164891" sldId="301"/>
        </pc:sldMkLst>
        <pc:spChg chg="add mod">
          <ac:chgData name="Ryan Voget" userId="b9ec8ef93362921d" providerId="LiveId" clId="{0330F05F-4F60-4B27-9207-172470496696}" dt="2026-06-02T22:27:47.723" v="31342" actId="164"/>
          <ac:spMkLst>
            <pc:docMk/>
            <pc:sldMk cId="957164891" sldId="301"/>
            <ac:spMk id="8" creationId="{4B1DF445-13B1-A165-2CB3-BA0D6A9E372F}"/>
          </ac:spMkLst>
        </pc:spChg>
        <pc:spChg chg="mod">
          <ac:chgData name="Ryan Voget" userId="b9ec8ef93362921d" providerId="LiveId" clId="{0330F05F-4F60-4B27-9207-172470496696}" dt="2026-06-02T18:15:34.185" v="29453" actId="6549"/>
          <ac:spMkLst>
            <pc:docMk/>
            <pc:sldMk cId="957164891" sldId="301"/>
            <ac:spMk id="9" creationId="{A5D40B76-DD86-50F8-3034-4D59F9F8B7C9}"/>
          </ac:spMkLst>
        </pc:spChg>
        <pc:spChg chg="add mod topLvl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11" creationId="{AB21A3D9-C0E3-AD57-AD89-C186140E4C9F}"/>
          </ac:spMkLst>
        </pc:spChg>
        <pc:spChg chg="add mod ord topLvl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12" creationId="{176E1AFC-7C90-9916-544C-5F8507F3EDB1}"/>
          </ac:spMkLst>
        </pc:spChg>
        <pc:spChg chg="add mod">
          <ac:chgData name="Ryan Voget" userId="b9ec8ef93362921d" providerId="LiveId" clId="{0330F05F-4F60-4B27-9207-172470496696}" dt="2026-06-02T21:59:39.492" v="30514" actId="207"/>
          <ac:spMkLst>
            <pc:docMk/>
            <pc:sldMk cId="957164891" sldId="301"/>
            <ac:spMk id="41" creationId="{57189D09-AF20-A389-5E81-4D9F52D94EAF}"/>
          </ac:spMkLst>
        </pc:spChg>
        <pc:spChg chg="add mod">
          <ac:chgData name="Ryan Voget" userId="b9ec8ef93362921d" providerId="LiveId" clId="{0330F05F-4F60-4B27-9207-172470496696}" dt="2026-06-02T21:59:39.492" v="30514" actId="207"/>
          <ac:spMkLst>
            <pc:docMk/>
            <pc:sldMk cId="957164891" sldId="301"/>
            <ac:spMk id="42" creationId="{1EC7929D-0240-D594-8862-88A362B2CE00}"/>
          </ac:spMkLst>
        </pc:spChg>
        <pc:spChg chg="add mod">
          <ac:chgData name="Ryan Voget" userId="b9ec8ef93362921d" providerId="LiveId" clId="{0330F05F-4F60-4B27-9207-172470496696}" dt="2026-06-02T21:59:39.492" v="30514" actId="207"/>
          <ac:spMkLst>
            <pc:docMk/>
            <pc:sldMk cId="957164891" sldId="301"/>
            <ac:spMk id="43" creationId="{D67C76CA-9ADA-1853-4730-382F1D86D4DA}"/>
          </ac:spMkLst>
        </pc:spChg>
        <pc:spChg chg="add del">
          <ac:chgData name="Ryan Voget" userId="b9ec8ef93362921d" providerId="LiveId" clId="{0330F05F-4F60-4B27-9207-172470496696}" dt="2026-06-02T22:00:12.545" v="30520" actId="11529"/>
          <ac:spMkLst>
            <pc:docMk/>
            <pc:sldMk cId="957164891" sldId="301"/>
            <ac:spMk id="45" creationId="{DE294199-0E8A-9382-E0CB-02B51D96CBE7}"/>
          </ac:spMkLst>
        </pc:spChg>
        <pc:spChg chg="add mod ord topLvl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69" creationId="{2CFD398A-CB20-1B62-6C2C-7253A33CF466}"/>
          </ac:spMkLst>
        </pc:spChg>
        <pc:spChg chg="add mod ord topLvl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70" creationId="{AC0F00F7-AAE7-18EF-9811-3A52D593096B}"/>
          </ac:spMkLst>
        </pc:spChg>
        <pc:spChg chg="add del mod ord">
          <ac:chgData name="Ryan Voget" userId="b9ec8ef93362921d" providerId="LiveId" clId="{0330F05F-4F60-4B27-9207-172470496696}" dt="2026-06-02T22:06:33.904" v="30602" actId="478"/>
          <ac:spMkLst>
            <pc:docMk/>
            <pc:sldMk cId="957164891" sldId="301"/>
            <ac:spMk id="71" creationId="{94EF304C-443E-6B2F-1340-E1294C8861DE}"/>
          </ac:spMkLst>
        </pc:spChg>
        <pc:spChg chg="add mod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72" creationId="{82D33AB5-A50B-2E6C-6280-4D86DF54DD5E}"/>
          </ac:spMkLst>
        </pc:spChg>
        <pc:spChg chg="add mod ord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74" creationId="{7F4E257B-7906-0D43-A1D6-EE9ED7112CF6}"/>
          </ac:spMkLst>
        </pc:spChg>
        <pc:spChg chg="add mod ord topLvl">
          <ac:chgData name="Ryan Voget" userId="b9ec8ef93362921d" providerId="LiveId" clId="{0330F05F-4F60-4B27-9207-172470496696}" dt="2026-06-02T23:00:47.716" v="32528" actId="167"/>
          <ac:spMkLst>
            <pc:docMk/>
            <pc:sldMk cId="957164891" sldId="301"/>
            <ac:spMk id="76" creationId="{4DA83DC9-E40E-63AF-8353-16877583F7A1}"/>
          </ac:spMkLst>
        </pc:spChg>
        <pc:spChg chg="add mod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77" creationId="{65ACA8A9-9BD0-A828-0D81-AE4E5A3C762D}"/>
          </ac:spMkLst>
        </pc:spChg>
        <pc:spChg chg="add mod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78" creationId="{21DF726D-3B5E-0396-F22D-04CADAEE1222}"/>
          </ac:spMkLst>
        </pc:spChg>
        <pc:spChg chg="add mod">
          <ac:chgData name="Ryan Voget" userId="b9ec8ef93362921d" providerId="LiveId" clId="{0330F05F-4F60-4B27-9207-172470496696}" dt="2026-06-02T22:17:03.100" v="30985" actId="207"/>
          <ac:spMkLst>
            <pc:docMk/>
            <pc:sldMk cId="957164891" sldId="301"/>
            <ac:spMk id="79" creationId="{40AEA57D-BC7D-A3A3-A86E-DF257D21C959}"/>
          </ac:spMkLst>
        </pc:spChg>
        <pc:spChg chg="add mod">
          <ac:chgData name="Ryan Voget" userId="b9ec8ef93362921d" providerId="LiveId" clId="{0330F05F-4F60-4B27-9207-172470496696}" dt="2026-06-02T22:16:47.736" v="30981" actId="207"/>
          <ac:spMkLst>
            <pc:docMk/>
            <pc:sldMk cId="957164891" sldId="301"/>
            <ac:spMk id="80" creationId="{8D243512-58C2-0732-D83C-8D25001423D2}"/>
          </ac:spMkLst>
        </pc:spChg>
        <pc:spChg chg="add mod">
          <ac:chgData name="Ryan Voget" userId="b9ec8ef93362921d" providerId="LiveId" clId="{0330F05F-4F60-4B27-9207-172470496696}" dt="2026-06-02T22:50:45.319" v="32405" actId="165"/>
          <ac:spMkLst>
            <pc:docMk/>
            <pc:sldMk cId="957164891" sldId="301"/>
            <ac:spMk id="81" creationId="{250FA85A-E26A-8D11-82DD-5AE3EC5BBE65}"/>
          </ac:spMkLst>
        </pc:spChg>
        <pc:spChg chg="add mod">
          <ac:chgData name="Ryan Voget" userId="b9ec8ef93362921d" providerId="LiveId" clId="{0330F05F-4F60-4B27-9207-172470496696}" dt="2026-06-02T22:14:59.328" v="30705" actId="164"/>
          <ac:spMkLst>
            <pc:docMk/>
            <pc:sldMk cId="957164891" sldId="301"/>
            <ac:spMk id="82" creationId="{0B0AABC7-3573-9AC9-ED6F-FD23F10837D2}"/>
          </ac:spMkLst>
        </pc:spChg>
        <pc:spChg chg="add del mod">
          <ac:chgData name="Ryan Voget" userId="b9ec8ef93362921d" providerId="LiveId" clId="{0330F05F-4F60-4B27-9207-172470496696}" dt="2026-06-02T22:19:50.517" v="31245" actId="478"/>
          <ac:spMkLst>
            <pc:docMk/>
            <pc:sldMk cId="957164891" sldId="301"/>
            <ac:spMk id="92" creationId="{2AFEF51F-3241-9C65-3EDB-4ACD6A335666}"/>
          </ac:spMkLst>
        </pc:spChg>
        <pc:spChg chg="add del mod">
          <ac:chgData name="Ryan Voget" userId="b9ec8ef93362921d" providerId="LiveId" clId="{0330F05F-4F60-4B27-9207-172470496696}" dt="2026-06-02T22:21:35.700" v="31266" actId="478"/>
          <ac:spMkLst>
            <pc:docMk/>
            <pc:sldMk cId="957164891" sldId="301"/>
            <ac:spMk id="98" creationId="{05BB3EFD-3D00-128D-824C-D83CEDAD96B6}"/>
          </ac:spMkLst>
        </pc:spChg>
        <pc:spChg chg="add mod ord">
          <ac:chgData name="Ryan Voget" userId="b9ec8ef93362921d" providerId="LiveId" clId="{0330F05F-4F60-4B27-9207-172470496696}" dt="2026-06-02T22:24:30.774" v="31302" actId="164"/>
          <ac:spMkLst>
            <pc:docMk/>
            <pc:sldMk cId="957164891" sldId="301"/>
            <ac:spMk id="99" creationId="{E88793C9-42B6-4269-BC23-ED26E445A789}"/>
          </ac:spMkLst>
        </pc:spChg>
        <pc:spChg chg="add del">
          <ac:chgData name="Ryan Voget" userId="b9ec8ef93362921d" providerId="LiveId" clId="{0330F05F-4F60-4B27-9207-172470496696}" dt="2026-06-02T22:23:30.083" v="31284" actId="11529"/>
          <ac:spMkLst>
            <pc:docMk/>
            <pc:sldMk cId="957164891" sldId="301"/>
            <ac:spMk id="100" creationId="{9D5DB49A-DDEF-7535-8AC7-8CF0868DB5A1}"/>
          </ac:spMkLst>
        </pc:spChg>
        <pc:spChg chg="add mod ord">
          <ac:chgData name="Ryan Voget" userId="b9ec8ef93362921d" providerId="LiveId" clId="{0330F05F-4F60-4B27-9207-172470496696}" dt="2026-06-02T22:27:47.723" v="31342" actId="164"/>
          <ac:spMkLst>
            <pc:docMk/>
            <pc:sldMk cId="957164891" sldId="301"/>
            <ac:spMk id="111" creationId="{B8319685-4DCC-FCFA-1677-590EF3E677BE}"/>
          </ac:spMkLst>
        </pc:spChg>
        <pc:spChg chg="add mod">
          <ac:chgData name="Ryan Voget" userId="b9ec8ef93362921d" providerId="LiveId" clId="{0330F05F-4F60-4B27-9207-172470496696}" dt="2026-06-02T22:27:47.723" v="31342" actId="164"/>
          <ac:spMkLst>
            <pc:docMk/>
            <pc:sldMk cId="957164891" sldId="301"/>
            <ac:spMk id="112" creationId="{B8D3AD5A-8200-DC6B-726D-591485021127}"/>
          </ac:spMkLst>
        </pc:spChg>
        <pc:spChg chg="add del mod">
          <ac:chgData name="Ryan Voget" userId="b9ec8ef93362921d" providerId="LiveId" clId="{0330F05F-4F60-4B27-9207-172470496696}" dt="2026-06-02T22:27:11.462" v="31338" actId="11529"/>
          <ac:spMkLst>
            <pc:docMk/>
            <pc:sldMk cId="957164891" sldId="301"/>
            <ac:spMk id="113" creationId="{FD6107EE-0E6F-6997-0E1F-9631613E4276}"/>
          </ac:spMkLst>
        </pc:spChg>
        <pc:grpChg chg="add del mod">
          <ac:chgData name="Ryan Voget" userId="b9ec8ef93362921d" providerId="LiveId" clId="{0330F05F-4F60-4B27-9207-172470496696}" dt="2026-06-02T22:01:35.341" v="30532" actId="478"/>
          <ac:grpSpMkLst>
            <pc:docMk/>
            <pc:sldMk cId="957164891" sldId="301"/>
            <ac:grpSpMk id="2" creationId="{9BF1B5FE-1D30-F0ED-289B-4A93D11611DF}"/>
          </ac:grpSpMkLst>
        </pc:grpChg>
        <pc:grpChg chg="add del mod">
          <ac:chgData name="Ryan Voget" userId="b9ec8ef93362921d" providerId="LiveId" clId="{0330F05F-4F60-4B27-9207-172470496696}" dt="2026-06-02T22:01:36.175" v="30533" actId="478"/>
          <ac:grpSpMkLst>
            <pc:docMk/>
            <pc:sldMk cId="957164891" sldId="301"/>
            <ac:grpSpMk id="6" creationId="{A895C64D-9329-7E00-2B8F-A6ACCEB8B127}"/>
          </ac:grpSpMkLst>
        </pc:grpChg>
        <pc:grpChg chg="add del mod">
          <ac:chgData name="Ryan Voget" userId="b9ec8ef93362921d" providerId="LiveId" clId="{0330F05F-4F60-4B27-9207-172470496696}" dt="2026-06-02T22:01:36.936" v="30534" actId="478"/>
          <ac:grpSpMkLst>
            <pc:docMk/>
            <pc:sldMk cId="957164891" sldId="301"/>
            <ac:grpSpMk id="14" creationId="{C06DA0D3-AF4B-96B0-10F4-E550A5D064FC}"/>
          </ac:grpSpMkLst>
        </pc:grpChg>
        <pc:grpChg chg="add del mod">
          <ac:chgData name="Ryan Voget" userId="b9ec8ef93362921d" providerId="LiveId" clId="{0330F05F-4F60-4B27-9207-172470496696}" dt="2026-06-02T22:01:37.410" v="30535" actId="478"/>
          <ac:grpSpMkLst>
            <pc:docMk/>
            <pc:sldMk cId="957164891" sldId="301"/>
            <ac:grpSpMk id="18" creationId="{F0CB5E2C-0137-9FBC-2857-4365E187CB87}"/>
          </ac:grpSpMkLst>
        </pc:grpChg>
        <pc:grpChg chg="add del mod">
          <ac:chgData name="Ryan Voget" userId="b9ec8ef93362921d" providerId="LiveId" clId="{0330F05F-4F60-4B27-9207-172470496696}" dt="2026-06-02T22:01:38.031" v="30536" actId="478"/>
          <ac:grpSpMkLst>
            <pc:docMk/>
            <pc:sldMk cId="957164891" sldId="301"/>
            <ac:grpSpMk id="24" creationId="{41A026D3-B397-1877-FF33-D87A38FD83B7}"/>
          </ac:grpSpMkLst>
        </pc:grpChg>
        <pc:grpChg chg="add del mod">
          <ac:chgData name="Ryan Voget" userId="b9ec8ef93362921d" providerId="LiveId" clId="{0330F05F-4F60-4B27-9207-172470496696}" dt="2026-06-02T21:52:20.700" v="30131" actId="478"/>
          <ac:grpSpMkLst>
            <pc:docMk/>
            <pc:sldMk cId="957164891" sldId="301"/>
            <ac:grpSpMk id="28" creationId="{4CD4B6C5-3CB5-B506-B644-F63BF890C22B}"/>
          </ac:grpSpMkLst>
        </pc:grpChg>
        <pc:grpChg chg="add del mod ord">
          <ac:chgData name="Ryan Voget" userId="b9ec8ef93362921d" providerId="LiveId" clId="{0330F05F-4F60-4B27-9207-172470496696}" dt="2026-06-02T21:55:05.435" v="30253" actId="478"/>
          <ac:grpSpMkLst>
            <pc:docMk/>
            <pc:sldMk cId="957164891" sldId="301"/>
            <ac:grpSpMk id="33" creationId="{A0DCB4FD-469E-6EE1-3736-647D138B943F}"/>
          </ac:grpSpMkLst>
        </pc:grpChg>
        <pc:grpChg chg="add del mod">
          <ac:chgData name="Ryan Voget" userId="b9ec8ef93362921d" providerId="LiveId" clId="{0330F05F-4F60-4B27-9207-172470496696}" dt="2026-06-02T21:57:22.451" v="30289" actId="478"/>
          <ac:grpSpMkLst>
            <pc:docMk/>
            <pc:sldMk cId="957164891" sldId="301"/>
            <ac:grpSpMk id="37" creationId="{52A9D589-B009-0DCD-6830-C3C56B6B6C6A}"/>
          </ac:grpSpMkLst>
        </pc:grpChg>
        <pc:grpChg chg="add del mod ord">
          <ac:chgData name="Ryan Voget" userId="b9ec8ef93362921d" providerId="LiveId" clId="{0330F05F-4F60-4B27-9207-172470496696}" dt="2026-06-02T21:59:47.066" v="30518" actId="478"/>
          <ac:grpSpMkLst>
            <pc:docMk/>
            <pc:sldMk cId="957164891" sldId="301"/>
            <ac:grpSpMk id="44" creationId="{3A702A1F-98F6-547B-2E0B-71F1D0857C9F}"/>
          </ac:grpSpMkLst>
        </pc:grpChg>
        <pc:grpChg chg="add mod">
          <ac:chgData name="Ryan Voget" userId="b9ec8ef93362921d" providerId="LiveId" clId="{0330F05F-4F60-4B27-9207-172470496696}" dt="2026-06-02T22:27:47.723" v="31342" actId="164"/>
          <ac:grpSpMkLst>
            <pc:docMk/>
            <pc:sldMk cId="957164891" sldId="301"/>
            <ac:grpSpMk id="46" creationId="{C9B79CB0-1582-A3FC-C3CC-97CC697E340A}"/>
          </ac:grpSpMkLst>
        </pc:grpChg>
        <pc:grpChg chg="add mod">
          <ac:chgData name="Ryan Voget" userId="b9ec8ef93362921d" providerId="LiveId" clId="{0330F05F-4F60-4B27-9207-172470496696}" dt="2026-06-02T22:02:05.624" v="30542" actId="1076"/>
          <ac:grpSpMkLst>
            <pc:docMk/>
            <pc:sldMk cId="957164891" sldId="301"/>
            <ac:grpSpMk id="50" creationId="{A28EFA51-E983-FCF7-7551-1B583C8D3690}"/>
          </ac:grpSpMkLst>
        </pc:grpChg>
        <pc:grpChg chg="add mod">
          <ac:chgData name="Ryan Voget" userId="b9ec8ef93362921d" providerId="LiveId" clId="{0330F05F-4F60-4B27-9207-172470496696}" dt="2026-06-02T22:02:13.645" v="30543" actId="1076"/>
          <ac:grpSpMkLst>
            <pc:docMk/>
            <pc:sldMk cId="957164891" sldId="301"/>
            <ac:grpSpMk id="54" creationId="{EE64401F-2D62-C295-2D0F-9FFD4A3D3EE8}"/>
          </ac:grpSpMkLst>
        </pc:grpChg>
        <pc:grpChg chg="add mod">
          <ac:chgData name="Ryan Voget" userId="b9ec8ef93362921d" providerId="LiveId" clId="{0330F05F-4F60-4B27-9207-172470496696}" dt="2026-06-02T22:02:27.032" v="30545" actId="1076"/>
          <ac:grpSpMkLst>
            <pc:docMk/>
            <pc:sldMk cId="957164891" sldId="301"/>
            <ac:grpSpMk id="58" creationId="{B250B10E-AA89-34B5-7D92-AE643E243F87}"/>
          </ac:grpSpMkLst>
        </pc:grpChg>
        <pc:grpChg chg="add mod">
          <ac:chgData name="Ryan Voget" userId="b9ec8ef93362921d" providerId="LiveId" clId="{0330F05F-4F60-4B27-9207-172470496696}" dt="2026-06-02T22:02:32.354" v="30547" actId="1076"/>
          <ac:grpSpMkLst>
            <pc:docMk/>
            <pc:sldMk cId="957164891" sldId="301"/>
            <ac:grpSpMk id="62" creationId="{07C63777-E762-288F-4707-6C343913DAAF}"/>
          </ac:grpSpMkLst>
        </pc:grpChg>
        <pc:grpChg chg="del">
          <ac:chgData name="Ryan Voget" userId="b9ec8ef93362921d" providerId="LiveId" clId="{0330F05F-4F60-4B27-9207-172470496696}" dt="2026-06-02T18:15:28.045" v="29438" actId="478"/>
          <ac:grpSpMkLst>
            <pc:docMk/>
            <pc:sldMk cId="957164891" sldId="301"/>
            <ac:grpSpMk id="66" creationId="{EA3BB31D-E875-1E6D-EC28-323396F7821C}"/>
          </ac:grpSpMkLst>
        </pc:grpChg>
        <pc:grpChg chg="add mod">
          <ac:chgData name="Ryan Voget" userId="b9ec8ef93362921d" providerId="LiveId" clId="{0330F05F-4F60-4B27-9207-172470496696}" dt="2026-06-02T22:00:26.039" v="30522" actId="14861"/>
          <ac:grpSpMkLst>
            <pc:docMk/>
            <pc:sldMk cId="957164891" sldId="301"/>
            <ac:grpSpMk id="73" creationId="{600F0CD7-E54B-9D01-DE89-86A3FF638282}"/>
          </ac:grpSpMkLst>
        </pc:grpChg>
        <pc:grpChg chg="add del mod ord">
          <ac:chgData name="Ryan Voget" userId="b9ec8ef93362921d" providerId="LiveId" clId="{0330F05F-4F60-4B27-9207-172470496696}" dt="2026-06-02T22:14:59.328" v="30705" actId="164"/>
          <ac:grpSpMkLst>
            <pc:docMk/>
            <pc:sldMk cId="957164891" sldId="301"/>
            <ac:grpSpMk id="75" creationId="{49A9F944-0DCE-0385-9FDE-F10C8EE407B7}"/>
          </ac:grpSpMkLst>
        </pc:grpChg>
        <pc:grpChg chg="add mod ord">
          <ac:chgData name="Ryan Voget" userId="b9ec8ef93362921d" providerId="LiveId" clId="{0330F05F-4F60-4B27-9207-172470496696}" dt="2026-06-02T22:27:47.723" v="31342" actId="164"/>
          <ac:grpSpMkLst>
            <pc:docMk/>
            <pc:sldMk cId="957164891" sldId="301"/>
            <ac:grpSpMk id="83" creationId="{D4B4ECA3-D29D-A887-E08F-84147C7D9920}"/>
          </ac:grpSpMkLst>
        </pc:grpChg>
        <pc:grpChg chg="add mod">
          <ac:chgData name="Ryan Voget" userId="b9ec8ef93362921d" providerId="LiveId" clId="{0330F05F-4F60-4B27-9207-172470496696}" dt="2026-06-02T22:18:46.545" v="31223" actId="1076"/>
          <ac:grpSpMkLst>
            <pc:docMk/>
            <pc:sldMk cId="957164891" sldId="301"/>
            <ac:grpSpMk id="84" creationId="{7912B5B3-9BB9-06AF-5E83-D0653D630544}"/>
          </ac:grpSpMkLst>
        </pc:grpChg>
        <pc:grpChg chg="add del mod">
          <ac:chgData name="Ryan Voget" userId="b9ec8ef93362921d" providerId="LiveId" clId="{0330F05F-4F60-4B27-9207-172470496696}" dt="2026-06-02T22:26:42.344" v="31328" actId="478"/>
          <ac:grpSpMkLst>
            <pc:docMk/>
            <pc:sldMk cId="957164891" sldId="301"/>
            <ac:grpSpMk id="93" creationId="{348F8340-4F44-A32B-3F0E-BCDFE73EB86A}"/>
          </ac:grpSpMkLst>
        </pc:grpChg>
        <pc:grpChg chg="add del mod">
          <ac:chgData name="Ryan Voget" userId="b9ec8ef93362921d" providerId="LiveId" clId="{0330F05F-4F60-4B27-9207-172470496696}" dt="2026-06-02T22:25:31.516" v="31313" actId="478"/>
          <ac:grpSpMkLst>
            <pc:docMk/>
            <pc:sldMk cId="957164891" sldId="301"/>
            <ac:grpSpMk id="110" creationId="{9340CC96-53EF-BE64-58C8-47097A6911CC}"/>
          </ac:grpSpMkLst>
        </pc:grpChg>
        <pc:grpChg chg="mod">
          <ac:chgData name="Ryan Voget" userId="b9ec8ef93362921d" providerId="LiveId" clId="{0330F05F-4F60-4B27-9207-172470496696}" dt="2026-06-02T22:27:50.101" v="31343" actId="1076"/>
          <ac:grpSpMkLst>
            <pc:docMk/>
            <pc:sldMk cId="957164891" sldId="301"/>
            <ac:grpSpMk id="114" creationId="{CD0B619D-2455-B8E0-D9C9-37A8D8AE69AF}"/>
          </ac:grpSpMkLst>
        </pc:grpChg>
        <pc:cxnChg chg="mod">
          <ac:chgData name="Ryan Voget" userId="b9ec8ef93362921d" providerId="LiveId" clId="{0330F05F-4F60-4B27-9207-172470496696}" dt="2026-06-02T21:50:51.245" v="30117"/>
          <ac:cxnSpMkLst>
            <pc:docMk/>
            <pc:sldMk cId="957164891" sldId="301"/>
            <ac:cxnSpMk id="3" creationId="{F634B254-3BA0-9FC9-BCCD-34629B9C8CAC}"/>
          </ac:cxnSpMkLst>
        </pc:cxnChg>
        <pc:cxnChg chg="mod">
          <ac:chgData name="Ryan Voget" userId="b9ec8ef93362921d" providerId="LiveId" clId="{0330F05F-4F60-4B27-9207-172470496696}" dt="2026-06-02T21:50:51.245" v="30117"/>
          <ac:cxnSpMkLst>
            <pc:docMk/>
            <pc:sldMk cId="957164891" sldId="301"/>
            <ac:cxnSpMk id="4" creationId="{934666D1-F8E3-85C2-2EAE-C83E78589205}"/>
          </ac:cxnSpMkLst>
        </pc:cxnChg>
        <pc:cxnChg chg="mod">
          <ac:chgData name="Ryan Voget" userId="b9ec8ef93362921d" providerId="LiveId" clId="{0330F05F-4F60-4B27-9207-172470496696}" dt="2026-06-02T21:50:51.245" v="30117"/>
          <ac:cxnSpMkLst>
            <pc:docMk/>
            <pc:sldMk cId="957164891" sldId="301"/>
            <ac:cxnSpMk id="5" creationId="{DD422BE3-F075-1C30-33B2-17F5D76730C2}"/>
          </ac:cxnSpMkLst>
        </pc:cxnChg>
        <pc:cxnChg chg="mod">
          <ac:chgData name="Ryan Voget" userId="b9ec8ef93362921d" providerId="LiveId" clId="{0330F05F-4F60-4B27-9207-172470496696}" dt="2026-06-02T21:50:58.182" v="30119"/>
          <ac:cxnSpMkLst>
            <pc:docMk/>
            <pc:sldMk cId="957164891" sldId="301"/>
            <ac:cxnSpMk id="7" creationId="{826F9523-A161-72B8-F78B-70D3BCED4FD9}"/>
          </ac:cxnSpMkLst>
        </pc:cxnChg>
        <pc:cxnChg chg="mod">
          <ac:chgData name="Ryan Voget" userId="b9ec8ef93362921d" providerId="LiveId" clId="{0330F05F-4F60-4B27-9207-172470496696}" dt="2026-06-02T21:50:58.182" v="30119"/>
          <ac:cxnSpMkLst>
            <pc:docMk/>
            <pc:sldMk cId="957164891" sldId="301"/>
            <ac:cxnSpMk id="10" creationId="{FF2C8BF5-47B2-1D6E-12C6-9827677F2A60}"/>
          </ac:cxnSpMkLst>
        </pc:cxnChg>
        <pc:cxnChg chg="mod">
          <ac:chgData name="Ryan Voget" userId="b9ec8ef93362921d" providerId="LiveId" clId="{0330F05F-4F60-4B27-9207-172470496696}" dt="2026-06-02T21:50:58.182" v="30119"/>
          <ac:cxnSpMkLst>
            <pc:docMk/>
            <pc:sldMk cId="957164891" sldId="301"/>
            <ac:cxnSpMk id="13" creationId="{0AC956C5-E907-4496-7B0D-78A09E1A1676}"/>
          </ac:cxnSpMkLst>
        </pc:cxnChg>
        <pc:cxnChg chg="mod">
          <ac:chgData name="Ryan Voget" userId="b9ec8ef93362921d" providerId="LiveId" clId="{0330F05F-4F60-4B27-9207-172470496696}" dt="2026-06-02T21:51:14.489" v="30121"/>
          <ac:cxnSpMkLst>
            <pc:docMk/>
            <pc:sldMk cId="957164891" sldId="301"/>
            <ac:cxnSpMk id="15" creationId="{67BC91D7-BEBB-2296-FA42-F592BC68BA2D}"/>
          </ac:cxnSpMkLst>
        </pc:cxnChg>
        <pc:cxnChg chg="mod">
          <ac:chgData name="Ryan Voget" userId="b9ec8ef93362921d" providerId="LiveId" clId="{0330F05F-4F60-4B27-9207-172470496696}" dt="2026-06-02T21:51:14.489" v="30121"/>
          <ac:cxnSpMkLst>
            <pc:docMk/>
            <pc:sldMk cId="957164891" sldId="301"/>
            <ac:cxnSpMk id="16" creationId="{644174B4-4DF3-55A0-BA59-5C36438E72BF}"/>
          </ac:cxnSpMkLst>
        </pc:cxnChg>
        <pc:cxnChg chg="mod">
          <ac:chgData name="Ryan Voget" userId="b9ec8ef93362921d" providerId="LiveId" clId="{0330F05F-4F60-4B27-9207-172470496696}" dt="2026-06-02T21:51:14.489" v="30121"/>
          <ac:cxnSpMkLst>
            <pc:docMk/>
            <pc:sldMk cId="957164891" sldId="301"/>
            <ac:cxnSpMk id="17" creationId="{D0249F4B-9CFB-4764-EE9C-243B6B959354}"/>
          </ac:cxnSpMkLst>
        </pc:cxnChg>
        <pc:cxnChg chg="add mod">
          <ac:chgData name="Ryan Voget" userId="b9ec8ef93362921d" providerId="LiveId" clId="{0330F05F-4F60-4B27-9207-172470496696}" dt="2026-06-02T22:01:05.610" v="30528" actId="692"/>
          <ac:cxnSpMkLst>
            <pc:docMk/>
            <pc:sldMk cId="957164891" sldId="301"/>
            <ac:cxnSpMk id="19" creationId="{FECFC4DA-8A7B-5331-14CB-7A150670C37D}"/>
          </ac:cxnSpMkLst>
        </pc:cxnChg>
        <pc:cxnChg chg="mod">
          <ac:chgData name="Ryan Voget" userId="b9ec8ef93362921d" providerId="LiveId" clId="{0330F05F-4F60-4B27-9207-172470496696}" dt="2026-06-02T21:51:48.704" v="30125"/>
          <ac:cxnSpMkLst>
            <pc:docMk/>
            <pc:sldMk cId="957164891" sldId="301"/>
            <ac:cxnSpMk id="20" creationId="{8148AF9C-7799-04C7-6FC9-AB6BF47E1ADB}"/>
          </ac:cxnSpMkLst>
        </pc:cxnChg>
        <pc:cxnChg chg="add mod">
          <ac:chgData name="Ryan Voget" userId="b9ec8ef93362921d" providerId="LiveId" clId="{0330F05F-4F60-4B27-9207-172470496696}" dt="2026-06-02T22:01:05.610" v="30528" actId="692"/>
          <ac:cxnSpMkLst>
            <pc:docMk/>
            <pc:sldMk cId="957164891" sldId="301"/>
            <ac:cxnSpMk id="21" creationId="{75882B01-C1D0-3F25-6BB9-32F761C3D8EA}"/>
          </ac:cxnSpMkLst>
        </pc:cxnChg>
        <pc:cxnChg chg="mod">
          <ac:chgData name="Ryan Voget" userId="b9ec8ef93362921d" providerId="LiveId" clId="{0330F05F-4F60-4B27-9207-172470496696}" dt="2026-06-02T21:51:48.704" v="30125"/>
          <ac:cxnSpMkLst>
            <pc:docMk/>
            <pc:sldMk cId="957164891" sldId="301"/>
            <ac:cxnSpMk id="22" creationId="{810CC389-55AD-093E-4FE0-897660C0A48A}"/>
          </ac:cxnSpMkLst>
        </pc:cxnChg>
        <pc:cxnChg chg="mod">
          <ac:chgData name="Ryan Voget" userId="b9ec8ef93362921d" providerId="LiveId" clId="{0330F05F-4F60-4B27-9207-172470496696}" dt="2026-06-02T21:51:48.704" v="30125"/>
          <ac:cxnSpMkLst>
            <pc:docMk/>
            <pc:sldMk cId="957164891" sldId="301"/>
            <ac:cxnSpMk id="23" creationId="{288069F6-905F-ADE3-A471-F6733CB693CA}"/>
          </ac:cxnSpMkLst>
        </pc:cxnChg>
        <pc:cxnChg chg="mod">
          <ac:chgData name="Ryan Voget" userId="b9ec8ef93362921d" providerId="LiveId" clId="{0330F05F-4F60-4B27-9207-172470496696}" dt="2026-06-02T21:51:59.423" v="30127"/>
          <ac:cxnSpMkLst>
            <pc:docMk/>
            <pc:sldMk cId="957164891" sldId="301"/>
            <ac:cxnSpMk id="25" creationId="{00D2AA70-48CF-1A3D-84A1-11882E1A11A6}"/>
          </ac:cxnSpMkLst>
        </pc:cxnChg>
        <pc:cxnChg chg="mod">
          <ac:chgData name="Ryan Voget" userId="b9ec8ef93362921d" providerId="LiveId" clId="{0330F05F-4F60-4B27-9207-172470496696}" dt="2026-06-02T21:51:59.423" v="30127"/>
          <ac:cxnSpMkLst>
            <pc:docMk/>
            <pc:sldMk cId="957164891" sldId="301"/>
            <ac:cxnSpMk id="26" creationId="{1AAA5230-6645-36E8-A9D1-B61BC85234EF}"/>
          </ac:cxnSpMkLst>
        </pc:cxnChg>
        <pc:cxnChg chg="mod">
          <ac:chgData name="Ryan Voget" userId="b9ec8ef93362921d" providerId="LiveId" clId="{0330F05F-4F60-4B27-9207-172470496696}" dt="2026-06-02T21:51:59.423" v="30127"/>
          <ac:cxnSpMkLst>
            <pc:docMk/>
            <pc:sldMk cId="957164891" sldId="301"/>
            <ac:cxnSpMk id="27" creationId="{BBA4629B-3F27-3976-C5A9-C2A17D36A17B}"/>
          </ac:cxnSpMkLst>
        </pc:cxnChg>
        <pc:cxnChg chg="mod">
          <ac:chgData name="Ryan Voget" userId="b9ec8ef93362921d" providerId="LiveId" clId="{0330F05F-4F60-4B27-9207-172470496696}" dt="2026-06-02T21:52:09.447" v="30129"/>
          <ac:cxnSpMkLst>
            <pc:docMk/>
            <pc:sldMk cId="957164891" sldId="301"/>
            <ac:cxnSpMk id="29" creationId="{491439D6-2D02-E9B2-75A4-C1923A5F8271}"/>
          </ac:cxnSpMkLst>
        </pc:cxnChg>
        <pc:cxnChg chg="mod">
          <ac:chgData name="Ryan Voget" userId="b9ec8ef93362921d" providerId="LiveId" clId="{0330F05F-4F60-4B27-9207-172470496696}" dt="2026-06-02T21:52:09.447" v="30129"/>
          <ac:cxnSpMkLst>
            <pc:docMk/>
            <pc:sldMk cId="957164891" sldId="301"/>
            <ac:cxnSpMk id="30" creationId="{67B34B19-3C4E-E86D-CCA5-629CA24ECEC3}"/>
          </ac:cxnSpMkLst>
        </pc:cxnChg>
        <pc:cxnChg chg="mod">
          <ac:chgData name="Ryan Voget" userId="b9ec8ef93362921d" providerId="LiveId" clId="{0330F05F-4F60-4B27-9207-172470496696}" dt="2026-06-02T21:52:09.447" v="30129"/>
          <ac:cxnSpMkLst>
            <pc:docMk/>
            <pc:sldMk cId="957164891" sldId="301"/>
            <ac:cxnSpMk id="31" creationId="{8AC808E6-F720-E39B-CC07-31274656F5CA}"/>
          </ac:cxnSpMkLst>
        </pc:cxnChg>
        <pc:cxnChg chg="add mod">
          <ac:chgData name="Ryan Voget" userId="b9ec8ef93362921d" providerId="LiveId" clId="{0330F05F-4F60-4B27-9207-172470496696}" dt="2026-06-02T22:01:05.610" v="30528" actId="692"/>
          <ac:cxnSpMkLst>
            <pc:docMk/>
            <pc:sldMk cId="957164891" sldId="301"/>
            <ac:cxnSpMk id="32" creationId="{229B2D5D-BE4C-802E-8AB3-69B06B1F7294}"/>
          </ac:cxnSpMkLst>
        </pc:cxnChg>
        <pc:cxnChg chg="mod">
          <ac:chgData name="Ryan Voget" userId="b9ec8ef93362921d" providerId="LiveId" clId="{0330F05F-4F60-4B27-9207-172470496696}" dt="2026-06-02T21:55:01.448" v="30251" actId="208"/>
          <ac:cxnSpMkLst>
            <pc:docMk/>
            <pc:sldMk cId="957164891" sldId="301"/>
            <ac:cxnSpMk id="34" creationId="{7950CD05-2DB3-FBCE-7321-C211EBDE25EE}"/>
          </ac:cxnSpMkLst>
        </pc:cxnChg>
        <pc:cxnChg chg="mod">
          <ac:chgData name="Ryan Voget" userId="b9ec8ef93362921d" providerId="LiveId" clId="{0330F05F-4F60-4B27-9207-172470496696}" dt="2026-06-02T21:55:01.448" v="30251" actId="208"/>
          <ac:cxnSpMkLst>
            <pc:docMk/>
            <pc:sldMk cId="957164891" sldId="301"/>
            <ac:cxnSpMk id="35" creationId="{6633B25D-3DE1-8234-0219-BE7454416AE0}"/>
          </ac:cxnSpMkLst>
        </pc:cxnChg>
        <pc:cxnChg chg="mod">
          <ac:chgData name="Ryan Voget" userId="b9ec8ef93362921d" providerId="LiveId" clId="{0330F05F-4F60-4B27-9207-172470496696}" dt="2026-06-02T21:55:01.448" v="30251" actId="208"/>
          <ac:cxnSpMkLst>
            <pc:docMk/>
            <pc:sldMk cId="957164891" sldId="301"/>
            <ac:cxnSpMk id="36" creationId="{9FB120EC-8135-4EFF-E30A-F08836C6A2A7}"/>
          </ac:cxnSpMkLst>
        </pc:cxnChg>
        <pc:cxnChg chg="mod">
          <ac:chgData name="Ryan Voget" userId="b9ec8ef93362921d" providerId="LiveId" clId="{0330F05F-4F60-4B27-9207-172470496696}" dt="2026-06-02T21:56:05.641" v="30263"/>
          <ac:cxnSpMkLst>
            <pc:docMk/>
            <pc:sldMk cId="957164891" sldId="301"/>
            <ac:cxnSpMk id="38" creationId="{470339EA-048F-32CF-15B5-8E4B75190744}"/>
          </ac:cxnSpMkLst>
        </pc:cxnChg>
        <pc:cxnChg chg="mod">
          <ac:chgData name="Ryan Voget" userId="b9ec8ef93362921d" providerId="LiveId" clId="{0330F05F-4F60-4B27-9207-172470496696}" dt="2026-06-02T21:56:05.641" v="30263"/>
          <ac:cxnSpMkLst>
            <pc:docMk/>
            <pc:sldMk cId="957164891" sldId="301"/>
            <ac:cxnSpMk id="39" creationId="{60C5BF95-A565-B1C0-4BB7-9DCCA0557C52}"/>
          </ac:cxnSpMkLst>
        </pc:cxnChg>
        <pc:cxnChg chg="mod">
          <ac:chgData name="Ryan Voget" userId="b9ec8ef93362921d" providerId="LiveId" clId="{0330F05F-4F60-4B27-9207-172470496696}" dt="2026-06-02T21:56:05.641" v="30263"/>
          <ac:cxnSpMkLst>
            <pc:docMk/>
            <pc:sldMk cId="957164891" sldId="301"/>
            <ac:cxnSpMk id="40" creationId="{51183B4F-D55B-A00E-69BD-137CAF1D21FA}"/>
          </ac:cxnSpMkLst>
        </pc:cxnChg>
        <pc:cxnChg chg="mod">
          <ac:chgData name="Ryan Voget" userId="b9ec8ef93362921d" providerId="LiveId" clId="{0330F05F-4F60-4B27-9207-172470496696}" dt="2026-06-02T22:01:25.838" v="30529"/>
          <ac:cxnSpMkLst>
            <pc:docMk/>
            <pc:sldMk cId="957164891" sldId="301"/>
            <ac:cxnSpMk id="47" creationId="{27161D9C-F360-8FF5-269A-FDC2C8F44E24}"/>
          </ac:cxnSpMkLst>
        </pc:cxnChg>
        <pc:cxnChg chg="mod">
          <ac:chgData name="Ryan Voget" userId="b9ec8ef93362921d" providerId="LiveId" clId="{0330F05F-4F60-4B27-9207-172470496696}" dt="2026-06-02T22:01:25.838" v="30529"/>
          <ac:cxnSpMkLst>
            <pc:docMk/>
            <pc:sldMk cId="957164891" sldId="301"/>
            <ac:cxnSpMk id="48" creationId="{45DC2F00-0D4B-BEDE-4C00-55D64FC149FA}"/>
          </ac:cxnSpMkLst>
        </pc:cxnChg>
        <pc:cxnChg chg="mod">
          <ac:chgData name="Ryan Voget" userId="b9ec8ef93362921d" providerId="LiveId" clId="{0330F05F-4F60-4B27-9207-172470496696}" dt="2026-06-02T22:01:25.838" v="30529"/>
          <ac:cxnSpMkLst>
            <pc:docMk/>
            <pc:sldMk cId="957164891" sldId="301"/>
            <ac:cxnSpMk id="49" creationId="{9065DFB7-B698-080C-45D6-076605FCE06A}"/>
          </ac:cxnSpMkLst>
        </pc:cxnChg>
        <pc:cxnChg chg="mod">
          <ac:chgData name="Ryan Voget" userId="b9ec8ef93362921d" providerId="LiveId" clId="{0330F05F-4F60-4B27-9207-172470496696}" dt="2026-06-02T22:01:53.008" v="30538"/>
          <ac:cxnSpMkLst>
            <pc:docMk/>
            <pc:sldMk cId="957164891" sldId="301"/>
            <ac:cxnSpMk id="51" creationId="{DBF57ABC-3E5B-50DE-BE10-F429C0E28525}"/>
          </ac:cxnSpMkLst>
        </pc:cxnChg>
        <pc:cxnChg chg="mod">
          <ac:chgData name="Ryan Voget" userId="b9ec8ef93362921d" providerId="LiveId" clId="{0330F05F-4F60-4B27-9207-172470496696}" dt="2026-06-02T22:01:53.008" v="30538"/>
          <ac:cxnSpMkLst>
            <pc:docMk/>
            <pc:sldMk cId="957164891" sldId="301"/>
            <ac:cxnSpMk id="52" creationId="{02C13179-5790-D092-5CC7-A6B94A760905}"/>
          </ac:cxnSpMkLst>
        </pc:cxnChg>
        <pc:cxnChg chg="mod">
          <ac:chgData name="Ryan Voget" userId="b9ec8ef93362921d" providerId="LiveId" clId="{0330F05F-4F60-4B27-9207-172470496696}" dt="2026-06-02T22:01:53.008" v="30538"/>
          <ac:cxnSpMkLst>
            <pc:docMk/>
            <pc:sldMk cId="957164891" sldId="301"/>
            <ac:cxnSpMk id="53" creationId="{CFBD45D5-22DB-9B22-6D73-CAF726BF2FF7}"/>
          </ac:cxnSpMkLst>
        </pc:cxnChg>
        <pc:cxnChg chg="mod">
          <ac:chgData name="Ryan Voget" userId="b9ec8ef93362921d" providerId="LiveId" clId="{0330F05F-4F60-4B27-9207-172470496696}" dt="2026-06-02T22:01:58.043" v="30540"/>
          <ac:cxnSpMkLst>
            <pc:docMk/>
            <pc:sldMk cId="957164891" sldId="301"/>
            <ac:cxnSpMk id="55" creationId="{484694C9-F986-73C9-3D54-7CBDABF04BAF}"/>
          </ac:cxnSpMkLst>
        </pc:cxnChg>
        <pc:cxnChg chg="mod">
          <ac:chgData name="Ryan Voget" userId="b9ec8ef93362921d" providerId="LiveId" clId="{0330F05F-4F60-4B27-9207-172470496696}" dt="2026-06-02T22:01:58.043" v="30540"/>
          <ac:cxnSpMkLst>
            <pc:docMk/>
            <pc:sldMk cId="957164891" sldId="301"/>
            <ac:cxnSpMk id="56" creationId="{726BF0A7-D27A-D644-B2C2-1DB921D881C8}"/>
          </ac:cxnSpMkLst>
        </pc:cxnChg>
        <pc:cxnChg chg="mod">
          <ac:chgData name="Ryan Voget" userId="b9ec8ef93362921d" providerId="LiveId" clId="{0330F05F-4F60-4B27-9207-172470496696}" dt="2026-06-02T22:01:58.043" v="30540"/>
          <ac:cxnSpMkLst>
            <pc:docMk/>
            <pc:sldMk cId="957164891" sldId="301"/>
            <ac:cxnSpMk id="57" creationId="{C9BC0C2C-FDA0-62AA-5534-BCB15755A5E0}"/>
          </ac:cxnSpMkLst>
        </pc:cxnChg>
        <pc:cxnChg chg="mod">
          <ac:chgData name="Ryan Voget" userId="b9ec8ef93362921d" providerId="LiveId" clId="{0330F05F-4F60-4B27-9207-172470496696}" dt="2026-06-02T22:02:14.884" v="30544"/>
          <ac:cxnSpMkLst>
            <pc:docMk/>
            <pc:sldMk cId="957164891" sldId="301"/>
            <ac:cxnSpMk id="59" creationId="{6D0ED7F9-EC2C-167E-2296-270E0734F6BD}"/>
          </ac:cxnSpMkLst>
        </pc:cxnChg>
        <pc:cxnChg chg="mod">
          <ac:chgData name="Ryan Voget" userId="b9ec8ef93362921d" providerId="LiveId" clId="{0330F05F-4F60-4B27-9207-172470496696}" dt="2026-06-02T22:02:14.884" v="30544"/>
          <ac:cxnSpMkLst>
            <pc:docMk/>
            <pc:sldMk cId="957164891" sldId="301"/>
            <ac:cxnSpMk id="60" creationId="{72B11BE5-5253-3D60-C7B9-7E4B9FCEB755}"/>
          </ac:cxnSpMkLst>
        </pc:cxnChg>
        <pc:cxnChg chg="mod">
          <ac:chgData name="Ryan Voget" userId="b9ec8ef93362921d" providerId="LiveId" clId="{0330F05F-4F60-4B27-9207-172470496696}" dt="2026-06-02T22:02:14.884" v="30544"/>
          <ac:cxnSpMkLst>
            <pc:docMk/>
            <pc:sldMk cId="957164891" sldId="301"/>
            <ac:cxnSpMk id="61" creationId="{A8D6AC9E-822E-981C-6317-9B318D54539F}"/>
          </ac:cxnSpMkLst>
        </pc:cxnChg>
        <pc:cxnChg chg="mod">
          <ac:chgData name="Ryan Voget" userId="b9ec8ef93362921d" providerId="LiveId" clId="{0330F05F-4F60-4B27-9207-172470496696}" dt="2026-06-02T22:02:27.924" v="30546"/>
          <ac:cxnSpMkLst>
            <pc:docMk/>
            <pc:sldMk cId="957164891" sldId="301"/>
            <ac:cxnSpMk id="63" creationId="{8DEC4FB6-F8A8-2637-0DDB-D209F790C78D}"/>
          </ac:cxnSpMkLst>
        </pc:cxnChg>
        <pc:cxnChg chg="mod">
          <ac:chgData name="Ryan Voget" userId="b9ec8ef93362921d" providerId="LiveId" clId="{0330F05F-4F60-4B27-9207-172470496696}" dt="2026-06-02T22:02:27.924" v="30546"/>
          <ac:cxnSpMkLst>
            <pc:docMk/>
            <pc:sldMk cId="957164891" sldId="301"/>
            <ac:cxnSpMk id="64" creationId="{A7B87D88-159A-C15F-A350-0FA6F469D299}"/>
          </ac:cxnSpMkLst>
        </pc:cxnChg>
        <pc:cxnChg chg="mod">
          <ac:chgData name="Ryan Voget" userId="b9ec8ef93362921d" providerId="LiveId" clId="{0330F05F-4F60-4B27-9207-172470496696}" dt="2026-06-02T22:02:27.924" v="30546"/>
          <ac:cxnSpMkLst>
            <pc:docMk/>
            <pc:sldMk cId="957164891" sldId="301"/>
            <ac:cxnSpMk id="65" creationId="{C7CC8B42-7718-13BA-17CD-454DB38998E6}"/>
          </ac:cxnSpMkLst>
        </pc:cxnChg>
        <pc:cxnChg chg="add mod ord">
          <ac:chgData name="Ryan Voget" userId="b9ec8ef93362921d" providerId="LiveId" clId="{0330F05F-4F60-4B27-9207-172470496696}" dt="2026-06-02T22:20:14.865" v="31249" actId="166"/>
          <ac:cxnSpMkLst>
            <pc:docMk/>
            <pc:sldMk cId="957164891" sldId="301"/>
            <ac:cxnSpMk id="67" creationId="{5A46F890-8A56-A593-6050-D3D6FA6C3046}"/>
          </ac:cxnSpMkLst>
        </pc:cxnChg>
        <pc:cxnChg chg="add mod ord">
          <ac:chgData name="Ryan Voget" userId="b9ec8ef93362921d" providerId="LiveId" clId="{0330F05F-4F60-4B27-9207-172470496696}" dt="2026-06-02T22:20:18.451" v="31250" actId="166"/>
          <ac:cxnSpMkLst>
            <pc:docMk/>
            <pc:sldMk cId="957164891" sldId="301"/>
            <ac:cxnSpMk id="68" creationId="{34625295-A9B8-C1B4-5A72-6A33F33C0B0D}"/>
          </ac:cxnSpMkLst>
        </pc:cxnChg>
        <pc:cxnChg chg="mod">
          <ac:chgData name="Ryan Voget" userId="b9ec8ef93362921d" providerId="LiveId" clId="{0330F05F-4F60-4B27-9207-172470496696}" dt="2026-06-02T22:18:43.463" v="31222"/>
          <ac:cxnSpMkLst>
            <pc:docMk/>
            <pc:sldMk cId="957164891" sldId="301"/>
            <ac:cxnSpMk id="85" creationId="{D1D6C493-6BD9-CC2A-6DF7-3E45D599A067}"/>
          </ac:cxnSpMkLst>
        </pc:cxnChg>
        <pc:cxnChg chg="mod">
          <ac:chgData name="Ryan Voget" userId="b9ec8ef93362921d" providerId="LiveId" clId="{0330F05F-4F60-4B27-9207-172470496696}" dt="2026-06-02T22:18:43.463" v="31222"/>
          <ac:cxnSpMkLst>
            <pc:docMk/>
            <pc:sldMk cId="957164891" sldId="301"/>
            <ac:cxnSpMk id="86" creationId="{0EECED0B-4CB5-FF49-F9F0-EA62968119C7}"/>
          </ac:cxnSpMkLst>
        </pc:cxnChg>
        <pc:cxnChg chg="mod">
          <ac:chgData name="Ryan Voget" userId="b9ec8ef93362921d" providerId="LiveId" clId="{0330F05F-4F60-4B27-9207-172470496696}" dt="2026-06-02T22:18:43.463" v="31222"/>
          <ac:cxnSpMkLst>
            <pc:docMk/>
            <pc:sldMk cId="957164891" sldId="301"/>
            <ac:cxnSpMk id="87" creationId="{118710C3-56F9-0583-9A67-AC5E701CC4A7}"/>
          </ac:cxnSpMkLst>
        </pc:cxnChg>
        <pc:cxnChg chg="add mod">
          <ac:chgData name="Ryan Voget" userId="b9ec8ef93362921d" providerId="LiveId" clId="{0330F05F-4F60-4B27-9207-172470496696}" dt="2026-06-02T22:18:59.892" v="31228" actId="1076"/>
          <ac:cxnSpMkLst>
            <pc:docMk/>
            <pc:sldMk cId="957164891" sldId="301"/>
            <ac:cxnSpMk id="89" creationId="{71CF0259-36C6-6383-0FAC-B58944B9F102}"/>
          </ac:cxnSpMkLst>
        </pc:cxnChg>
        <pc:cxnChg chg="mod">
          <ac:chgData name="Ryan Voget" userId="b9ec8ef93362921d" providerId="LiveId" clId="{0330F05F-4F60-4B27-9207-172470496696}" dt="2026-06-02T22:19:58.263" v="31246"/>
          <ac:cxnSpMkLst>
            <pc:docMk/>
            <pc:sldMk cId="957164891" sldId="301"/>
            <ac:cxnSpMk id="94" creationId="{5027227D-90B3-3986-4C31-698B64EAF5AC}"/>
          </ac:cxnSpMkLst>
        </pc:cxnChg>
        <pc:cxnChg chg="mod">
          <ac:chgData name="Ryan Voget" userId="b9ec8ef93362921d" providerId="LiveId" clId="{0330F05F-4F60-4B27-9207-172470496696}" dt="2026-06-02T22:19:58.263" v="31246"/>
          <ac:cxnSpMkLst>
            <pc:docMk/>
            <pc:sldMk cId="957164891" sldId="301"/>
            <ac:cxnSpMk id="95" creationId="{7713D985-99F2-3990-3FF6-C7030FA41FF4}"/>
          </ac:cxnSpMkLst>
        </pc:cxnChg>
        <pc:cxnChg chg="mod">
          <ac:chgData name="Ryan Voget" userId="b9ec8ef93362921d" providerId="LiveId" clId="{0330F05F-4F60-4B27-9207-172470496696}" dt="2026-06-02T22:19:58.263" v="31246"/>
          <ac:cxnSpMkLst>
            <pc:docMk/>
            <pc:sldMk cId="957164891" sldId="301"/>
            <ac:cxnSpMk id="96" creationId="{9FDFD07D-B107-9A4D-C0D6-7C4B6BFD7AD7}"/>
          </ac:cxnSpMkLst>
        </pc:cxnChg>
        <pc:cxnChg chg="add mod">
          <ac:chgData name="Ryan Voget" userId="b9ec8ef93362921d" providerId="LiveId" clId="{0330F05F-4F60-4B27-9207-172470496696}" dt="2026-06-02T22:24:30.774" v="31302" actId="164"/>
          <ac:cxnSpMkLst>
            <pc:docMk/>
            <pc:sldMk cId="957164891" sldId="301"/>
            <ac:cxnSpMk id="102" creationId="{F95F7250-FCEE-1ED6-76D1-6F866A0EF5B9}"/>
          </ac:cxnSpMkLst>
        </pc:cxnChg>
        <pc:cxnChg chg="add mod">
          <ac:chgData name="Ryan Voget" userId="b9ec8ef93362921d" providerId="LiveId" clId="{0330F05F-4F60-4B27-9207-172470496696}" dt="2026-06-02T22:24:30.774" v="31302" actId="164"/>
          <ac:cxnSpMkLst>
            <pc:docMk/>
            <pc:sldMk cId="957164891" sldId="301"/>
            <ac:cxnSpMk id="104" creationId="{BBBC797F-5DCD-6614-0DC6-C1D9DEBA9D8E}"/>
          </ac:cxnSpMkLst>
        </pc:cxnChg>
        <pc:cxnChg chg="add mod">
          <ac:chgData name="Ryan Voget" userId="b9ec8ef93362921d" providerId="LiveId" clId="{0330F05F-4F60-4B27-9207-172470496696}" dt="2026-06-02T22:24:30.774" v="31302" actId="164"/>
          <ac:cxnSpMkLst>
            <pc:docMk/>
            <pc:sldMk cId="957164891" sldId="301"/>
            <ac:cxnSpMk id="105" creationId="{BF17D968-D2FD-4066-70A8-4B5BC58A3568}"/>
          </ac:cxnSpMkLst>
        </pc:cxnChg>
        <pc:cxnChg chg="add mod">
          <ac:chgData name="Ryan Voget" userId="b9ec8ef93362921d" providerId="LiveId" clId="{0330F05F-4F60-4B27-9207-172470496696}" dt="2026-06-02T22:24:30.774" v="31302" actId="164"/>
          <ac:cxnSpMkLst>
            <pc:docMk/>
            <pc:sldMk cId="957164891" sldId="301"/>
            <ac:cxnSpMk id="108" creationId="{5A1FF568-EAFA-8EC0-8432-2B963360DE25}"/>
          </ac:cxnSpMkLst>
        </pc:cxnChg>
        <pc:cxnChg chg="add mod">
          <ac:chgData name="Ryan Voget" userId="b9ec8ef93362921d" providerId="LiveId" clId="{0330F05F-4F60-4B27-9207-172470496696}" dt="2026-06-02T22:24:30.774" v="31302" actId="164"/>
          <ac:cxnSpMkLst>
            <pc:docMk/>
            <pc:sldMk cId="957164891" sldId="301"/>
            <ac:cxnSpMk id="109" creationId="{794AB178-3635-4F7F-9EE6-4808D84A52EA}"/>
          </ac:cxnSpMkLst>
        </pc:cxnChg>
      </pc:sldChg>
      <pc:sldChg chg="new del">
        <pc:chgData name="Ryan Voget" userId="b9ec8ef93362921d" providerId="LiveId" clId="{0330F05F-4F60-4B27-9207-172470496696}" dt="2026-06-02T18:15:21.945" v="29436" actId="680"/>
        <pc:sldMkLst>
          <pc:docMk/>
          <pc:sldMk cId="1261121371" sldId="301"/>
        </pc:sldMkLst>
      </pc:sldChg>
      <pc:sldChg chg="addSp delSp modSp new mod setBg">
        <pc:chgData name="Ryan Voget" userId="b9ec8ef93362921d" providerId="LiveId" clId="{0330F05F-4F60-4B27-9207-172470496696}" dt="2026-06-02T22:32:01.427" v="31447" actId="1076"/>
        <pc:sldMkLst>
          <pc:docMk/>
          <pc:sldMk cId="1840010483" sldId="302"/>
        </pc:sldMkLst>
        <pc:spChg chg="del">
          <ac:chgData name="Ryan Voget" userId="b9ec8ef93362921d" providerId="LiveId" clId="{0330F05F-4F60-4B27-9207-172470496696}" dt="2026-06-02T22:29:23.641" v="31393" actId="478"/>
          <ac:spMkLst>
            <pc:docMk/>
            <pc:sldMk cId="1840010483" sldId="302"/>
            <ac:spMk id="2" creationId="{73CF3E0C-0ADC-D46E-2AA5-04A353232B66}"/>
          </ac:spMkLst>
        </pc:spChg>
        <pc:spChg chg="del">
          <ac:chgData name="Ryan Voget" userId="b9ec8ef93362921d" providerId="LiveId" clId="{0330F05F-4F60-4B27-9207-172470496696}" dt="2026-06-02T22:29:24.595" v="31394" actId="478"/>
          <ac:spMkLst>
            <pc:docMk/>
            <pc:sldMk cId="1840010483" sldId="302"/>
            <ac:spMk id="3" creationId="{7DC70C64-90E1-3DDE-C850-AC32C8EF06AE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5" creationId="{4B028684-B568-77BB-63C2-6F6BCB8DB42E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7" creationId="{871B8002-9C04-D59A-63A5-1DE20B9A7AA4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9" creationId="{93773408-6DAD-DC51-593D-6FA919DB1067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15" creationId="{395D2110-B056-CED0-5703-7108436476D6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16" creationId="{F23E57DF-B500-56AB-B31B-627DF0106E11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17" creationId="{644FF7A1-443D-95D8-6CD6-07F8BFD3C91D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18" creationId="{D6FCA96B-53E7-C71B-4945-65740ACCD5B7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19" creationId="{76A16DE5-7035-922B-FCE4-98143414DEAE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21" creationId="{21A929E6-0C26-1DF4-B6F8-0467930E9124}"/>
          </ac:spMkLst>
        </pc:spChg>
        <pc:spChg chg="mod">
          <ac:chgData name="Ryan Voget" userId="b9ec8ef93362921d" providerId="LiveId" clId="{0330F05F-4F60-4B27-9207-172470496696}" dt="2026-06-02T22:29:48.139" v="31397"/>
          <ac:spMkLst>
            <pc:docMk/>
            <pc:sldMk cId="1840010483" sldId="302"/>
            <ac:spMk id="22" creationId="{42B31B93-5B5E-138F-E295-4B89395B6A18}"/>
          </ac:spMkLst>
        </pc:spChg>
        <pc:spChg chg="add mod">
          <ac:chgData name="Ryan Voget" userId="b9ec8ef93362921d" providerId="LiveId" clId="{0330F05F-4F60-4B27-9207-172470496696}" dt="2026-06-02T22:30:06.824" v="31419" actId="20577"/>
          <ac:spMkLst>
            <pc:docMk/>
            <pc:sldMk cId="1840010483" sldId="302"/>
            <ac:spMk id="23" creationId="{7A7DF428-AAB6-F8B6-D6F8-920945B204A4}"/>
          </ac:spMkLst>
        </pc:spChg>
        <pc:spChg chg="mod">
          <ac:chgData name="Ryan Voget" userId="b9ec8ef93362921d" providerId="LiveId" clId="{0330F05F-4F60-4B27-9207-172470496696}" dt="2026-06-02T22:31:31.145" v="31444" actId="14861"/>
          <ac:spMkLst>
            <pc:docMk/>
            <pc:sldMk cId="1840010483" sldId="302"/>
            <ac:spMk id="25" creationId="{51D991FF-B599-BBBD-BA5D-38688254F48F}"/>
          </ac:spMkLst>
        </pc:spChg>
        <pc:spChg chg="mod">
          <ac:chgData name="Ryan Voget" userId="b9ec8ef93362921d" providerId="LiveId" clId="{0330F05F-4F60-4B27-9207-172470496696}" dt="2026-06-02T22:31:38.306" v="31445" actId="1076"/>
          <ac:spMkLst>
            <pc:docMk/>
            <pc:sldMk cId="1840010483" sldId="302"/>
            <ac:spMk id="27" creationId="{22F18C9E-B33B-7360-A91A-315BE5B22FAF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29" creationId="{89914EE6-7963-A859-A984-73F888F87FC2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0" creationId="{B6AC1C8C-DE13-85C7-CD53-7A7D742DEDF1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1" creationId="{54ACB278-A8B7-C8FD-4592-06FB15DE5387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3" creationId="{8D9399A6-DA12-15BB-60F9-36052A93E98B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4" creationId="{D8039210-26A6-C468-728D-E511A3FC34F7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6" creationId="{416102A5-93D1-9CDA-B260-95302665D923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7" creationId="{9D5DE02D-2204-061E-1A12-5F844FC43B07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38" creationId="{415B90C4-B791-C3C0-BDC5-0362F435F70C}"/>
          </ac:spMkLst>
        </pc:spChg>
        <pc:spChg chg="mod">
          <ac:chgData name="Ryan Voget" userId="b9ec8ef93362921d" providerId="LiveId" clId="{0330F05F-4F60-4B27-9207-172470496696}" dt="2026-06-02T22:30:17.656" v="31420"/>
          <ac:spMkLst>
            <pc:docMk/>
            <pc:sldMk cId="1840010483" sldId="302"/>
            <ac:spMk id="41" creationId="{3F747EB7-5937-4B85-209A-C61181AF38FE}"/>
          </ac:spMkLst>
        </pc:spChg>
        <pc:grpChg chg="mod">
          <ac:chgData name="Ryan Voget" userId="b9ec8ef93362921d" providerId="LiveId" clId="{0330F05F-4F60-4B27-9207-172470496696}" dt="2026-06-02T22:31:57.704" v="31446" actId="164"/>
          <ac:grpSpMkLst>
            <pc:docMk/>
            <pc:sldMk cId="1840010483" sldId="302"/>
            <ac:grpSpMk id="4" creationId="{72741624-1D6F-969A-3E3C-9C14C58027F8}"/>
          </ac:grpSpMkLst>
        </pc:grpChg>
        <pc:grpChg chg="mod">
          <ac:chgData name="Ryan Voget" userId="b9ec8ef93362921d" providerId="LiveId" clId="{0330F05F-4F60-4B27-9207-172470496696}" dt="2026-06-02T22:31:57.704" v="31446" actId="164"/>
          <ac:grpSpMkLst>
            <pc:docMk/>
            <pc:sldMk cId="1840010483" sldId="302"/>
            <ac:grpSpMk id="24" creationId="{3AD4E368-A7A6-FBA5-2198-351AE257701C}"/>
          </ac:grpSpMkLst>
        </pc:grpChg>
        <pc:grpChg chg="add mod">
          <ac:chgData name="Ryan Voget" userId="b9ec8ef93362921d" providerId="LiveId" clId="{0330F05F-4F60-4B27-9207-172470496696}" dt="2026-06-02T22:32:01.427" v="31447" actId="1076"/>
          <ac:grpSpMkLst>
            <pc:docMk/>
            <pc:sldMk cId="1840010483" sldId="302"/>
            <ac:grpSpMk id="43" creationId="{07D6C2EA-41CB-E216-AE57-867B3C0851B6}"/>
          </ac:grpSpMkLst>
        </pc:grpChg>
      </pc:sldChg>
      <pc:sldChg chg="addSp delSp modSp add mod">
        <pc:chgData name="Ryan Voget" userId="b9ec8ef93362921d" providerId="LiveId" clId="{0330F05F-4F60-4B27-9207-172470496696}" dt="2026-06-02T22:42:43.051" v="32114" actId="1076"/>
        <pc:sldMkLst>
          <pc:docMk/>
          <pc:sldMk cId="3922299178" sldId="303"/>
        </pc:sldMkLst>
        <pc:spChg chg="mod">
          <ac:chgData name="Ryan Voget" userId="b9ec8ef93362921d" providerId="LiveId" clId="{0330F05F-4F60-4B27-9207-172470496696}" dt="2026-06-02T22:34:23.867" v="31483" actId="20577"/>
          <ac:spMkLst>
            <pc:docMk/>
            <pc:sldMk cId="3922299178" sldId="303"/>
            <ac:spMk id="23" creationId="{3F05669B-4665-25E1-C511-DCFCF8A12FE0}"/>
          </ac:spMkLst>
        </pc:spChg>
        <pc:spChg chg="mod topLvl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44" creationId="{2042D2CE-1C24-A146-5119-0BA79FD5F9CD}"/>
          </ac:spMkLst>
        </pc:spChg>
        <pc:spChg chg="del">
          <ac:chgData name="Ryan Voget" userId="b9ec8ef93362921d" providerId="LiveId" clId="{0330F05F-4F60-4B27-9207-172470496696}" dt="2026-06-02T22:34:56.623" v="31494" actId="478"/>
          <ac:spMkLst>
            <pc:docMk/>
            <pc:sldMk cId="3922299178" sldId="303"/>
            <ac:spMk id="45" creationId="{A3DF8CC2-91AA-411E-B1A0-79EFFB9484F5}"/>
          </ac:spMkLst>
        </pc:spChg>
        <pc:spChg chg="mod topLvl">
          <ac:chgData name="Ryan Voget" userId="b9ec8ef93362921d" providerId="LiveId" clId="{0330F05F-4F60-4B27-9207-172470496696}" dt="2026-06-02T22:34:50.894" v="31488" actId="165"/>
          <ac:spMkLst>
            <pc:docMk/>
            <pc:sldMk cId="3922299178" sldId="303"/>
            <ac:spMk id="47" creationId="{5C8DA25F-4398-2775-6325-7757570BAF29}"/>
          </ac:spMkLst>
        </pc:spChg>
        <pc:spChg chg="mod topLvl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48" creationId="{90DFC6FA-25C3-FFFD-535D-4CF2A33AC461}"/>
          </ac:spMkLst>
        </pc:spChg>
        <pc:spChg chg="mod topLvl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50" creationId="{B693E028-5F13-2EB5-0855-080AA3C2BB9A}"/>
          </ac:spMkLst>
        </pc:spChg>
        <pc:spChg chg="del">
          <ac:chgData name="Ryan Voget" userId="b9ec8ef93362921d" providerId="LiveId" clId="{0330F05F-4F60-4B27-9207-172470496696}" dt="2026-06-02T22:35:09.176" v="31497" actId="478"/>
          <ac:spMkLst>
            <pc:docMk/>
            <pc:sldMk cId="3922299178" sldId="303"/>
            <ac:spMk id="51" creationId="{81322B9D-69E3-03E8-DC94-3A86670CD5F6}"/>
          </ac:spMkLst>
        </pc:spChg>
        <pc:spChg chg="del">
          <ac:chgData name="Ryan Voget" userId="b9ec8ef93362921d" providerId="LiveId" clId="{0330F05F-4F60-4B27-9207-172470496696}" dt="2026-06-02T22:34:53.890" v="31490" actId="478"/>
          <ac:spMkLst>
            <pc:docMk/>
            <pc:sldMk cId="3922299178" sldId="303"/>
            <ac:spMk id="52" creationId="{577E30A9-D853-943E-B094-CA9FF04D20B9}"/>
          </ac:spMkLst>
        </pc:spChg>
        <pc:spChg chg="del">
          <ac:chgData name="Ryan Voget" userId="b9ec8ef93362921d" providerId="LiveId" clId="{0330F05F-4F60-4B27-9207-172470496696}" dt="2026-06-02T22:34:53.318" v="31489" actId="478"/>
          <ac:spMkLst>
            <pc:docMk/>
            <pc:sldMk cId="3922299178" sldId="303"/>
            <ac:spMk id="53" creationId="{B066731E-ED6C-68AB-DE67-6E80CF028425}"/>
          </ac:spMkLst>
        </pc:spChg>
        <pc:spChg chg="mod topLvl">
          <ac:chgData name="Ryan Voget" userId="b9ec8ef93362921d" providerId="LiveId" clId="{0330F05F-4F60-4B27-9207-172470496696}" dt="2026-06-02T22:34:50.894" v="31488" actId="165"/>
          <ac:spMkLst>
            <pc:docMk/>
            <pc:sldMk cId="3922299178" sldId="303"/>
            <ac:spMk id="54" creationId="{CF5E6F1A-BDD6-2C52-1E48-4AAEDF01AF7D}"/>
          </ac:spMkLst>
        </pc:spChg>
        <pc:spChg chg="del mod topLvl">
          <ac:chgData name="Ryan Voget" userId="b9ec8ef93362921d" providerId="LiveId" clId="{0330F05F-4F60-4B27-9207-172470496696}" dt="2026-06-02T22:34:54.573" v="31491" actId="478"/>
          <ac:spMkLst>
            <pc:docMk/>
            <pc:sldMk cId="3922299178" sldId="303"/>
            <ac:spMk id="55" creationId="{20C7C66A-1F30-46FA-DEF1-954C2118FE51}"/>
          </ac:spMkLst>
        </pc:spChg>
        <pc:spChg chg="del">
          <ac:chgData name="Ryan Voget" userId="b9ec8ef93362921d" providerId="LiveId" clId="{0330F05F-4F60-4B27-9207-172470496696}" dt="2026-06-02T22:34:55.609" v="31492" actId="478"/>
          <ac:spMkLst>
            <pc:docMk/>
            <pc:sldMk cId="3922299178" sldId="303"/>
            <ac:spMk id="56" creationId="{63644D1A-33FD-299E-C685-DB3776C8AB79}"/>
          </ac:spMkLst>
        </pc:spChg>
        <pc:spChg chg="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57" creationId="{5EDA083B-FA4B-F12B-D132-9CF4D4533E5E}"/>
          </ac:spMkLst>
        </pc:spChg>
        <pc:spChg chg="mod topLvl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58" creationId="{43C320DD-711D-7741-3A17-157FA577B91D}"/>
          </ac:spMkLst>
        </pc:spChg>
        <pc:spChg chg="del">
          <ac:chgData name="Ryan Voget" userId="b9ec8ef93362921d" providerId="LiveId" clId="{0330F05F-4F60-4B27-9207-172470496696}" dt="2026-06-02T22:34:57.607" v="31495" actId="478"/>
          <ac:spMkLst>
            <pc:docMk/>
            <pc:sldMk cId="3922299178" sldId="303"/>
            <ac:spMk id="59" creationId="{447652AA-FDE5-3BE0-3F10-9BCB842C6A2F}"/>
          </ac:spMkLst>
        </pc:spChg>
        <pc:spChg chg="del mod topLvl">
          <ac:chgData name="Ryan Voget" userId="b9ec8ef93362921d" providerId="LiveId" clId="{0330F05F-4F60-4B27-9207-172470496696}" dt="2026-06-02T22:34:56.305" v="31493" actId="478"/>
          <ac:spMkLst>
            <pc:docMk/>
            <pc:sldMk cId="3922299178" sldId="303"/>
            <ac:spMk id="60" creationId="{7A006AC0-0018-CE33-B6C7-AFFB90ACAB79}"/>
          </ac:spMkLst>
        </pc:spChg>
        <pc:spChg chg="del mod topLvl">
          <ac:chgData name="Ryan Voget" userId="b9ec8ef93362921d" providerId="LiveId" clId="{0330F05F-4F60-4B27-9207-172470496696}" dt="2026-06-02T22:35:11.244" v="31501" actId="478"/>
          <ac:spMkLst>
            <pc:docMk/>
            <pc:sldMk cId="3922299178" sldId="303"/>
            <ac:spMk id="61" creationId="{88A04108-5593-1DC0-9C68-C2C06701C9C4}"/>
          </ac:spMkLst>
        </pc:spChg>
        <pc:spChg chg="del">
          <ac:chgData name="Ryan Voget" userId="b9ec8ef93362921d" providerId="LiveId" clId="{0330F05F-4F60-4B27-9207-172470496696}" dt="2026-06-02T22:35:11.707" v="31502" actId="478"/>
          <ac:spMkLst>
            <pc:docMk/>
            <pc:sldMk cId="3922299178" sldId="303"/>
            <ac:spMk id="62" creationId="{25D5EDAB-F3D5-0571-7102-30F93B4E15C4}"/>
          </ac:spMkLst>
        </pc:spChg>
        <pc:spChg chg="del">
          <ac:chgData name="Ryan Voget" userId="b9ec8ef93362921d" providerId="LiveId" clId="{0330F05F-4F60-4B27-9207-172470496696}" dt="2026-06-02T22:35:10.767" v="31500" actId="478"/>
          <ac:spMkLst>
            <pc:docMk/>
            <pc:sldMk cId="3922299178" sldId="303"/>
            <ac:spMk id="63" creationId="{8D6AA3FF-9047-D874-F72C-9E8C881569A6}"/>
          </ac:spMkLst>
        </pc:spChg>
        <pc:spChg chg="del">
          <ac:chgData name="Ryan Voget" userId="b9ec8ef93362921d" providerId="LiveId" clId="{0330F05F-4F60-4B27-9207-172470496696}" dt="2026-06-02T22:35:12.157" v="31503" actId="478"/>
          <ac:spMkLst>
            <pc:docMk/>
            <pc:sldMk cId="3922299178" sldId="303"/>
            <ac:spMk id="64" creationId="{4C1F30E6-99D2-6562-2E6B-B45C460AB8B8}"/>
          </ac:spMkLst>
        </pc:spChg>
        <pc:spChg chg="del mod topLvl">
          <ac:chgData name="Ryan Voget" userId="b9ec8ef93362921d" providerId="LiveId" clId="{0330F05F-4F60-4B27-9207-172470496696}" dt="2026-06-02T22:35:10.082" v="31499" actId="478"/>
          <ac:spMkLst>
            <pc:docMk/>
            <pc:sldMk cId="3922299178" sldId="303"/>
            <ac:spMk id="65" creationId="{35862000-ACA6-54F9-48B8-FC41763E15AF}"/>
          </ac:spMkLst>
        </pc:spChg>
        <pc:spChg chg="del mod topLvl">
          <ac:chgData name="Ryan Voget" userId="b9ec8ef93362921d" providerId="LiveId" clId="{0330F05F-4F60-4B27-9207-172470496696}" dt="2026-06-02T22:35:09.684" v="31498" actId="478"/>
          <ac:spMkLst>
            <pc:docMk/>
            <pc:sldMk cId="3922299178" sldId="303"/>
            <ac:spMk id="66" creationId="{B038A708-FF5E-E030-646B-8BA016BA44B3}"/>
          </ac:spMkLst>
        </pc:spChg>
        <pc:spChg chg="add mod">
          <ac:chgData name="Ryan Voget" userId="b9ec8ef93362921d" providerId="LiveId" clId="{0330F05F-4F60-4B27-9207-172470496696}" dt="2026-06-02T22:38:46.739" v="31988" actId="208"/>
          <ac:spMkLst>
            <pc:docMk/>
            <pc:sldMk cId="3922299178" sldId="303"/>
            <ac:spMk id="67" creationId="{6FB937CB-1C2F-D195-6506-C093E9A7CDA1}"/>
          </ac:spMkLst>
        </pc:spChg>
        <pc:spChg chg="add del mod">
          <ac:chgData name="Ryan Voget" userId="b9ec8ef93362921d" providerId="LiveId" clId="{0330F05F-4F60-4B27-9207-172470496696}" dt="2026-06-02T22:38:10.691" v="31983" actId="478"/>
          <ac:spMkLst>
            <pc:docMk/>
            <pc:sldMk cId="3922299178" sldId="303"/>
            <ac:spMk id="68" creationId="{3B4E4290-EF68-52F0-F832-98174079AB56}"/>
          </ac:spMkLst>
        </pc:spChg>
        <pc:spChg chg="add 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69" creationId="{A8721AF7-FE6D-81C2-1B4A-329EFF491EBE}"/>
          </ac:spMkLst>
        </pc:spChg>
        <pc:spChg chg="add 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70" creationId="{C1F15251-4FBA-D28F-DFFC-C5E0327871E8}"/>
          </ac:spMkLst>
        </pc:spChg>
        <pc:spChg chg="add del">
          <ac:chgData name="Ryan Voget" userId="b9ec8ef93362921d" providerId="LiveId" clId="{0330F05F-4F60-4B27-9207-172470496696}" dt="2026-06-02T22:39:13.886" v="31990" actId="11529"/>
          <ac:spMkLst>
            <pc:docMk/>
            <pc:sldMk cId="3922299178" sldId="303"/>
            <ac:spMk id="71" creationId="{B2ED2EBD-D774-E932-BA8B-4C042E7AA1D8}"/>
          </ac:spMkLst>
        </pc:spChg>
        <pc:spChg chg="mod">
          <ac:chgData name="Ryan Voget" userId="b9ec8ef93362921d" providerId="LiveId" clId="{0330F05F-4F60-4B27-9207-172470496696}" dt="2026-06-02T22:39:28.283" v="31991"/>
          <ac:spMkLst>
            <pc:docMk/>
            <pc:sldMk cId="3922299178" sldId="303"/>
            <ac:spMk id="73" creationId="{C9CFEDCB-8AE4-45B2-A1F9-A0F0C23A969B}"/>
          </ac:spMkLst>
        </pc:spChg>
        <pc:spChg chg="mod">
          <ac:chgData name="Ryan Voget" userId="b9ec8ef93362921d" providerId="LiveId" clId="{0330F05F-4F60-4B27-9207-172470496696}" dt="2026-06-02T22:41:24.668" v="32098" actId="207"/>
          <ac:spMkLst>
            <pc:docMk/>
            <pc:sldMk cId="3922299178" sldId="303"/>
            <ac:spMk id="74" creationId="{21B710F1-3298-4DC3-1C89-18A6A8D47257}"/>
          </ac:spMkLst>
        </pc:spChg>
        <pc:spChg chg="mod">
          <ac:chgData name="Ryan Voget" userId="b9ec8ef93362921d" providerId="LiveId" clId="{0330F05F-4F60-4B27-9207-172470496696}" dt="2026-06-02T22:39:47.443" v="31994"/>
          <ac:spMkLst>
            <pc:docMk/>
            <pc:sldMk cId="3922299178" sldId="303"/>
            <ac:spMk id="76" creationId="{5AD87831-C1B2-FE20-42C7-196D07A5443D}"/>
          </ac:spMkLst>
        </pc:spChg>
        <pc:spChg chg="mod">
          <ac:chgData name="Ryan Voget" userId="b9ec8ef93362921d" providerId="LiveId" clId="{0330F05F-4F60-4B27-9207-172470496696}" dt="2026-06-02T22:39:47.443" v="31994"/>
          <ac:spMkLst>
            <pc:docMk/>
            <pc:sldMk cId="3922299178" sldId="303"/>
            <ac:spMk id="77" creationId="{C90E483B-684A-793D-A5A4-E8C92AC7134C}"/>
          </ac:spMkLst>
        </pc:spChg>
        <pc:spChg chg="add 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78" creationId="{CE5C8BC4-C82B-E37A-DACD-E9476BD27DD1}"/>
          </ac:spMkLst>
        </pc:spChg>
        <pc:spChg chg="add 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79" creationId="{40B6C7AB-3DBC-33E4-995E-90098F326184}"/>
          </ac:spMkLst>
        </pc:spChg>
        <pc:spChg chg="add del mod">
          <ac:chgData name="Ryan Voget" userId="b9ec8ef93362921d" providerId="LiveId" clId="{0330F05F-4F60-4B27-9207-172470496696}" dt="2026-06-02T22:40:25.517" v="32007" actId="478"/>
          <ac:spMkLst>
            <pc:docMk/>
            <pc:sldMk cId="3922299178" sldId="303"/>
            <ac:spMk id="80" creationId="{11BD7B8A-C9AD-AB43-3DB2-D6A66B33712C}"/>
          </ac:spMkLst>
        </pc:spChg>
        <pc:spChg chg="add mod">
          <ac:chgData name="Ryan Voget" userId="b9ec8ef93362921d" providerId="LiveId" clId="{0330F05F-4F60-4B27-9207-172470496696}" dt="2026-06-02T22:40:44.298" v="32018" actId="1076"/>
          <ac:spMkLst>
            <pc:docMk/>
            <pc:sldMk cId="3922299178" sldId="303"/>
            <ac:spMk id="81" creationId="{D3683509-BA68-3A67-3BD4-5F70BAE28CB0}"/>
          </ac:spMkLst>
        </pc:spChg>
        <pc:spChg chg="add mod">
          <ac:chgData name="Ryan Voget" userId="b9ec8ef93362921d" providerId="LiveId" clId="{0330F05F-4F60-4B27-9207-172470496696}" dt="2026-06-02T22:42:39.667" v="32113" actId="164"/>
          <ac:spMkLst>
            <pc:docMk/>
            <pc:sldMk cId="3922299178" sldId="303"/>
            <ac:spMk id="82" creationId="{591662AC-85E1-8BF2-7878-860AE9067B1D}"/>
          </ac:spMkLst>
        </pc:spChg>
        <pc:spChg chg="add mod">
          <ac:chgData name="Ryan Voget" userId="b9ec8ef93362921d" providerId="LiveId" clId="{0330F05F-4F60-4B27-9207-172470496696}" dt="2026-06-02T22:42:22.493" v="32110" actId="1076"/>
          <ac:spMkLst>
            <pc:docMk/>
            <pc:sldMk cId="3922299178" sldId="303"/>
            <ac:spMk id="83" creationId="{9DB017A0-7B47-1DF1-72AA-FC91563244C0}"/>
          </ac:spMkLst>
        </pc:spChg>
        <pc:grpChg chg="del">
          <ac:chgData name="Ryan Voget" userId="b9ec8ef93362921d" providerId="LiveId" clId="{0330F05F-4F60-4B27-9207-172470496696}" dt="2026-06-02T22:34:10.162" v="31452" actId="478"/>
          <ac:grpSpMkLst>
            <pc:docMk/>
            <pc:sldMk cId="3922299178" sldId="303"/>
            <ac:grpSpMk id="43" creationId="{9BBB8209-1786-9C01-46B6-E6B9D6DABB22}"/>
          </ac:grpSpMkLst>
        </pc:grpChg>
        <pc:grpChg chg="add mod">
          <ac:chgData name="Ryan Voget" userId="b9ec8ef93362921d" providerId="LiveId" clId="{0330F05F-4F60-4B27-9207-172470496696}" dt="2026-06-02T22:42:30.475" v="32112" actId="1076"/>
          <ac:grpSpMkLst>
            <pc:docMk/>
            <pc:sldMk cId="3922299178" sldId="303"/>
            <ac:grpSpMk id="72" creationId="{62F0E490-7BBB-7D2C-755A-C76A2B975031}"/>
          </ac:grpSpMkLst>
        </pc:grpChg>
        <pc:grpChg chg="add mod">
          <ac:chgData name="Ryan Voget" userId="b9ec8ef93362921d" providerId="LiveId" clId="{0330F05F-4F60-4B27-9207-172470496696}" dt="2026-06-02T22:39:47.443" v="31994"/>
          <ac:grpSpMkLst>
            <pc:docMk/>
            <pc:sldMk cId="3922299178" sldId="303"/>
            <ac:grpSpMk id="75" creationId="{AB3D41EF-8259-87E7-E4E5-AADEA38BB8F2}"/>
          </ac:grpSpMkLst>
        </pc:grpChg>
        <pc:grpChg chg="mod">
          <ac:chgData name="Ryan Voget" userId="b9ec8ef93362921d" providerId="LiveId" clId="{0330F05F-4F60-4B27-9207-172470496696}" dt="2026-06-02T22:42:43.051" v="32114" actId="1076"/>
          <ac:grpSpMkLst>
            <pc:docMk/>
            <pc:sldMk cId="3922299178" sldId="303"/>
            <ac:grpSpMk id="84" creationId="{881D2957-D6D4-DA2E-7540-D0F45A881BC0}"/>
          </ac:grpSpMkLst>
        </pc:grpChg>
      </pc:sldChg>
      <pc:sldChg chg="add del setBg">
        <pc:chgData name="Ryan Voget" userId="b9ec8ef93362921d" providerId="LiveId" clId="{0330F05F-4F60-4B27-9207-172470496696}" dt="2026-06-02T22:34:26.406" v="31485"/>
        <pc:sldMkLst>
          <pc:docMk/>
          <pc:sldMk cId="2345802055" sldId="304"/>
        </pc:sldMkLst>
      </pc:sldChg>
      <pc:sldChg chg="addSp delSp modSp add mod">
        <pc:chgData name="Ryan Voget" userId="b9ec8ef93362921d" providerId="LiveId" clId="{0330F05F-4F60-4B27-9207-172470496696}" dt="2026-06-02T23:10:50.127" v="32759" actId="1076"/>
        <pc:sldMkLst>
          <pc:docMk/>
          <pc:sldMk cId="2780440131" sldId="304"/>
        </pc:sldMkLst>
        <pc:spChg chg="add mod">
          <ac:chgData name="Ryan Voget" userId="b9ec8ef93362921d" providerId="LiveId" clId="{0330F05F-4F60-4B27-9207-172470496696}" dt="2026-06-02T22:49:24.924" v="32392" actId="14100"/>
          <ac:spMkLst>
            <pc:docMk/>
            <pc:sldMk cId="2780440131" sldId="304"/>
            <ac:spMk id="2" creationId="{D697A99C-C32A-0E5A-63D6-EC284EB091C6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3" creationId="{4DAE0F21-C153-DC26-F96A-AFDA46E152C0}"/>
          </ac:spMkLst>
        </pc:spChg>
        <pc:spChg chg="add mod or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4" creationId="{C9006CC8-1D16-2DD3-B680-38A00F14C783}"/>
          </ac:spMkLst>
        </pc:spChg>
        <pc:spChg chg="add mod ord">
          <ac:chgData name="Ryan Voget" userId="b9ec8ef93362921d" providerId="LiveId" clId="{0330F05F-4F60-4B27-9207-172470496696}" dt="2026-06-02T22:48:53.233" v="32386" actId="14100"/>
          <ac:spMkLst>
            <pc:docMk/>
            <pc:sldMk cId="2780440131" sldId="304"/>
            <ac:spMk id="5" creationId="{D392CC6B-C7C8-B2C0-4771-7F6DD276BAB0}"/>
          </ac:spMkLst>
        </pc:spChg>
        <pc:spChg chg="add mod or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6" creationId="{0D2AD773-AA02-0ED5-D51C-437C366746FA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7" creationId="{66F2B26C-05A6-FA4B-370A-B8D2C7B4EF12}"/>
          </ac:spMkLst>
        </pc:spChg>
        <pc:spChg chg="mod">
          <ac:chgData name="Ryan Voget" userId="b9ec8ef93362921d" providerId="LiveId" clId="{0330F05F-4F60-4B27-9207-172470496696}" dt="2026-06-02T22:43:52.709" v="32137" actId="20577"/>
          <ac:spMkLst>
            <pc:docMk/>
            <pc:sldMk cId="2780440131" sldId="304"/>
            <ac:spMk id="9" creationId="{0E7D0166-F48D-1863-6960-2BD7F4D57C6F}"/>
          </ac:spMkLst>
        </pc:spChg>
        <pc:spChg chg="mod">
          <ac:chgData name="Ryan Voget" userId="b9ec8ef93362921d" providerId="LiveId" clId="{0330F05F-4F60-4B27-9207-172470496696}" dt="2026-06-02T22:53:53.207" v="32435" actId="207"/>
          <ac:spMkLst>
            <pc:docMk/>
            <pc:sldMk cId="2780440131" sldId="304"/>
            <ac:spMk id="11" creationId="{462AE0C1-84E5-2CA0-5AE6-8D71AA1522B4}"/>
          </ac:spMkLst>
        </pc:spChg>
        <pc:spChg chg="mod">
          <ac:chgData name="Ryan Voget" userId="b9ec8ef93362921d" providerId="LiveId" clId="{0330F05F-4F60-4B27-9207-172470496696}" dt="2026-06-02T22:54:04.399" v="32437" actId="207"/>
          <ac:spMkLst>
            <pc:docMk/>
            <pc:sldMk cId="2780440131" sldId="304"/>
            <ac:spMk id="12" creationId="{3D2B2A01-51E7-A21F-C168-BC573D90CB19}"/>
          </ac:spMkLst>
        </pc:spChg>
        <pc:spChg chg="mod">
          <ac:chgData name="Ryan Voget" userId="b9ec8ef93362921d" providerId="LiveId" clId="{0330F05F-4F60-4B27-9207-172470496696}" dt="2026-06-02T22:51:54.452" v="32426" actId="207"/>
          <ac:spMkLst>
            <pc:docMk/>
            <pc:sldMk cId="2780440131" sldId="304"/>
            <ac:spMk id="13" creationId="{A9F0F900-F587-92AA-2D3D-D68CE81E4605}"/>
          </ac:spMkLst>
        </pc:spChg>
        <pc:spChg chg="mod">
          <ac:chgData name="Ryan Voget" userId="b9ec8ef93362921d" providerId="LiveId" clId="{0330F05F-4F60-4B27-9207-172470496696}" dt="2026-06-02T22:54:06.290" v="32438" actId="207"/>
          <ac:spMkLst>
            <pc:docMk/>
            <pc:sldMk cId="2780440131" sldId="304"/>
            <ac:spMk id="14" creationId="{F32CB61A-FCF3-056E-8FD1-E5C0C3D29B93}"/>
          </ac:spMkLst>
        </pc:spChg>
        <pc:spChg chg="mod">
          <ac:chgData name="Ryan Voget" userId="b9ec8ef93362921d" providerId="LiveId" clId="{0330F05F-4F60-4B27-9207-172470496696}" dt="2026-06-02T22:51:16.038" v="32414" actId="207"/>
          <ac:spMkLst>
            <pc:docMk/>
            <pc:sldMk cId="2780440131" sldId="304"/>
            <ac:spMk id="15" creationId="{79C0FAB3-7981-3B3F-9C21-5DD593CDF80B}"/>
          </ac:spMkLst>
        </pc:spChg>
        <pc:spChg chg="mod">
          <ac:chgData name="Ryan Voget" userId="b9ec8ef93362921d" providerId="LiveId" clId="{0330F05F-4F60-4B27-9207-172470496696}" dt="2026-06-02T22:54:00.353" v="32436" actId="207"/>
          <ac:spMkLst>
            <pc:docMk/>
            <pc:sldMk cId="2780440131" sldId="304"/>
            <ac:spMk id="16" creationId="{50B5685F-F14D-3602-F3B8-1E47980930CD}"/>
          </ac:spMkLst>
        </pc:spChg>
        <pc:spChg chg="mod">
          <ac:chgData name="Ryan Voget" userId="b9ec8ef93362921d" providerId="LiveId" clId="{0330F05F-4F60-4B27-9207-172470496696}" dt="2026-06-02T22:51:16.038" v="32414" actId="207"/>
          <ac:spMkLst>
            <pc:docMk/>
            <pc:sldMk cId="2780440131" sldId="304"/>
            <ac:spMk id="17" creationId="{643A3920-EFFD-EFCC-EE9D-A21EEAE3B8EF}"/>
          </ac:spMkLst>
        </pc:spChg>
        <pc:spChg chg="mod">
          <ac:chgData name="Ryan Voget" userId="b9ec8ef93362921d" providerId="LiveId" clId="{0330F05F-4F60-4B27-9207-172470496696}" dt="2026-06-02T22:51:16.038" v="32414" actId="207"/>
          <ac:spMkLst>
            <pc:docMk/>
            <pc:sldMk cId="2780440131" sldId="304"/>
            <ac:spMk id="18" creationId="{87C88BD8-4246-8E33-1A90-F936CDA916E4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19" creationId="{C5423353-6FB9-F367-A011-DFB3A756774A}"/>
          </ac:spMkLst>
        </pc:spChg>
        <pc:spChg chg="add del mod ord">
          <ac:chgData name="Ryan Voget" userId="b9ec8ef93362921d" providerId="LiveId" clId="{0330F05F-4F60-4B27-9207-172470496696}" dt="2026-06-02T23:08:38.171" v="32668" actId="478"/>
          <ac:spMkLst>
            <pc:docMk/>
            <pc:sldMk cId="2780440131" sldId="304"/>
            <ac:spMk id="20" creationId="{5C2CE904-A88F-6BCE-504D-1A5A27F495F3}"/>
          </ac:spMkLst>
        </pc:spChg>
        <pc:spChg chg="add del mod">
          <ac:chgData name="Ryan Voget" userId="b9ec8ef93362921d" providerId="LiveId" clId="{0330F05F-4F60-4B27-9207-172470496696}" dt="2026-06-02T22:57:58.247" v="32494" actId="478"/>
          <ac:spMkLst>
            <pc:docMk/>
            <pc:sldMk cId="2780440131" sldId="304"/>
            <ac:spMk id="21" creationId="{61FA84C6-C2CB-30CF-85AF-463ADC53E982}"/>
          </ac:spMkLst>
        </pc:spChg>
        <pc:spChg chg="add del mod">
          <ac:chgData name="Ryan Voget" userId="b9ec8ef93362921d" providerId="LiveId" clId="{0330F05F-4F60-4B27-9207-172470496696}" dt="2026-06-02T22:58:39.952" v="32502" actId="11529"/>
          <ac:spMkLst>
            <pc:docMk/>
            <pc:sldMk cId="2780440131" sldId="304"/>
            <ac:spMk id="22" creationId="{70818358-B7F6-641D-3E81-79107AAE9B82}"/>
          </ac:spMkLst>
        </pc:spChg>
        <pc:spChg chg="add mod ord">
          <ac:chgData name="Ryan Voget" userId="b9ec8ef93362921d" providerId="LiveId" clId="{0330F05F-4F60-4B27-9207-172470496696}" dt="2026-06-02T23:05:16.943" v="32619" actId="14100"/>
          <ac:spMkLst>
            <pc:docMk/>
            <pc:sldMk cId="2780440131" sldId="304"/>
            <ac:spMk id="23" creationId="{D98B7875-2B21-ECD9-7BE7-6D8AF8D28A1D}"/>
          </ac:spMkLst>
        </pc:spChg>
        <pc:spChg chg="add mod ord">
          <ac:chgData name="Ryan Voget" userId="b9ec8ef93362921d" providerId="LiveId" clId="{0330F05F-4F60-4B27-9207-172470496696}" dt="2026-06-02T23:10:28.312" v="32755" actId="207"/>
          <ac:spMkLst>
            <pc:docMk/>
            <pc:sldMk cId="2780440131" sldId="304"/>
            <ac:spMk id="24" creationId="{33877A08-8A97-160E-F4E2-A217F8DB4AF4}"/>
          </ac:spMkLst>
        </pc:spChg>
        <pc:spChg chg="add del mod">
          <ac:chgData name="Ryan Voget" userId="b9ec8ef93362921d" providerId="LiveId" clId="{0330F05F-4F60-4B27-9207-172470496696}" dt="2026-06-02T23:01:23.039" v="32533" actId="478"/>
          <ac:spMkLst>
            <pc:docMk/>
            <pc:sldMk cId="2780440131" sldId="304"/>
            <ac:spMk id="25" creationId="{7C5AA966-3EA3-A870-225D-AD0D85675A4C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26" creationId="{2AE5DF1E-4D82-B239-9E14-1605AB1818A7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27" creationId="{DFBFE3BB-2A4A-8063-AF05-27795FDBB0E2}"/>
          </ac:spMkLst>
        </pc:spChg>
        <pc:spChg chg="add mod">
          <ac:chgData name="Ryan Voget" userId="b9ec8ef93362921d" providerId="LiveId" clId="{0330F05F-4F60-4B27-9207-172470496696}" dt="2026-06-02T23:04:13.620" v="32604" actId="207"/>
          <ac:spMkLst>
            <pc:docMk/>
            <pc:sldMk cId="2780440131" sldId="304"/>
            <ac:spMk id="28" creationId="{C0357EDF-66D4-1D72-BABC-9AA470E20718}"/>
          </ac:spMkLst>
        </pc:spChg>
        <pc:spChg chg="add mod">
          <ac:chgData name="Ryan Voget" userId="b9ec8ef93362921d" providerId="LiveId" clId="{0330F05F-4F60-4B27-9207-172470496696}" dt="2026-06-02T23:04:22.170" v="32606" actId="1076"/>
          <ac:spMkLst>
            <pc:docMk/>
            <pc:sldMk cId="2780440131" sldId="304"/>
            <ac:spMk id="29" creationId="{B8CEAF9F-2664-8355-62EE-202EAEAD0C42}"/>
          </ac:spMkLst>
        </pc:spChg>
        <pc:spChg chg="add mod">
          <ac:chgData name="Ryan Voget" userId="b9ec8ef93362921d" providerId="LiveId" clId="{0330F05F-4F60-4B27-9207-172470496696}" dt="2026-06-02T23:05:05.678" v="32618" actId="207"/>
          <ac:spMkLst>
            <pc:docMk/>
            <pc:sldMk cId="2780440131" sldId="304"/>
            <ac:spMk id="30" creationId="{6689077B-67DD-09C7-2C0C-C229611BFD14}"/>
          </ac:spMkLst>
        </pc:spChg>
        <pc:spChg chg="add mod or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31" creationId="{64A06034-C261-6F92-05BC-13920282F653}"/>
          </ac:spMkLst>
        </pc:spChg>
        <pc:spChg chg="add mo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32" creationId="{DC1326BE-C7C0-D2B5-7F6C-F508B624CAF3}"/>
          </ac:spMkLst>
        </pc:spChg>
        <pc:spChg chg="add mod">
          <ac:chgData name="Ryan Voget" userId="b9ec8ef93362921d" providerId="LiveId" clId="{0330F05F-4F60-4B27-9207-172470496696}" dt="2026-06-02T23:07:12.444" v="32645" actId="688"/>
          <ac:spMkLst>
            <pc:docMk/>
            <pc:sldMk cId="2780440131" sldId="304"/>
            <ac:spMk id="33" creationId="{A205369E-C8F3-4B6A-65AD-7CDDB7BCD2F1}"/>
          </ac:spMkLst>
        </pc:spChg>
        <pc:spChg chg="add mod ord">
          <ac:chgData name="Ryan Voget" userId="b9ec8ef93362921d" providerId="LiveId" clId="{0330F05F-4F60-4B27-9207-172470496696}" dt="2026-06-02T23:07:33.196" v="32649" actId="1076"/>
          <ac:spMkLst>
            <pc:docMk/>
            <pc:sldMk cId="2780440131" sldId="304"/>
            <ac:spMk id="35" creationId="{C430EE20-2B06-E6EF-BCD4-44B5A09A0F51}"/>
          </ac:spMkLst>
        </pc:spChg>
        <pc:spChg chg="add mod ord">
          <ac:chgData name="Ryan Voget" userId="b9ec8ef93362921d" providerId="LiveId" clId="{0330F05F-4F60-4B27-9207-172470496696}" dt="2026-06-02T23:10:36.359" v="32756" actId="164"/>
          <ac:spMkLst>
            <pc:docMk/>
            <pc:sldMk cId="2780440131" sldId="304"/>
            <ac:spMk id="37" creationId="{6471C284-8205-82CE-8E53-B915BB209216}"/>
          </ac:spMkLst>
        </pc:spChg>
        <pc:spChg chg="add del mod ord">
          <ac:chgData name="Ryan Voget" userId="b9ec8ef93362921d" providerId="LiveId" clId="{0330F05F-4F60-4B27-9207-172470496696}" dt="2026-06-02T23:09:21.523" v="32688" actId="478"/>
          <ac:spMkLst>
            <pc:docMk/>
            <pc:sldMk cId="2780440131" sldId="304"/>
            <ac:spMk id="38" creationId="{DF641DD9-56D5-91AD-A7EB-71F31F3F2AA8}"/>
          </ac:spMkLst>
        </pc:spChg>
        <pc:spChg chg="add mod ord">
          <ac:chgData name="Ryan Voget" userId="b9ec8ef93362921d" providerId="LiveId" clId="{0330F05F-4F60-4B27-9207-172470496696}" dt="2026-06-02T23:10:14.371" v="32706" actId="14100"/>
          <ac:spMkLst>
            <pc:docMk/>
            <pc:sldMk cId="2780440131" sldId="304"/>
            <ac:spMk id="39" creationId="{69460232-3998-D9DC-8C1B-D9D4ABCAFF32}"/>
          </ac:spMkLst>
        </pc:spChg>
        <pc:grpChg chg="add mod ord">
          <ac:chgData name="Ryan Voget" userId="b9ec8ef93362921d" providerId="LiveId" clId="{0330F05F-4F60-4B27-9207-172470496696}" dt="2026-06-02T22:57:11.598" v="32485" actId="14100"/>
          <ac:grpSpMkLst>
            <pc:docMk/>
            <pc:sldMk cId="2780440131" sldId="304"/>
            <ac:grpSpMk id="8" creationId="{333A6A22-BB27-8ECE-09E0-87E10C38E009}"/>
          </ac:grpSpMkLst>
        </pc:grpChg>
        <pc:grpChg chg="mod">
          <ac:chgData name="Ryan Voget" userId="b9ec8ef93362921d" providerId="LiveId" clId="{0330F05F-4F60-4B27-9207-172470496696}" dt="2026-06-02T22:51:16.038" v="32414" actId="207"/>
          <ac:grpSpMkLst>
            <pc:docMk/>
            <pc:sldMk cId="2780440131" sldId="304"/>
            <ac:grpSpMk id="10" creationId="{6CB0C7D0-B26D-2AEE-BD67-F8925B909299}"/>
          </ac:grpSpMkLst>
        </pc:grpChg>
        <pc:grpChg chg="mod">
          <ac:chgData name="Ryan Voget" userId="b9ec8ef93362921d" providerId="LiveId" clId="{0330F05F-4F60-4B27-9207-172470496696}" dt="2026-06-02T23:10:50.127" v="32759" actId="1076"/>
          <ac:grpSpMkLst>
            <pc:docMk/>
            <pc:sldMk cId="2780440131" sldId="304"/>
            <ac:grpSpMk id="40" creationId="{0522E53A-F4C6-B3CA-2076-DC89F0C84081}"/>
          </ac:grpSpMkLst>
        </pc:grpChg>
        <pc:grpChg chg="del">
          <ac:chgData name="Ryan Voget" userId="b9ec8ef93362921d" providerId="LiveId" clId="{0330F05F-4F60-4B27-9207-172470496696}" dt="2026-06-02T22:43:44.045" v="32116" actId="478"/>
          <ac:grpSpMkLst>
            <pc:docMk/>
            <pc:sldMk cId="2780440131" sldId="304"/>
            <ac:grpSpMk id="74" creationId="{FAB0ACE5-CBBF-4491-7C6C-0607800943AB}"/>
          </ac:grpSpMkLst>
        </pc:grpChg>
      </pc:sldChg>
      <pc:sldChg chg="addSp delSp modSp add mod">
        <pc:chgData name="Ryan Voget" userId="b9ec8ef93362921d" providerId="LiveId" clId="{0330F05F-4F60-4B27-9207-172470496696}" dt="2026-06-03T16:18:38.686" v="33754" actId="20577"/>
        <pc:sldMkLst>
          <pc:docMk/>
          <pc:sldMk cId="275175825" sldId="305"/>
        </pc:sldMkLst>
        <pc:spChg chg="add del mod">
          <ac:chgData name="Ryan Voget" userId="b9ec8ef93362921d" providerId="LiveId" clId="{0330F05F-4F60-4B27-9207-172470496696}" dt="2026-06-03T15:41:12.906" v="32774" actId="478"/>
          <ac:spMkLst>
            <pc:docMk/>
            <pc:sldMk cId="275175825" sldId="305"/>
            <ac:spMk id="2" creationId="{A9A5893C-26B7-0625-BE38-779006C11DD5}"/>
          </ac:spMkLst>
        </pc:spChg>
        <pc:spChg chg="add mod">
          <ac:chgData name="Ryan Voget" userId="b9ec8ef93362921d" providerId="LiveId" clId="{0330F05F-4F60-4B27-9207-172470496696}" dt="2026-06-03T16:04:00.489" v="33094" actId="1076"/>
          <ac:spMkLst>
            <pc:docMk/>
            <pc:sldMk cId="275175825" sldId="305"/>
            <ac:spMk id="3" creationId="{65B38461-D09B-097C-F39D-B6FA8071A90E}"/>
          </ac:spMkLst>
        </pc:spChg>
        <pc:spChg chg="add mod">
          <ac:chgData name="Ryan Voget" userId="b9ec8ef93362921d" providerId="LiveId" clId="{0330F05F-4F60-4B27-9207-172470496696}" dt="2026-06-03T16:06:25.869" v="33167" actId="1076"/>
          <ac:spMkLst>
            <pc:docMk/>
            <pc:sldMk cId="275175825" sldId="305"/>
            <ac:spMk id="4" creationId="{3B9E3F41-7843-7803-2405-B5FD6B830300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5" creationId="{21116148-C5BE-E7F2-6757-AE87D9F6FB80}"/>
          </ac:spMkLst>
        </pc:spChg>
        <pc:spChg chg="add mod ord">
          <ac:chgData name="Ryan Voget" userId="b9ec8ef93362921d" providerId="LiveId" clId="{0330F05F-4F60-4B27-9207-172470496696}" dt="2026-06-03T15:44:48.640" v="32827" actId="1076"/>
          <ac:spMkLst>
            <pc:docMk/>
            <pc:sldMk cId="275175825" sldId="305"/>
            <ac:spMk id="6" creationId="{C6CF2507-DD50-55E1-374D-ED7D252DA9CF}"/>
          </ac:spMkLst>
        </pc:spChg>
        <pc:spChg chg="add mod ord">
          <ac:chgData name="Ryan Voget" userId="b9ec8ef93362921d" providerId="LiveId" clId="{0330F05F-4F60-4B27-9207-172470496696}" dt="2026-06-03T15:45:33.994" v="32837" actId="207"/>
          <ac:spMkLst>
            <pc:docMk/>
            <pc:sldMk cId="275175825" sldId="305"/>
            <ac:spMk id="7" creationId="{562D0815-7250-B7C6-47F6-BF9598248E7D}"/>
          </ac:spMkLst>
        </pc:spChg>
        <pc:spChg chg="add mod ord">
          <ac:chgData name="Ryan Voget" userId="b9ec8ef93362921d" providerId="LiveId" clId="{0330F05F-4F60-4B27-9207-172470496696}" dt="2026-06-03T15:46:08.497" v="32842" actId="167"/>
          <ac:spMkLst>
            <pc:docMk/>
            <pc:sldMk cId="275175825" sldId="305"/>
            <ac:spMk id="8" creationId="{A4CC443E-CB8C-83EE-C2FA-48F1E554A82D}"/>
          </ac:spMkLst>
        </pc:spChg>
        <pc:spChg chg="mod">
          <ac:chgData name="Ryan Voget" userId="b9ec8ef93362921d" providerId="LiveId" clId="{0330F05F-4F60-4B27-9207-172470496696}" dt="2026-06-03T16:18:38.686" v="33754" actId="20577"/>
          <ac:spMkLst>
            <pc:docMk/>
            <pc:sldMk cId="275175825" sldId="305"/>
            <ac:spMk id="9" creationId="{ED025AD7-C3E8-97F6-A69A-3E1055F0BC09}"/>
          </ac:spMkLst>
        </pc:spChg>
        <pc:spChg chg="add mod or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10" creationId="{CBE4637D-80DC-458D-02C2-9B0FABC600A4}"/>
          </ac:spMkLst>
        </pc:spChg>
        <pc:spChg chg="add mod">
          <ac:chgData name="Ryan Voget" userId="b9ec8ef93362921d" providerId="LiveId" clId="{0330F05F-4F60-4B27-9207-172470496696}" dt="2026-06-03T15:48:40.161" v="32870" actId="1076"/>
          <ac:spMkLst>
            <pc:docMk/>
            <pc:sldMk cId="275175825" sldId="305"/>
            <ac:spMk id="11" creationId="{C7405C71-32D0-95F1-52E9-76A3A0CBC9EF}"/>
          </ac:spMkLst>
        </pc:spChg>
        <pc:spChg chg="add mod">
          <ac:chgData name="Ryan Voget" userId="b9ec8ef93362921d" providerId="LiveId" clId="{0330F05F-4F60-4B27-9207-172470496696}" dt="2026-06-03T15:48:45.617" v="32872" actId="1076"/>
          <ac:spMkLst>
            <pc:docMk/>
            <pc:sldMk cId="275175825" sldId="305"/>
            <ac:spMk id="12" creationId="{8CD1D709-F5C7-C598-D97C-D7CE9FBB79E6}"/>
          </ac:spMkLst>
        </pc:spChg>
        <pc:spChg chg="add mod">
          <ac:chgData name="Ryan Voget" userId="b9ec8ef93362921d" providerId="LiveId" clId="{0330F05F-4F60-4B27-9207-172470496696}" dt="2026-06-03T15:49:28.329" v="32916" actId="208"/>
          <ac:spMkLst>
            <pc:docMk/>
            <pc:sldMk cId="275175825" sldId="305"/>
            <ac:spMk id="13" creationId="{A64C7C22-6774-B84B-7644-E2554B13332C}"/>
          </ac:spMkLst>
        </pc:spChg>
        <pc:spChg chg="add mod">
          <ac:chgData name="Ryan Voget" userId="b9ec8ef93362921d" providerId="LiveId" clId="{0330F05F-4F60-4B27-9207-172470496696}" dt="2026-06-03T15:50:14.893" v="32921" actId="1076"/>
          <ac:spMkLst>
            <pc:docMk/>
            <pc:sldMk cId="275175825" sldId="305"/>
            <ac:spMk id="14" creationId="{23F4FDFD-EA79-D5B5-B689-FAD4C73D1404}"/>
          </ac:spMkLst>
        </pc:spChg>
        <pc:spChg chg="add mod">
          <ac:chgData name="Ryan Voget" userId="b9ec8ef93362921d" providerId="LiveId" clId="{0330F05F-4F60-4B27-9207-172470496696}" dt="2026-06-03T15:50:21.031" v="32922" actId="1076"/>
          <ac:spMkLst>
            <pc:docMk/>
            <pc:sldMk cId="275175825" sldId="305"/>
            <ac:spMk id="15" creationId="{334C0A59-8BDE-083D-2889-0F77B5D7AFEA}"/>
          </ac:spMkLst>
        </pc:spChg>
        <pc:spChg chg="add mod ord">
          <ac:chgData name="Ryan Voget" userId="b9ec8ef93362921d" providerId="LiveId" clId="{0330F05F-4F60-4B27-9207-172470496696}" dt="2026-06-03T15:51:03.127" v="32929" actId="167"/>
          <ac:spMkLst>
            <pc:docMk/>
            <pc:sldMk cId="275175825" sldId="305"/>
            <ac:spMk id="16" creationId="{0B651567-DD8F-B746-DF89-F7B0BFDDA042}"/>
          </ac:spMkLst>
        </pc:spChg>
        <pc:spChg chg="add mod or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17" creationId="{651A34C4-905B-8620-1F4E-6AF65A1BF3E7}"/>
          </ac:spMkLst>
        </pc:spChg>
        <pc:spChg chg="add mod ord">
          <ac:chgData name="Ryan Voget" userId="b9ec8ef93362921d" providerId="LiveId" clId="{0330F05F-4F60-4B27-9207-172470496696}" dt="2026-06-03T15:51:36.823" v="32939" actId="1076"/>
          <ac:spMkLst>
            <pc:docMk/>
            <pc:sldMk cId="275175825" sldId="305"/>
            <ac:spMk id="18" creationId="{77BE11D8-3C3E-69F7-BFB7-ECC99E8CDCC5}"/>
          </ac:spMkLst>
        </pc:spChg>
        <pc:spChg chg="add mod ord">
          <ac:chgData name="Ryan Voget" userId="b9ec8ef93362921d" providerId="LiveId" clId="{0330F05F-4F60-4B27-9207-172470496696}" dt="2026-06-03T15:52:48.437" v="32955" actId="1076"/>
          <ac:spMkLst>
            <pc:docMk/>
            <pc:sldMk cId="275175825" sldId="305"/>
            <ac:spMk id="19" creationId="{457558DF-9714-4B66-BAB8-F8F5053EED12}"/>
          </ac:spMkLst>
        </pc:spChg>
        <pc:spChg chg="add mod ord">
          <ac:chgData name="Ryan Voget" userId="b9ec8ef93362921d" providerId="LiveId" clId="{0330F05F-4F60-4B27-9207-172470496696}" dt="2026-06-03T15:52:39.392" v="32952" actId="1076"/>
          <ac:spMkLst>
            <pc:docMk/>
            <pc:sldMk cId="275175825" sldId="305"/>
            <ac:spMk id="20" creationId="{40596B08-700D-8D95-B900-0C3D2447C231}"/>
          </ac:spMkLst>
        </pc:spChg>
        <pc:spChg chg="add mod">
          <ac:chgData name="Ryan Voget" userId="b9ec8ef93362921d" providerId="LiveId" clId="{0330F05F-4F60-4B27-9207-172470496696}" dt="2026-06-03T15:59:46.933" v="33043" actId="206"/>
          <ac:spMkLst>
            <pc:docMk/>
            <pc:sldMk cId="275175825" sldId="305"/>
            <ac:spMk id="21" creationId="{B5C11548-47CB-C576-86DC-7BF1DF01A1C8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22" creationId="{F93C5D87-B4E4-1F46-3E4F-351B99C8C868}"/>
          </ac:spMkLst>
        </pc:spChg>
        <pc:spChg chg="add del mod">
          <ac:chgData name="Ryan Voget" userId="b9ec8ef93362921d" providerId="LiveId" clId="{0330F05F-4F60-4B27-9207-172470496696}" dt="2026-06-03T16:01:27.675" v="33062" actId="478"/>
          <ac:spMkLst>
            <pc:docMk/>
            <pc:sldMk cId="275175825" sldId="305"/>
            <ac:spMk id="23" creationId="{2A373AA9-042A-7037-AA51-F802FC8E01A2}"/>
          </ac:spMkLst>
        </pc:spChg>
        <pc:spChg chg="add mod">
          <ac:chgData name="Ryan Voget" userId="b9ec8ef93362921d" providerId="LiveId" clId="{0330F05F-4F60-4B27-9207-172470496696}" dt="2026-06-03T16:04:58.514" v="33110" actId="1035"/>
          <ac:spMkLst>
            <pc:docMk/>
            <pc:sldMk cId="275175825" sldId="305"/>
            <ac:spMk id="24" creationId="{0ADEB530-DF01-0BDA-05D8-37CBFB0758A5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25" creationId="{CFD8370D-E45A-56E5-7B9C-A695F0F070B2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26" creationId="{1D338612-D3C9-D318-66D3-CF6E6799BCCA}"/>
          </ac:spMkLst>
        </pc:spChg>
        <pc:spChg chg="add mod">
          <ac:chgData name="Ryan Voget" userId="b9ec8ef93362921d" providerId="LiveId" clId="{0330F05F-4F60-4B27-9207-172470496696}" dt="2026-06-03T16:05:19.146" v="33122" actId="1076"/>
          <ac:spMkLst>
            <pc:docMk/>
            <pc:sldMk cId="275175825" sldId="305"/>
            <ac:spMk id="27" creationId="{17440E50-B79B-9DF3-E4A2-D0969F1FE34E}"/>
          </ac:spMkLst>
        </pc:spChg>
        <pc:spChg chg="add mod">
          <ac:chgData name="Ryan Voget" userId="b9ec8ef93362921d" providerId="LiveId" clId="{0330F05F-4F60-4B27-9207-172470496696}" dt="2026-06-03T16:05:38.329" v="33135" actId="1076"/>
          <ac:spMkLst>
            <pc:docMk/>
            <pc:sldMk cId="275175825" sldId="305"/>
            <ac:spMk id="28" creationId="{390E0B83-A0D3-5E75-4D55-C76CBE4C6128}"/>
          </ac:spMkLst>
        </pc:spChg>
        <pc:spChg chg="add mod">
          <ac:chgData name="Ryan Voget" userId="b9ec8ef93362921d" providerId="LiveId" clId="{0330F05F-4F60-4B27-9207-172470496696}" dt="2026-06-03T16:05:28.638" v="33128" actId="1076"/>
          <ac:spMkLst>
            <pc:docMk/>
            <pc:sldMk cId="275175825" sldId="305"/>
            <ac:spMk id="29" creationId="{220B1BC9-388E-0CF1-B5EB-DA9F1F565A80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30" creationId="{05CD77DE-FB0B-80C5-403D-76D9F5FD39F3}"/>
          </ac:spMkLst>
        </pc:spChg>
        <pc:spChg chg="add mod">
          <ac:chgData name="Ryan Voget" userId="b9ec8ef93362921d" providerId="LiveId" clId="{0330F05F-4F60-4B27-9207-172470496696}" dt="2026-06-03T16:06:02.613" v="33149" actId="1076"/>
          <ac:spMkLst>
            <pc:docMk/>
            <pc:sldMk cId="275175825" sldId="305"/>
            <ac:spMk id="31" creationId="{699C22E5-77E7-91DE-498A-E577C84325B1}"/>
          </ac:spMkLst>
        </pc:spChg>
        <pc:spChg chg="add mod">
          <ac:chgData name="Ryan Voget" userId="b9ec8ef93362921d" providerId="LiveId" clId="{0330F05F-4F60-4B27-9207-172470496696}" dt="2026-06-03T16:06:11.344" v="33157" actId="1076"/>
          <ac:spMkLst>
            <pc:docMk/>
            <pc:sldMk cId="275175825" sldId="305"/>
            <ac:spMk id="32" creationId="{CB530B40-2B32-91D8-0BC4-0B54812476AE}"/>
          </ac:spMkLst>
        </pc:spChg>
        <pc:spChg chg="add mod">
          <ac:chgData name="Ryan Voget" userId="b9ec8ef93362921d" providerId="LiveId" clId="{0330F05F-4F60-4B27-9207-172470496696}" dt="2026-06-03T16:06:22.236" v="33164" actId="1076"/>
          <ac:spMkLst>
            <pc:docMk/>
            <pc:sldMk cId="275175825" sldId="305"/>
            <ac:spMk id="33" creationId="{F748D55C-C48C-8CAB-160F-513FAC2E7A29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34" creationId="{F1F573EF-9393-007D-E260-C2F60BEB0510}"/>
          </ac:spMkLst>
        </pc:spChg>
        <pc:spChg chg="add mod">
          <ac:chgData name="Ryan Voget" userId="b9ec8ef93362921d" providerId="LiveId" clId="{0330F05F-4F60-4B27-9207-172470496696}" dt="2026-06-03T16:06:40.499" v="33181" actId="1076"/>
          <ac:spMkLst>
            <pc:docMk/>
            <pc:sldMk cId="275175825" sldId="305"/>
            <ac:spMk id="35" creationId="{91335C7D-1B12-C9BC-B945-541B2B32386F}"/>
          </ac:spMkLst>
        </pc:spChg>
        <pc:spChg chg="add del mod">
          <ac:chgData name="Ryan Voget" userId="b9ec8ef93362921d" providerId="LiveId" clId="{0330F05F-4F60-4B27-9207-172470496696}" dt="2026-06-03T16:12:12.723" v="33195" actId="478"/>
          <ac:spMkLst>
            <pc:docMk/>
            <pc:sldMk cId="275175825" sldId="305"/>
            <ac:spMk id="41" creationId="{FC81B9AA-86C3-DEB0-76B0-85B273323F67}"/>
          </ac:spMkLst>
        </pc:spChg>
        <pc:spChg chg="add del mod">
          <ac:chgData name="Ryan Voget" userId="b9ec8ef93362921d" providerId="LiveId" clId="{0330F05F-4F60-4B27-9207-172470496696}" dt="2026-06-03T16:14:05.920" v="33215" actId="478"/>
          <ac:spMkLst>
            <pc:docMk/>
            <pc:sldMk cId="275175825" sldId="305"/>
            <ac:spMk id="42" creationId="{5C4D5EA8-E113-134A-5A09-AC1F5363702E}"/>
          </ac:spMkLst>
        </pc:spChg>
        <pc:spChg chg="add del mod">
          <ac:chgData name="Ryan Voget" userId="b9ec8ef93362921d" providerId="LiveId" clId="{0330F05F-4F60-4B27-9207-172470496696}" dt="2026-06-03T16:14:05.937" v="33217"/>
          <ac:spMkLst>
            <pc:docMk/>
            <pc:sldMk cId="275175825" sldId="305"/>
            <ac:spMk id="43" creationId="{29288BA9-43F9-68ED-189F-42364C5A20D1}"/>
          </ac:spMkLst>
        </pc:spChg>
        <pc:spChg chg="add mod">
          <ac:chgData name="Ryan Voget" userId="b9ec8ef93362921d" providerId="LiveId" clId="{0330F05F-4F60-4B27-9207-172470496696}" dt="2026-06-03T16:16:02.512" v="33726" actId="207"/>
          <ac:spMkLst>
            <pc:docMk/>
            <pc:sldMk cId="275175825" sldId="305"/>
            <ac:spMk id="44" creationId="{505AD663-C0F2-98DA-F6B5-93E2B1244953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45" creationId="{3C57A724-6854-CA30-5D53-A6A9FAFA1111}"/>
          </ac:spMkLst>
        </pc:spChg>
        <pc:spChg chg="add mod">
          <ac:chgData name="Ryan Voget" userId="b9ec8ef93362921d" providerId="LiveId" clId="{0330F05F-4F60-4B27-9207-172470496696}" dt="2026-06-03T16:17:54.576" v="33747" actId="164"/>
          <ac:spMkLst>
            <pc:docMk/>
            <pc:sldMk cId="275175825" sldId="305"/>
            <ac:spMk id="46" creationId="{FEE88581-A0BE-A662-9DA1-C65A4E853B41}"/>
          </ac:spMkLst>
        </pc:spChg>
        <pc:spChg chg="add mod">
          <ac:chgData name="Ryan Voget" userId="b9ec8ef93362921d" providerId="LiveId" clId="{0330F05F-4F60-4B27-9207-172470496696}" dt="2026-06-03T16:17:05.199" v="33739" actId="14861"/>
          <ac:spMkLst>
            <pc:docMk/>
            <pc:sldMk cId="275175825" sldId="305"/>
            <ac:spMk id="47" creationId="{F1FE231F-F93A-FE47-38C2-B9370D59EA69}"/>
          </ac:spMkLst>
        </pc:spChg>
        <pc:spChg chg="add mod">
          <ac:chgData name="Ryan Voget" userId="b9ec8ef93362921d" providerId="LiveId" clId="{0330F05F-4F60-4B27-9207-172470496696}" dt="2026-06-03T16:17:37.343" v="33746" actId="14100"/>
          <ac:spMkLst>
            <pc:docMk/>
            <pc:sldMk cId="275175825" sldId="305"/>
            <ac:spMk id="48" creationId="{63F98F8B-320A-AAF1-7251-31EAA6C9F063}"/>
          </ac:spMkLst>
        </pc:spChg>
        <pc:grpChg chg="mod">
          <ac:chgData name="Ryan Voget" userId="b9ec8ef93362921d" providerId="LiveId" clId="{0330F05F-4F60-4B27-9207-172470496696}" dt="2026-06-03T16:17:56.654" v="33748" actId="1076"/>
          <ac:grpSpMkLst>
            <pc:docMk/>
            <pc:sldMk cId="275175825" sldId="305"/>
            <ac:grpSpMk id="49" creationId="{D2F0DB7C-914A-CA68-A615-3E19F8B9EA3F}"/>
          </ac:grpSpMkLst>
        </pc:grpChg>
        <pc:cxnChg chg="add mod">
          <ac:chgData name="Ryan Voget" userId="b9ec8ef93362921d" providerId="LiveId" clId="{0330F05F-4F60-4B27-9207-172470496696}" dt="2026-06-03T16:11:28.542" v="33188" actId="14100"/>
          <ac:cxnSpMkLst>
            <pc:docMk/>
            <pc:sldMk cId="275175825" sldId="305"/>
            <ac:cxnSpMk id="37" creationId="{5822C32F-BC62-1D9B-F584-344172A5255C}"/>
          </ac:cxnSpMkLst>
        </pc:cxnChg>
        <pc:cxnChg chg="add mod">
          <ac:chgData name="Ryan Voget" userId="b9ec8ef93362921d" providerId="LiveId" clId="{0330F05F-4F60-4B27-9207-172470496696}" dt="2026-06-03T16:11:18.175" v="33187" actId="14100"/>
          <ac:cxnSpMkLst>
            <pc:docMk/>
            <pc:sldMk cId="275175825" sldId="305"/>
            <ac:cxnSpMk id="38" creationId="{52EEDB31-103A-E089-C696-BCE15A3776EE}"/>
          </ac:cxnSpMkLst>
        </pc:cxnChg>
      </pc:sldChg>
      <pc:sldChg chg="addSp delSp modSp add mod">
        <pc:chgData name="Ryan Voget" userId="b9ec8ef93362921d" providerId="LiveId" clId="{0330F05F-4F60-4B27-9207-172470496696}" dt="2026-06-03T16:38:00.844" v="34198" actId="1076"/>
        <pc:sldMkLst>
          <pc:docMk/>
          <pc:sldMk cId="2519380810" sldId="306"/>
        </pc:sldMkLst>
        <pc:spChg chg="mod topLvl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5" creationId="{67A1DEF2-4F6F-89A4-4522-28D6998DC041}"/>
          </ac:spMkLst>
        </pc:spChg>
        <pc:spChg chg="del mod">
          <ac:chgData name="Ryan Voget" userId="b9ec8ef93362921d" providerId="LiveId" clId="{0330F05F-4F60-4B27-9207-172470496696}" dt="2026-06-03T16:21:27.482" v="33880" actId="478"/>
          <ac:spMkLst>
            <pc:docMk/>
            <pc:sldMk cId="2519380810" sldId="306"/>
            <ac:spMk id="6" creationId="{882E0485-BB96-570B-0263-44259AB9D778}"/>
          </ac:spMkLst>
        </pc:spChg>
        <pc:spChg chg="del mod topLvl">
          <ac:chgData name="Ryan Voget" userId="b9ec8ef93362921d" providerId="LiveId" clId="{0330F05F-4F60-4B27-9207-172470496696}" dt="2026-06-03T16:27:14.615" v="33952" actId="478"/>
          <ac:spMkLst>
            <pc:docMk/>
            <pc:sldMk cId="2519380810" sldId="306"/>
            <ac:spMk id="7" creationId="{9C955D3D-99B7-F4A9-9F23-9E02451CA991}"/>
          </ac:spMkLst>
        </pc:spChg>
        <pc:spChg chg="del mod">
          <ac:chgData name="Ryan Voget" userId="b9ec8ef93362921d" providerId="LiveId" clId="{0330F05F-4F60-4B27-9207-172470496696}" dt="2026-06-03T16:21:21.923" v="33879" actId="478"/>
          <ac:spMkLst>
            <pc:docMk/>
            <pc:sldMk cId="2519380810" sldId="306"/>
            <ac:spMk id="8" creationId="{548750D4-AC65-40F2-9878-77422571AFCC}"/>
          </ac:spMkLst>
        </pc:spChg>
        <pc:spChg chg="mod ord topLvl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9" creationId="{8AEDF63C-3639-B325-078D-B8F26C71FD4C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12" creationId="{F6748177-5F2B-AFAD-62F0-45B01A9F7521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15" creationId="{591FEC65-17DE-5278-7DA5-3D99780DD1E8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16" creationId="{0121F3BF-C930-77CA-44B4-F7A4B7FA6BDC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19" creationId="{07CB966D-F884-8FA7-520F-64F9704506FE}"/>
          </ac:spMkLst>
        </pc:spChg>
        <pc:spChg chg="mod">
          <ac:chgData name="Ryan Voget" userId="b9ec8ef93362921d" providerId="LiveId" clId="{0330F05F-4F60-4B27-9207-172470496696}" dt="2026-06-03T16:37:53.509" v="34196" actId="1076"/>
          <ac:spMkLst>
            <pc:docMk/>
            <pc:sldMk cId="2519380810" sldId="306"/>
            <ac:spMk id="23" creationId="{A7D6F5F0-8B84-DAD1-BFF5-85D8FB74CA63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24" creationId="{0F8DE7D0-EF5F-078F-2B7C-D60A183404BD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25" creationId="{78C6E858-5980-4EE3-EDA2-ED722C410AC9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26" creationId="{6236A2DC-EF3E-482B-3023-150DE7A62EBB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28" creationId="{E0AEA0B5-557F-BF81-0958-B55B92E2485A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29" creationId="{47E2A525-1A70-EC9C-E6BA-F1F715921901}"/>
          </ac:spMkLst>
        </pc:spChg>
        <pc:spChg chg="mod">
          <ac:chgData name="Ryan Voget" userId="b9ec8ef93362921d" providerId="LiveId" clId="{0330F05F-4F60-4B27-9207-172470496696}" dt="2026-06-03T16:22:25" v="33884"/>
          <ac:spMkLst>
            <pc:docMk/>
            <pc:sldMk cId="2519380810" sldId="306"/>
            <ac:spMk id="37" creationId="{C4627E89-12C6-FDDD-D0B7-33C5F6F9BC5C}"/>
          </ac:spMkLst>
        </pc:spChg>
        <pc:spChg chg="add mod">
          <ac:chgData name="Ryan Voget" userId="b9ec8ef93362921d" providerId="LiveId" clId="{0330F05F-4F60-4B27-9207-172470496696}" dt="2026-06-03T16:22:55.333" v="33892"/>
          <ac:spMkLst>
            <pc:docMk/>
            <pc:sldMk cId="2519380810" sldId="306"/>
            <ac:spMk id="42" creationId="{AC860E50-8F05-FCD2-50AD-7431C0027612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45" creationId="{422B601D-2177-5E7C-C40F-B576D82C99CB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53" creationId="{F28AE8B1-A44A-3190-2D66-3149F630899D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62" creationId="{3296BF6A-C827-4155-54D8-2287B1867F2F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63" creationId="{289A4FE1-35F4-3193-41BC-C4159BBFF1B4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66" creationId="{6EC7FAFD-C8DC-245D-D977-C6DB8577205F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68" creationId="{CF27A0E7-D22B-0625-C17D-D2F2B665546A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71" creationId="{3045C343-E542-F137-C47F-BEB70074C0FE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86" creationId="{159A7F22-4A68-D81F-DC09-7FACFC4B7F8F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89" creationId="{97236D78-1DBB-37EF-97E0-690F55BE8C7E}"/>
          </ac:spMkLst>
        </pc:spChg>
        <pc:spChg chg="mod">
          <ac:chgData name="Ryan Voget" userId="b9ec8ef93362921d" providerId="LiveId" clId="{0330F05F-4F60-4B27-9207-172470496696}" dt="2026-06-03T16:22:59.360" v="33893"/>
          <ac:spMkLst>
            <pc:docMk/>
            <pc:sldMk cId="2519380810" sldId="306"/>
            <ac:spMk id="92" creationId="{23328F72-44FD-79F9-0CD1-C36EA7D7A449}"/>
          </ac:spMkLst>
        </pc:spChg>
        <pc:spChg chg="add del mod">
          <ac:chgData name="Ryan Voget" userId="b9ec8ef93362921d" providerId="LiveId" clId="{0330F05F-4F60-4B27-9207-172470496696}" dt="2026-06-03T16:35:55.962" v="34069" actId="478"/>
          <ac:spMkLst>
            <pc:docMk/>
            <pc:sldMk cId="2519380810" sldId="306"/>
            <ac:spMk id="94" creationId="{E44A00F3-FB6D-6D23-E4F1-B5EBF8EE23FE}"/>
          </ac:spMkLst>
        </pc:spChg>
        <pc:spChg chg="add del mod ord">
          <ac:chgData name="Ryan Voget" userId="b9ec8ef93362921d" providerId="LiveId" clId="{0330F05F-4F60-4B27-9207-172470496696}" dt="2026-06-03T16:35:55.704" v="34068" actId="478"/>
          <ac:spMkLst>
            <pc:docMk/>
            <pc:sldMk cId="2519380810" sldId="306"/>
            <ac:spMk id="95" creationId="{30F30D9E-7F00-35A9-A6D3-AFC1B8FE713B}"/>
          </ac:spMkLst>
        </pc:spChg>
        <pc:spChg chg="add mo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97" creationId="{2A50DC6A-DB7B-A96B-5E0B-BDCDD8FE3572}"/>
          </ac:spMkLst>
        </pc:spChg>
        <pc:spChg chg="add mod or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98" creationId="{51C80FD4-BB6E-F843-6D34-5D0303947EEF}"/>
          </ac:spMkLst>
        </pc:spChg>
        <pc:spChg chg="add mo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99" creationId="{808E0D51-E502-BE31-5761-76EB4F16F744}"/>
          </ac:spMkLst>
        </pc:spChg>
        <pc:spChg chg="add del mod">
          <ac:chgData name="Ryan Voget" userId="b9ec8ef93362921d" providerId="LiveId" clId="{0330F05F-4F60-4B27-9207-172470496696}" dt="2026-06-03T16:29:44.900" v="33983" actId="478"/>
          <ac:spMkLst>
            <pc:docMk/>
            <pc:sldMk cId="2519380810" sldId="306"/>
            <ac:spMk id="100" creationId="{54BCB816-E206-4235-E5DB-3B6E6CFC1BEA}"/>
          </ac:spMkLst>
        </pc:spChg>
        <pc:spChg chg="add mo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101" creationId="{F713782B-9B2E-C68D-07E3-065850855286}"/>
          </ac:spMkLst>
        </pc:spChg>
        <pc:spChg chg="add del mod">
          <ac:chgData name="Ryan Voget" userId="b9ec8ef93362921d" providerId="LiveId" clId="{0330F05F-4F60-4B27-9207-172470496696}" dt="2026-06-03T16:31:18.711" v="34001" actId="478"/>
          <ac:spMkLst>
            <pc:docMk/>
            <pc:sldMk cId="2519380810" sldId="306"/>
            <ac:spMk id="102" creationId="{1FF01884-C798-5592-3DED-49893FEC18A9}"/>
          </ac:spMkLst>
        </pc:spChg>
        <pc:spChg chg="add del mod">
          <ac:chgData name="Ryan Voget" userId="b9ec8ef93362921d" providerId="LiveId" clId="{0330F05F-4F60-4B27-9207-172470496696}" dt="2026-06-03T16:31:59.642" v="34009" actId="478"/>
          <ac:spMkLst>
            <pc:docMk/>
            <pc:sldMk cId="2519380810" sldId="306"/>
            <ac:spMk id="105" creationId="{E4E3459A-64F3-69E2-4AD3-EC41C1E7568F}"/>
          </ac:spMkLst>
        </pc:spChg>
        <pc:spChg chg="add mo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106" creationId="{001E0E68-558F-667F-AB37-89A8F9CA61F8}"/>
          </ac:spMkLst>
        </pc:spChg>
        <pc:spChg chg="mod">
          <ac:chgData name="Ryan Voget" userId="b9ec8ef93362921d" providerId="LiveId" clId="{0330F05F-4F60-4B27-9207-172470496696}" dt="2026-06-03T16:34:20.613" v="34038" actId="207"/>
          <ac:spMkLst>
            <pc:docMk/>
            <pc:sldMk cId="2519380810" sldId="306"/>
            <ac:spMk id="116" creationId="{14767154-EE69-E06F-187B-2237E3CA9E19}"/>
          </ac:spMkLst>
        </pc:spChg>
        <pc:spChg chg="mod">
          <ac:chgData name="Ryan Voget" userId="b9ec8ef93362921d" providerId="LiveId" clId="{0330F05F-4F60-4B27-9207-172470496696}" dt="2026-06-03T16:34:20.613" v="34038" actId="207"/>
          <ac:spMkLst>
            <pc:docMk/>
            <pc:sldMk cId="2519380810" sldId="306"/>
            <ac:spMk id="117" creationId="{A61E2F5C-F8EE-D550-68BF-52548AC8E2B7}"/>
          </ac:spMkLst>
        </pc:spChg>
        <pc:spChg chg="add mo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128" creationId="{EDF2F552-A9AA-E454-068A-390CF90B90A0}"/>
          </ac:spMkLst>
        </pc:spChg>
        <pc:spChg chg="add del mod">
          <ac:chgData name="Ryan Voget" userId="b9ec8ef93362921d" providerId="LiveId" clId="{0330F05F-4F60-4B27-9207-172470496696}" dt="2026-06-03T16:36:48.804" v="34174" actId="478"/>
          <ac:spMkLst>
            <pc:docMk/>
            <pc:sldMk cId="2519380810" sldId="306"/>
            <ac:spMk id="129" creationId="{C8F9851C-BD2E-7DC2-44DE-A8F1F3731AC0}"/>
          </ac:spMkLst>
        </pc:spChg>
        <pc:spChg chg="add mod ord">
          <ac:chgData name="Ryan Voget" userId="b9ec8ef93362921d" providerId="LiveId" clId="{0330F05F-4F60-4B27-9207-172470496696}" dt="2026-06-03T16:37:59.648" v="34197" actId="164"/>
          <ac:spMkLst>
            <pc:docMk/>
            <pc:sldMk cId="2519380810" sldId="306"/>
            <ac:spMk id="130" creationId="{F7C0BDF2-27E4-A27A-5596-1771B832E127}"/>
          </ac:spMkLst>
        </pc:spChg>
        <pc:grpChg chg="del mod">
          <ac:chgData name="Ryan Voget" userId="b9ec8ef93362921d" providerId="LiveId" clId="{0330F05F-4F60-4B27-9207-172470496696}" dt="2026-06-03T16:20:42.287" v="33825" actId="27803"/>
          <ac:grpSpMkLst>
            <pc:docMk/>
            <pc:sldMk cId="2519380810" sldId="306"/>
            <ac:grpSpMk id="4" creationId="{DCE44BA3-9C90-35E3-4744-A9804DC811B7}"/>
          </ac:grpSpMkLst>
        </pc:grpChg>
        <pc:grpChg chg="add del mod">
          <ac:chgData name="Ryan Voget" userId="b9ec8ef93362921d" providerId="LiveId" clId="{0330F05F-4F60-4B27-9207-172470496696}" dt="2026-06-03T16:21:39.082" v="33881" actId="165"/>
          <ac:grpSpMkLst>
            <pc:docMk/>
            <pc:sldMk cId="2519380810" sldId="306"/>
            <ac:grpSpMk id="10" creationId="{26EB9AAC-043A-2DCD-C93F-CB84286C7AB7}"/>
          </ac:grpSpMkLst>
        </pc:grpChg>
        <pc:grpChg chg="mod">
          <ac:chgData name="Ryan Voget" userId="b9ec8ef93362921d" providerId="LiveId" clId="{0330F05F-4F60-4B27-9207-172470496696}" dt="2026-06-03T16:22:52.557" v="33891" actId="1076"/>
          <ac:grpSpMkLst>
            <pc:docMk/>
            <pc:sldMk cId="2519380810" sldId="306"/>
            <ac:grpSpMk id="11" creationId="{E332B92A-C3D9-A764-C9B1-1E4474C04C56}"/>
          </ac:grpSpMkLst>
        </pc:grpChg>
        <pc:grpChg chg="mod">
          <ac:chgData name="Ryan Voget" userId="b9ec8ef93362921d" providerId="LiveId" clId="{0330F05F-4F60-4B27-9207-172470496696}" dt="2026-06-03T16:37:59.648" v="34197" actId="164"/>
          <ac:grpSpMkLst>
            <pc:docMk/>
            <pc:sldMk cId="2519380810" sldId="306"/>
            <ac:grpSpMk id="43" creationId="{650C3611-E436-2393-7936-AA51F52C43CE}"/>
          </ac:grpSpMkLst>
        </pc:grpChg>
        <pc:grpChg chg="del">
          <ac:chgData name="Ryan Voget" userId="b9ec8ef93362921d" providerId="LiveId" clId="{0330F05F-4F60-4B27-9207-172470496696}" dt="2026-06-03T16:19:12.773" v="33788" actId="478"/>
          <ac:grpSpMkLst>
            <pc:docMk/>
            <pc:sldMk cId="2519380810" sldId="306"/>
            <ac:grpSpMk id="84" creationId="{3C71FD10-1A41-8E90-2F2A-0E37C0DFA7D8}"/>
          </ac:grpSpMkLst>
        </pc:grpChg>
        <pc:grpChg chg="add mod">
          <ac:chgData name="Ryan Voget" userId="b9ec8ef93362921d" providerId="LiveId" clId="{0330F05F-4F60-4B27-9207-172470496696}" dt="2026-06-03T16:27:08.933" v="33950" actId="338"/>
          <ac:grpSpMkLst>
            <pc:docMk/>
            <pc:sldMk cId="2519380810" sldId="306"/>
            <ac:grpSpMk id="96" creationId="{534A0F94-EF90-7851-16B4-D8680A8B0959}"/>
          </ac:grpSpMkLst>
        </pc:grpChg>
        <pc:grpChg chg="del mod">
          <ac:chgData name="Ryan Voget" userId="b9ec8ef93362921d" providerId="LiveId" clId="{0330F05F-4F60-4B27-9207-172470496696}" dt="2026-06-03T16:33:59.133" v="34033" actId="27803"/>
          <ac:grpSpMkLst>
            <pc:docMk/>
            <pc:sldMk cId="2519380810" sldId="306"/>
            <ac:grpSpMk id="115" creationId="{88B219FA-4CAF-5081-8A13-0B6FAA90B6F8}"/>
          </ac:grpSpMkLst>
        </pc:grpChg>
        <pc:grpChg chg="add mod">
          <ac:chgData name="Ryan Voget" userId="b9ec8ef93362921d" providerId="LiveId" clId="{0330F05F-4F60-4B27-9207-172470496696}" dt="2026-06-03T16:34:31.156" v="34040" actId="1076"/>
          <ac:grpSpMkLst>
            <pc:docMk/>
            <pc:sldMk cId="2519380810" sldId="306"/>
            <ac:grpSpMk id="118" creationId="{7D0E2009-1E99-DB24-1616-0FCD0696E965}"/>
          </ac:grpSpMkLst>
        </pc:grpChg>
        <pc:grpChg chg="mod">
          <ac:chgData name="Ryan Voget" userId="b9ec8ef93362921d" providerId="LiveId" clId="{0330F05F-4F60-4B27-9207-172470496696}" dt="2026-06-03T16:38:00.844" v="34198" actId="1076"/>
          <ac:grpSpMkLst>
            <pc:docMk/>
            <pc:sldMk cId="2519380810" sldId="306"/>
            <ac:grpSpMk id="131" creationId="{BE6579E9-31EE-597D-B87E-DAC18CBE2B0C}"/>
          </ac:grpSpMkLst>
        </pc:grpChg>
        <pc:picChg chg="add del mod">
          <ac:chgData name="Ryan Voget" userId="b9ec8ef93362921d" providerId="LiveId" clId="{0330F05F-4F60-4B27-9207-172470496696}" dt="2026-06-03T16:20:42.287" v="33825" actId="27803"/>
          <ac:picMkLst>
            <pc:docMk/>
            <pc:sldMk cId="2519380810" sldId="306"/>
            <ac:picMk id="3" creationId="{D02C659B-2F3F-4EC2-39F1-65E15584D1F5}"/>
          </ac:picMkLst>
        </pc:picChg>
        <pc:picChg chg="add del mod">
          <ac:chgData name="Ryan Voget" userId="b9ec8ef93362921d" providerId="LiveId" clId="{0330F05F-4F60-4B27-9207-172470496696}" dt="2026-06-03T16:32:04.020" v="34010" actId="478"/>
          <ac:picMkLst>
            <pc:docMk/>
            <pc:sldMk cId="2519380810" sldId="306"/>
            <ac:picMk id="104" creationId="{28F93583-F2DA-8B61-6606-EFF7CABD7FBC}"/>
          </ac:picMkLst>
        </pc:picChg>
        <pc:picChg chg="add mod">
          <ac:chgData name="Ryan Voget" userId="b9ec8ef93362921d" providerId="LiveId" clId="{0330F05F-4F60-4B27-9207-172470496696}" dt="2026-06-03T16:33:00.639" v="34016" actId="931"/>
          <ac:picMkLst>
            <pc:docMk/>
            <pc:sldMk cId="2519380810" sldId="306"/>
            <ac:picMk id="108" creationId="{AA26029C-549D-EE5B-35E6-414E7EDD642F}"/>
          </ac:picMkLst>
        </pc:picChg>
        <pc:picChg chg="add mod">
          <ac:chgData name="Ryan Voget" userId="b9ec8ef93362921d" providerId="LiveId" clId="{0330F05F-4F60-4B27-9207-172470496696}" dt="2026-06-03T16:33:00.639" v="34016" actId="931"/>
          <ac:picMkLst>
            <pc:docMk/>
            <pc:sldMk cId="2519380810" sldId="306"/>
            <ac:picMk id="110" creationId="{AD28D65E-6A17-87DB-AC7E-380A8E4B38D0}"/>
          </ac:picMkLst>
        </pc:picChg>
        <pc:picChg chg="add del mod">
          <ac:chgData name="Ryan Voget" userId="b9ec8ef93362921d" providerId="LiveId" clId="{0330F05F-4F60-4B27-9207-172470496696}" dt="2026-06-03T16:33:19.175" v="34021" actId="478"/>
          <ac:picMkLst>
            <pc:docMk/>
            <pc:sldMk cId="2519380810" sldId="306"/>
            <ac:picMk id="112" creationId="{18640ECF-0B48-0403-8D76-3E7E061FF59B}"/>
          </ac:picMkLst>
        </pc:picChg>
        <pc:picChg chg="add del mod">
          <ac:chgData name="Ryan Voget" userId="b9ec8ef93362921d" providerId="LiveId" clId="{0330F05F-4F60-4B27-9207-172470496696}" dt="2026-06-03T16:33:59.133" v="34033" actId="27803"/>
          <ac:picMkLst>
            <pc:docMk/>
            <pc:sldMk cId="2519380810" sldId="306"/>
            <ac:picMk id="114" creationId="{F070BFE3-554B-8E3D-2637-411D649DD4C7}"/>
          </ac:picMkLst>
        </pc:picChg>
        <pc:cxnChg chg="add del mod">
          <ac:chgData name="Ryan Voget" userId="b9ec8ef93362921d" providerId="LiveId" clId="{0330F05F-4F60-4B27-9207-172470496696}" dt="2026-06-03T16:35:25.148" v="34063" actId="11529"/>
          <ac:cxnSpMkLst>
            <pc:docMk/>
            <pc:sldMk cId="2519380810" sldId="306"/>
            <ac:cxnSpMk id="120" creationId="{15B027A5-16C7-E607-C270-B783B12E75B3}"/>
          </ac:cxnSpMkLst>
        </pc:cxnChg>
        <pc:cxnChg chg="add mod">
          <ac:chgData name="Ryan Voget" userId="b9ec8ef93362921d" providerId="LiveId" clId="{0330F05F-4F60-4B27-9207-172470496696}" dt="2026-06-03T16:35:22.903" v="34060" actId="14100"/>
          <ac:cxnSpMkLst>
            <pc:docMk/>
            <pc:sldMk cId="2519380810" sldId="306"/>
            <ac:cxnSpMk id="121" creationId="{1521808A-5158-8801-93DE-5DA9C0F73861}"/>
          </ac:cxnSpMkLst>
        </pc:cxnChg>
        <pc:cxnChg chg="add mod">
          <ac:chgData name="Ryan Voget" userId="b9ec8ef93362921d" providerId="LiveId" clId="{0330F05F-4F60-4B27-9207-172470496696}" dt="2026-06-03T16:35:22.150" v="34058" actId="1076"/>
          <ac:cxnSpMkLst>
            <pc:docMk/>
            <pc:sldMk cId="2519380810" sldId="306"/>
            <ac:cxnSpMk id="124" creationId="{FD5C8180-64C9-C558-7C28-9B6C920A6581}"/>
          </ac:cxnSpMkLst>
        </pc:cxnChg>
        <pc:cxnChg chg="add mod">
          <ac:chgData name="Ryan Voget" userId="b9ec8ef93362921d" providerId="LiveId" clId="{0330F05F-4F60-4B27-9207-172470496696}" dt="2026-06-03T16:35:21.750" v="34057" actId="1076"/>
          <ac:cxnSpMkLst>
            <pc:docMk/>
            <pc:sldMk cId="2519380810" sldId="306"/>
            <ac:cxnSpMk id="125" creationId="{1165C92E-0A1B-38A8-3916-B047358830BE}"/>
          </ac:cxnSpMkLst>
        </pc:cxnChg>
        <pc:cxnChg chg="add mod">
          <ac:chgData name="Ryan Voget" userId="b9ec8ef93362921d" providerId="LiveId" clId="{0330F05F-4F60-4B27-9207-172470496696}" dt="2026-06-03T16:35:21.394" v="34056" actId="1076"/>
          <ac:cxnSpMkLst>
            <pc:docMk/>
            <pc:sldMk cId="2519380810" sldId="306"/>
            <ac:cxnSpMk id="126" creationId="{7BD9FD9A-AD98-5367-C8F9-A5A10E592C69}"/>
          </ac:cxnSpMkLst>
        </pc:cxnChg>
        <pc:cxnChg chg="add mod">
          <ac:chgData name="Ryan Voget" userId="b9ec8ef93362921d" providerId="LiveId" clId="{0330F05F-4F60-4B27-9207-172470496696}" dt="2026-06-03T16:35:20.964" v="34055" actId="1076"/>
          <ac:cxnSpMkLst>
            <pc:docMk/>
            <pc:sldMk cId="2519380810" sldId="306"/>
            <ac:cxnSpMk id="127" creationId="{5DF7F25A-6EF3-5C55-5BED-37B1A4897E7B}"/>
          </ac:cxnSpMkLst>
        </pc:cxnChg>
      </pc:sldChg>
      <pc:sldChg chg="addSp delSp modSp add mod">
        <pc:chgData name="Ryan Voget" userId="b9ec8ef93362921d" providerId="LiveId" clId="{0330F05F-4F60-4B27-9207-172470496696}" dt="2026-06-03T17:06:23.281" v="34692" actId="207"/>
        <pc:sldMkLst>
          <pc:docMk/>
          <pc:sldMk cId="2464265807" sldId="307"/>
        </pc:sldMkLst>
        <pc:spChg chg="mod">
          <ac:chgData name="Ryan Voget" userId="b9ec8ef93362921d" providerId="LiveId" clId="{0330F05F-4F60-4B27-9207-172470496696}" dt="2026-06-03T17:06:23.281" v="34692" actId="207"/>
          <ac:spMkLst>
            <pc:docMk/>
            <pc:sldMk cId="2464265807" sldId="307"/>
            <ac:spMk id="3" creationId="{2715FF07-54B7-E233-F942-E3E1D37F6378}"/>
          </ac:spMkLst>
        </pc:spChg>
        <pc:spChg chg="mod">
          <ac:chgData name="Ryan Voget" userId="b9ec8ef93362921d" providerId="LiveId" clId="{0330F05F-4F60-4B27-9207-172470496696}" dt="2026-06-03T17:05:44.234" v="34481" actId="207"/>
          <ac:spMkLst>
            <pc:docMk/>
            <pc:sldMk cId="2464265807" sldId="307"/>
            <ac:spMk id="4" creationId="{8BBE0C85-3A66-5765-348B-4776007AEC66}"/>
          </ac:spMkLst>
        </pc:spChg>
        <pc:spChg chg="add del mod">
          <ac:chgData name="Ryan Voget" userId="b9ec8ef93362921d" providerId="LiveId" clId="{0330F05F-4F60-4B27-9207-172470496696}" dt="2026-06-03T17:05:51.068" v="34482" actId="478"/>
          <ac:spMkLst>
            <pc:docMk/>
            <pc:sldMk cId="2464265807" sldId="307"/>
            <ac:spMk id="5" creationId="{A631D670-B246-1DA8-C82B-1EED654F740D}"/>
          </ac:spMkLst>
        </pc:spChg>
        <pc:spChg chg="mod">
          <ac:chgData name="Ryan Voget" userId="b9ec8ef93362921d" providerId="LiveId" clId="{0330F05F-4F60-4B27-9207-172470496696}" dt="2026-06-03T16:19:37.679" v="33804" actId="20577"/>
          <ac:spMkLst>
            <pc:docMk/>
            <pc:sldMk cId="2464265807" sldId="307"/>
            <ac:spMk id="23" creationId="{E1609C85-E352-787F-251B-2C53A006ED02}"/>
          </ac:spMkLst>
        </pc:spChg>
        <pc:grpChg chg="add mod">
          <ac:chgData name="Ryan Voget" userId="b9ec8ef93362921d" providerId="LiveId" clId="{0330F05F-4F60-4B27-9207-172470496696}" dt="2026-06-03T17:05:44.234" v="34481" actId="207"/>
          <ac:grpSpMkLst>
            <pc:docMk/>
            <pc:sldMk cId="2464265807" sldId="307"/>
            <ac:grpSpMk id="2" creationId="{56FC0A1D-AB2C-D7B4-086A-AE36807C54A2}"/>
          </ac:grpSpMkLst>
        </pc:grpChg>
      </pc:sldChg>
      <pc:sldChg chg="addSp delSp modSp add mod">
        <pc:chgData name="Ryan Voget" userId="b9ec8ef93362921d" providerId="LiveId" clId="{0330F05F-4F60-4B27-9207-172470496696}" dt="2026-06-03T17:16:23.073" v="34961" actId="1076"/>
        <pc:sldMkLst>
          <pc:docMk/>
          <pc:sldMk cId="3659389282" sldId="308"/>
        </pc:sldMkLst>
        <pc:spChg chg="del mod topLvl">
          <ac:chgData name="Ryan Voget" userId="b9ec8ef93362921d" providerId="LiveId" clId="{0330F05F-4F60-4B27-9207-172470496696}" dt="2026-06-03T17:07:23.938" v="34702" actId="478"/>
          <ac:spMkLst>
            <pc:docMk/>
            <pc:sldMk cId="3659389282" sldId="308"/>
            <ac:spMk id="3" creationId="{B6CCE500-0639-18AC-1EA4-F1F2662DEC48}"/>
          </ac:spMkLst>
        </pc:spChg>
        <pc:spChg chg="mod topLvl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4" creationId="{2395E1F9-AF3F-1A8F-13DE-E3480A00F525}"/>
          </ac:spMkLst>
        </pc:spChg>
        <pc:spChg chg="del mod topLvl">
          <ac:chgData name="Ryan Voget" userId="b9ec8ef93362921d" providerId="LiveId" clId="{0330F05F-4F60-4B27-9207-172470496696}" dt="2026-06-03T17:07:17.258" v="34696" actId="478"/>
          <ac:spMkLst>
            <pc:docMk/>
            <pc:sldMk cId="3659389282" sldId="308"/>
            <ac:spMk id="5" creationId="{A4F591B9-2091-F563-4B4F-826D24A6DC19}"/>
          </ac:spMkLst>
        </pc:spChg>
        <pc:spChg chg="del mod topLvl">
          <ac:chgData name="Ryan Voget" userId="b9ec8ef93362921d" providerId="LiveId" clId="{0330F05F-4F60-4B27-9207-172470496696}" dt="2026-06-03T17:07:18.695" v="34698" actId="478"/>
          <ac:spMkLst>
            <pc:docMk/>
            <pc:sldMk cId="3659389282" sldId="308"/>
            <ac:spMk id="6" creationId="{BD3A334B-F1DD-C431-AC41-4726955D8CB5}"/>
          </ac:spMkLst>
        </pc:spChg>
        <pc:spChg chg="del mod topLvl">
          <ac:chgData name="Ryan Voget" userId="b9ec8ef93362921d" providerId="LiveId" clId="{0330F05F-4F60-4B27-9207-172470496696}" dt="2026-06-03T17:07:17.908" v="34697" actId="478"/>
          <ac:spMkLst>
            <pc:docMk/>
            <pc:sldMk cId="3659389282" sldId="308"/>
            <ac:spMk id="7" creationId="{1359F9E6-0D0C-4889-C280-94B176598FD6}"/>
          </ac:spMkLst>
        </pc:spChg>
        <pc:spChg chg="del mod topLvl">
          <ac:chgData name="Ryan Voget" userId="b9ec8ef93362921d" providerId="LiveId" clId="{0330F05F-4F60-4B27-9207-172470496696}" dt="2026-06-03T17:07:19.823" v="34700" actId="478"/>
          <ac:spMkLst>
            <pc:docMk/>
            <pc:sldMk cId="3659389282" sldId="308"/>
            <ac:spMk id="8" creationId="{71393309-ABF7-91A3-78DB-4B5A8D5C9F57}"/>
          </ac:spMkLst>
        </pc:spChg>
        <pc:spChg chg="del mod topLvl">
          <ac:chgData name="Ryan Voget" userId="b9ec8ef93362921d" providerId="LiveId" clId="{0330F05F-4F60-4B27-9207-172470496696}" dt="2026-06-03T17:07:16.813" v="34695" actId="478"/>
          <ac:spMkLst>
            <pc:docMk/>
            <pc:sldMk cId="3659389282" sldId="308"/>
            <ac:spMk id="9" creationId="{A4999902-C823-EB53-AE69-EDDCB9558C80}"/>
          </ac:spMkLst>
        </pc:spChg>
        <pc:spChg chg="del mod topLvl">
          <ac:chgData name="Ryan Voget" userId="b9ec8ef93362921d" providerId="LiveId" clId="{0330F05F-4F60-4B27-9207-172470496696}" dt="2026-06-03T17:07:19.209" v="34699" actId="478"/>
          <ac:spMkLst>
            <pc:docMk/>
            <pc:sldMk cId="3659389282" sldId="308"/>
            <ac:spMk id="10" creationId="{1F9C094F-DB58-D5F5-939D-84358DDE1F2C}"/>
          </ac:spMkLst>
        </pc:spChg>
        <pc:spChg chg="add mod topLvl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11" creationId="{477A37FB-4F2F-E9E6-2422-97319DA13836}"/>
          </ac:spMkLst>
        </pc:spChg>
        <pc:spChg chg="add mod topLvl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12" creationId="{87E2720B-09D3-C2EF-DF62-C02F7A638900}"/>
          </ac:spMkLst>
        </pc:spChg>
        <pc:spChg chg="add mod topLvl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18" creationId="{918A6286-13E6-8897-D89D-E710B86D7D5F}"/>
          </ac:spMkLst>
        </pc:spChg>
        <pc:spChg chg="add mod ord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20" creationId="{BD41A5EB-5516-B943-840A-196098F83679}"/>
          </ac:spMkLst>
        </pc:spChg>
        <pc:spChg chg="add mod ord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21" creationId="{0A1D96DE-0043-3325-7676-DBAB6FD53123}"/>
          </ac:spMkLst>
        </pc:spChg>
        <pc:spChg chg="add mod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22" creationId="{46466DA2-8663-6634-CF3E-ACB3C0828873}"/>
          </ac:spMkLst>
        </pc:spChg>
        <pc:spChg chg="mod">
          <ac:chgData name="Ryan Voget" userId="b9ec8ef93362921d" providerId="LiveId" clId="{0330F05F-4F60-4B27-9207-172470496696}" dt="2026-06-03T17:16:16.727" v="34959" actId="1076"/>
          <ac:spMkLst>
            <pc:docMk/>
            <pc:sldMk cId="3659389282" sldId="308"/>
            <ac:spMk id="23" creationId="{7D84F9DE-83C5-33EE-7FBA-2B5AE944B179}"/>
          </ac:spMkLst>
        </pc:spChg>
        <pc:spChg chg="add mod ord">
          <ac:chgData name="Ryan Voget" userId="b9ec8ef93362921d" providerId="LiveId" clId="{0330F05F-4F60-4B27-9207-172470496696}" dt="2026-06-03T17:16:21.556" v="34960" actId="164"/>
          <ac:spMkLst>
            <pc:docMk/>
            <pc:sldMk cId="3659389282" sldId="308"/>
            <ac:spMk id="24" creationId="{B3AB78BF-17D4-9C85-C7AC-6B4DC5055B87}"/>
          </ac:spMkLst>
        </pc:spChg>
        <pc:grpChg chg="add del mod">
          <ac:chgData name="Ryan Voget" userId="b9ec8ef93362921d" providerId="LiveId" clId="{0330F05F-4F60-4B27-9207-172470496696}" dt="2026-06-03T17:07:14.270" v="34694" actId="165"/>
          <ac:grpSpMkLst>
            <pc:docMk/>
            <pc:sldMk cId="3659389282" sldId="308"/>
            <ac:grpSpMk id="2" creationId="{EDC8DFB1-38F0-B43D-0DF4-43B4A165AF58}"/>
          </ac:grpSpMkLst>
        </pc:grpChg>
        <pc:grpChg chg="add del mod">
          <ac:chgData name="Ryan Voget" userId="b9ec8ef93362921d" providerId="LiveId" clId="{0330F05F-4F60-4B27-9207-172470496696}" dt="2026-06-03T17:13:46.141" v="34925" actId="165"/>
          <ac:grpSpMkLst>
            <pc:docMk/>
            <pc:sldMk cId="3659389282" sldId="308"/>
            <ac:grpSpMk id="19" creationId="{D4556B43-FADE-F0BC-A014-3532A2053B20}"/>
          </ac:grpSpMkLst>
        </pc:grpChg>
        <pc:grpChg chg="add mod">
          <ac:chgData name="Ryan Voget" userId="b9ec8ef93362921d" providerId="LiveId" clId="{0330F05F-4F60-4B27-9207-172470496696}" dt="2026-06-03T17:16:23.073" v="34961" actId="1076"/>
          <ac:grpSpMkLst>
            <pc:docMk/>
            <pc:sldMk cId="3659389282" sldId="308"/>
            <ac:grpSpMk id="25" creationId="{DF7BC705-66E2-2EC9-51F8-34ABE0D288EC}"/>
          </ac:grpSpMkLst>
        </pc:grpChg>
        <pc:cxnChg chg="add del mod topLvl">
          <ac:chgData name="Ryan Voget" userId="b9ec8ef93362921d" providerId="LiveId" clId="{0330F05F-4F60-4B27-9207-172470496696}" dt="2026-06-03T17:16:21.556" v="34960" actId="164"/>
          <ac:cxnSpMkLst>
            <pc:docMk/>
            <pc:sldMk cId="3659389282" sldId="308"/>
            <ac:cxnSpMk id="14" creationId="{53B76F57-8176-3AE7-725D-D5B1F59E7CD8}"/>
          </ac:cxnSpMkLst>
        </pc:cxnChg>
      </pc:sldChg>
      <pc:sldChg chg="addSp delSp modSp add mod setBg">
        <pc:chgData name="Ryan Voget" userId="b9ec8ef93362921d" providerId="LiveId" clId="{0330F05F-4F60-4B27-9207-172470496696}" dt="2026-06-03T17:23:06.525" v="35041" actId="1076"/>
        <pc:sldMkLst>
          <pc:docMk/>
          <pc:sldMk cId="623938235" sldId="309"/>
        </pc:sldMkLst>
        <pc:spChg chg="mod topLvl">
          <ac:chgData name="Ryan Voget" userId="b9ec8ef93362921d" providerId="LiveId" clId="{0330F05F-4F60-4B27-9207-172470496696}" dt="2026-06-03T17:23:05.489" v="35040" actId="164"/>
          <ac:spMkLst>
            <pc:docMk/>
            <pc:sldMk cId="623938235" sldId="309"/>
            <ac:spMk id="5" creationId="{ECE4B9CD-4BDE-7BFA-FBFE-83F30F101D30}"/>
          </ac:spMkLst>
        </pc:spChg>
        <pc:spChg chg="mod topLvl">
          <ac:chgData name="Ryan Voget" userId="b9ec8ef93362921d" providerId="LiveId" clId="{0330F05F-4F60-4B27-9207-172470496696}" dt="2026-06-03T17:23:05.489" v="35040" actId="164"/>
          <ac:spMkLst>
            <pc:docMk/>
            <pc:sldMk cId="623938235" sldId="309"/>
            <ac:spMk id="6" creationId="{F7232217-9999-F22A-8341-E7E4A6AEBB6C}"/>
          </ac:spMkLst>
        </pc:spChg>
        <pc:spChg chg="mod">
          <ac:chgData name="Ryan Voget" userId="b9ec8ef93362921d" providerId="LiveId" clId="{0330F05F-4F60-4B27-9207-172470496696}" dt="2026-06-03T17:23:05.489" v="35040" actId="164"/>
          <ac:spMkLst>
            <pc:docMk/>
            <pc:sldMk cId="623938235" sldId="309"/>
            <ac:spMk id="9" creationId="{883E94A9-F8FA-A8EB-A409-243280234395}"/>
          </ac:spMkLst>
        </pc:spChg>
        <pc:spChg chg="add del mod ord">
          <ac:chgData name="Ryan Voget" userId="b9ec8ef93362921d" providerId="LiveId" clId="{0330F05F-4F60-4B27-9207-172470496696}" dt="2026-06-03T17:21:00.288" v="35013" actId="11529"/>
          <ac:spMkLst>
            <pc:docMk/>
            <pc:sldMk cId="623938235" sldId="309"/>
            <ac:spMk id="10" creationId="{4C9BEC7F-518E-1EB0-59B0-B356E2859265}"/>
          </ac:spMkLst>
        </pc:spChg>
        <pc:spChg chg="mod">
          <ac:chgData name="Ryan Voget" userId="b9ec8ef93362921d" providerId="LiveId" clId="{0330F05F-4F60-4B27-9207-172470496696}" dt="2026-06-03T17:23:05.489" v="35040" actId="164"/>
          <ac:spMkLst>
            <pc:docMk/>
            <pc:sldMk cId="623938235" sldId="309"/>
            <ac:spMk id="14" creationId="{AB9E900A-3447-EA68-A7EE-2D9F51485B5D}"/>
          </ac:spMkLst>
        </pc:spChg>
        <pc:spChg chg="mod">
          <ac:chgData name="Ryan Voget" userId="b9ec8ef93362921d" providerId="LiveId" clId="{0330F05F-4F60-4B27-9207-172470496696}" dt="2026-06-03T17:23:05.489" v="35040" actId="164"/>
          <ac:spMkLst>
            <pc:docMk/>
            <pc:sldMk cId="623938235" sldId="309"/>
            <ac:spMk id="15" creationId="{2CD0351B-03B7-07C7-9D6F-9018543DB7C2}"/>
          </ac:spMkLst>
        </pc:spChg>
        <pc:spChg chg="add del mod">
          <ac:chgData name="Ryan Voget" userId="b9ec8ef93362921d" providerId="LiveId" clId="{0330F05F-4F60-4B27-9207-172470496696}" dt="2026-06-03T17:23:00.176" v="35039" actId="478"/>
          <ac:spMkLst>
            <pc:docMk/>
            <pc:sldMk cId="623938235" sldId="309"/>
            <ac:spMk id="16" creationId="{F58244E9-02E5-A1A7-9F01-5536F69C01D5}"/>
          </ac:spMkLst>
        </pc:spChg>
        <pc:spChg chg="mod">
          <ac:chgData name="Ryan Voget" userId="b9ec8ef93362921d" providerId="LiveId" clId="{0330F05F-4F60-4B27-9207-172470496696}" dt="2026-06-03T16:20:03.701" v="33823" actId="20577"/>
          <ac:spMkLst>
            <pc:docMk/>
            <pc:sldMk cId="623938235" sldId="309"/>
            <ac:spMk id="23" creationId="{7E979A21-0491-34AA-BC0F-FF2BA4F16968}"/>
          </ac:spMkLst>
        </pc:spChg>
        <pc:grpChg chg="del mod">
          <ac:chgData name="Ryan Voget" userId="b9ec8ef93362921d" providerId="LiveId" clId="{0330F05F-4F60-4B27-9207-172470496696}" dt="2026-06-03T17:18:20.393" v="34973" actId="165"/>
          <ac:grpSpMkLst>
            <pc:docMk/>
            <pc:sldMk cId="623938235" sldId="309"/>
            <ac:grpSpMk id="4" creationId="{657D495D-FA06-0DFA-A447-851E1E50D251}"/>
          </ac:grpSpMkLst>
        </pc:grpChg>
        <pc:grpChg chg="del mod">
          <ac:chgData name="Ryan Voget" userId="b9ec8ef93362921d" providerId="LiveId" clId="{0330F05F-4F60-4B27-9207-172470496696}" dt="2026-06-03T17:21:39.789" v="35021" actId="27803"/>
          <ac:grpSpMkLst>
            <pc:docMk/>
            <pc:sldMk cId="623938235" sldId="309"/>
            <ac:grpSpMk id="13" creationId="{3BC4ECDA-4179-9D53-1AAB-D898FFFB3852}"/>
          </ac:grpSpMkLst>
        </pc:grpChg>
        <pc:grpChg chg="add mod">
          <ac:chgData name="Ryan Voget" userId="b9ec8ef93362921d" providerId="LiveId" clId="{0330F05F-4F60-4B27-9207-172470496696}" dt="2026-06-03T17:23:06.525" v="35041" actId="1076"/>
          <ac:grpSpMkLst>
            <pc:docMk/>
            <pc:sldMk cId="623938235" sldId="309"/>
            <ac:grpSpMk id="17" creationId="{ECF57841-C91B-21A8-C334-3BABF62D4301}"/>
          </ac:grpSpMkLst>
        </pc:grpChg>
        <pc:picChg chg="add del mod">
          <ac:chgData name="Ryan Voget" userId="b9ec8ef93362921d" providerId="LiveId" clId="{0330F05F-4F60-4B27-9207-172470496696}" dt="2026-06-03T17:17:23.589" v="34963" actId="27803"/>
          <ac:picMkLst>
            <pc:docMk/>
            <pc:sldMk cId="623938235" sldId="309"/>
            <ac:picMk id="3" creationId="{1830E962-ECBF-1A02-360F-EC827DF4C217}"/>
          </ac:picMkLst>
        </pc:picChg>
        <pc:picChg chg="add del mod">
          <ac:chgData name="Ryan Voget" userId="b9ec8ef93362921d" providerId="LiveId" clId="{0330F05F-4F60-4B27-9207-172470496696}" dt="2026-06-03T17:18:06.247" v="34970" actId="27803"/>
          <ac:picMkLst>
            <pc:docMk/>
            <pc:sldMk cId="623938235" sldId="309"/>
            <ac:picMk id="8" creationId="{883E94A9-F8FA-A8EB-A409-243280234395}"/>
          </ac:picMkLst>
        </pc:picChg>
        <pc:picChg chg="add del mod">
          <ac:chgData name="Ryan Voget" userId="b9ec8ef93362921d" providerId="LiveId" clId="{0330F05F-4F60-4B27-9207-172470496696}" dt="2026-06-03T17:21:39.789" v="35021" actId="27803"/>
          <ac:picMkLst>
            <pc:docMk/>
            <pc:sldMk cId="623938235" sldId="309"/>
            <ac:picMk id="12" creationId="{C0EBA70C-5A84-FD6F-3F7A-929C5AA701AC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20:33:58.072"/>
    </inkml:context>
    <inkml:brush xml:id="br0">
      <inkml:brushProperty name="width" value="0.5" units="cm"/>
      <inkml:brushProperty name="height" value="1" units="cm"/>
      <inkml:brushProperty name="color" value="#96969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1058 0,'423'-1057'0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0:34:08.188"/>
    </inkml:context>
    <inkml:brush xml:id="br0">
      <inkml:brushProperty name="width" value="0.5" units="cm"/>
      <inkml:brushProperty name="height" value="1" units="cm"/>
      <inkml:brushProperty name="color" value="#969696"/>
      <inkml:brushProperty name="tip" value="rectangle"/>
      <inkml:brushProperty name="rasterOp" value="maskPen"/>
      <inkml:brushProperty name="ignorePressure" value="1"/>
    </inkml:brush>
  </inkml:definitions>
  <inkml:trace contextRef="#ctx0" brushRef="#br0">715 980,'3'-2,"-1"1,0-1,0 0,0 0,0 0,0 0,0 0,-1 0,1 0,-1-1,1 1,-1 0,0-1,0 0,1-2,11-19,113-94,-81 82,-36 30,0-1,-1 0,0 0,0 0,10-13,18-36,13-15,-44 65,1 0,-1 1,1 0,-1 1,1-1,1 1,-1 0,1 0,11-4,0 2,0-1,0-1,-1-1,0 0,-1-2,0 1,-1-2,0 0,-1-1,15-16,-4 1,2 2,1 0,1 2,63-40,-71 52,1 2,0 0,0 2,28-8,42-16,-60 18,1 2,0 1,1 1,0 3,1 0,-1 2,1 2,47 1,-6 2,-15-1,0 3,86 13,-58-3,18 4,-62-9,1-2,1-2,-1-2,49-4,12 0,-85 1,-1 0,42-11,-10 2,79-15,-74 14,-37 7,0 1,37-2,-50 6,-4 0,-1 0,1 0,-1 0,0 0,1 0,-1-1,1 0,-1 0,0 1,0-2,1 1,5-4,-9 5,0 0,0 0,0-1,0 1,0 0,0-1,0 1,0 0,0-1,0 1,0 0,0 0,0-1,0 1,0 0,0-1,-1 1,1 0,0 0,0-1,0 1,0 0,-1 0,1-1,0 1,0 0,-1 0,1 0,0-1,0 1,-1 0,1 0,0 0,0 0,-1 0,1 0,0-1,-1 1,1 0,0 0,-1 0,1 0,0 0,0 0,-1 0,1 0,0 0,-1 1,-17-5,-13 2,1 2,0 1,0 1,-59 12,74-11,-81 6,67-8,1 1,-34 8,26-4,-1-2,1-1,-69-4,49 0,86 1,37 2,1-4,103-15,-65 5,-72 10,48-11,-52 8,45-3,-44 6,44-8,-53 5,0 2,1 1,-1 1,1 0,-1 2,0 1,1 0,36 10,5 2,-29-7,58 19,-67-19,1-1,1-2,-1 0,0-2,1-1,-1-1,29-5,26 3,1320 2,-1374 2,0 2,0 2,-1 0,1 2,41 17,-14-6,273 113,-295-116,-1 2,0 1,-1 1,-1 2,48 45,27 13,-80-59,2-1,52 30,-51-34,0 2,50 41,-41-26,-27-26,-1 1,1 0,-1 1,-1 0,0 1,0 0,10 18,37 96,-14-27,-12-26,-19-43,21 41,-15-38,16 47,5 13,-27-69,-1 1,-2 0,0 0,-2 1,0 0,2 32,4 17,-6-45,-1 0,0 29,-3-22,0 8,-1 0,-3-1,-12 71,-13 18,14-64,7-32,-18 55,-10 16,22-60,-3-1,-42 86,-48 81,17-37,62-106,21-51,0 0,-2 0,0-1,-1 0,-18 26,8-16,-28 52,-8 11,42-77,0 0,-1-1,0-1,-1-1,0 0,0 0,-1-2,-28 12,24-12,-28 12,0 2,-82 53,110-60,2 1,-29 31,37-34,-1-2,0 1,-1-1,0-1,-1 0,0-1,0 0,-28 12,13-10,-25 8,-79 20,92-30,0-2,0-1,-50 0,47-4,-60 9,59-4,-58 0,77-7,0 1,0 1,-42 9,21-3,-1-3,1-2,-1-2,-47-5,-13 2,-898 2,985 1,1 1,-37 8,35-5,0-1,-27 1,8-4,9-1,0 2,0 0,-32 8,-90 22,31-23,84-8,-62 10,-43 17,-41-2,158-22,0-1,-53 1,52-4,-1 1,-41 7,-50 7,82-12,-56 11,65-8,-51 2,49-6,-44 9,-100 16,-102 26,147-18,61-15,-95 15,100-25,30-4,-56 3,70-7,1 0,-29 7,-29 4,49-11,0 2,1 0,-30 9,43-9,0 1,0 0,0 0,1 1,0 1,0 0,1 0,-12 10,22-16,-1 1,0-1,1 0,-1 0,1 1,-1-1,1 1,0 0,0-1,-1 1,1 0,0-1,1 1,-1 0,0 0,0 0,1 0,-1 0,1 0,0 0,-1 0,1 0,0 0,0 0,0 0,1 0,-1 0,0 0,1 0,0 0,-1 0,1 0,1 3,1-1,0-1,1 0,-1 0,0 0,1 0,0-1,-1 1,1-1,0 0,0 0,0 0,1-1,-1 1,6 0,297 67,-268-63,0-1,0-3,1 0,45-6,6 2,-51-1,0-1,76-19,6 0,-74 16,-1-2,0-2,0-2,83-36,-14-13,-104 54,-1 0,0-1,0 0,0 0,-1-1,0-1,9-12,117-158,-123 164,1 0,1 1,0 1,1 1,28-20,97-54,-17 13,-48 23,2 4,2 3,146-59,-75 38,-23 8,29-16,-105 48,1 1,71-22,-47 21,-72 24,1-1,-1 1,0-1,1 0,-1 0,0-1,-1 1,1-1,-1 0,9-9,-13 12,1-1,-1 1,1 0,-1-1,1 1,-1-1,0 1,0 0,0-1,0 1,0-1,0 1,0-1,0 1,0 0,-1-1,1 1,-1-1,1 1,-1 0,1 0,-1-1,0 1,1 0,-1 0,0 0,0-1,0 1,0 0,0 0,0 1,0-1,-1 0,1 0,0 0,0 1,-1-1,1 1,0-1,-1 1,-1-1,-6-3,0 1,0 0,0 1,-17-3,-26 1,-80 5,43 2,57-1,-1 1,-34 9,15-3,-81 18,-104 25,-56 2,231-45,17-2,-85 4,109-10,1 1,-35 7,-34 4,-65 4,70-6,-102 15,28 0,17-1,-36 4,96-18,36-4,-67 1,19-10,-104 3,125 12,53-8,0-1,-30 1,-19-4,35-2,0 2,0 1,-49 10,-18 21,41-12,33-16,0-1,-1 0,0-2,1-1,-1-2,-41-5,65 6,0-1,0 1,0-1,-1 0,1 0,0 0,0-1,0 1,1-1,-1 0,0 0,1 0,-1 0,1 0,-1 0,1 0,0-1,0 0,0 1,0-1,1 0,-1 0,1 0,-2-5,-2-7,1-1,0 0,-2-31,-3-8,5 41,1 0,0 0,1-1,1 1,0-1,1 1,0-1,1 1,1-1,0 1,1 0,1-1,0 1,1 1,0-1,1 1,14-23,-14 24,0-1,-1 0,0 0,-1-1,4-24,-6 26,1-1,0 1,1 0,0 0,0 0,2 0,9-16,-8 18,-1-1,0 0,-1-1,0 1,0-1,-2 0,1-1,-1 1,-1 0,1-25,-6 20,-5 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0:34:21.566"/>
    </inkml:context>
    <inkml:brush xml:id="br0">
      <inkml:brushProperty name="width" value="0.5" units="cm"/>
      <inkml:brushProperty name="height" value="1" units="cm"/>
      <inkml:brushProperty name="color" value="#969696"/>
      <inkml:brushProperty name="tip" value="rectangle"/>
      <inkml:brushProperty name="rasterOp" value="maskPen"/>
      <inkml:brushProperty name="ignorePressure" value="1"/>
    </inkml:brush>
  </inkml:definitions>
  <inkml:trace contextRef="#ctx0" brushRef="#br0">694 996,'-2'0,"0"1,0 0,0 0,-1 1,1-1,0 0,0 1,1-1,-1 1,0-1,0 1,1 0,-1 0,1 0,-2 2,-22 35,24-38,-17 34,2 1,-20 62,4-9,13-36,-12 56,22-71,-1 0,-2 0,-2-2,-23 44,10-27,-26 70,35-79,-22 42,-87 137,127-223,-29 49,3 0,-34 92,53-113,2 0,0 1,2-1,1 1,1 0,2-1,5 37,-6-63,1 1,-1 0,1 0,0 0,0-1,0 1,0 0,1-1,-1 1,1-1,-1 1,1-1,0 0,0 0,0 0,0 0,0 0,1 0,-1 0,0-1,1 1,-1-1,1 0,0 1,0-2,-1 1,1 0,0 0,0-1,0 1,0-1,0 0,-1 0,6-1,12 1,0-2,0 0,37-11,-38 9,272-56,-244 46,71-30,13-5,-97 39,0-2,0-1,-1-1,60-37,-82 44,0-1,0-1,-1 0,0 0,-1-1,0 0,0 0,-1-1,-1 0,1-1,-2 1,0-2,0 1,-1 0,-1-1,4-15,67-290,-11 125,-1 6,-49 129,9-86,-12 64,-5 34,2-67,-9-337,6 420,-3 26,-1 0,0 0,0 0,-1 0,1 0,-1 0,0 0,0 0,0 0,0 0,-1 0,1 0,-1 0,-2-5,2 9,0-1,0 1,1-1,-1 1,0-1,0 1,0 0,0 0,0-1,0 1,0 0,0 0,0 0,0 0,0 0,0 0,0 1,0-1,0 0,0 0,0 1,0-1,0 0,0 1,0-1,0 1,0 0,1-1,-1 1,0 0,0-1,1 1,-1 0,0 0,1-1,-2 3,-27 36,24-31,-17 27,2 2,-23 53,-1 2,5-10,26-52,-1-1,-2 0,-1-1,0 0,-40 44,16-29,-22 19,-99 130,144-164,2 1,2 0,0 2,2-1,1 2,2-1,-6 38,3-21,-6 32,17-74,0 1,1 0,0-1,0 1,0-1,1 1,0 0,1-1,3 11,-5-16,1 1,-1-1,1 0,-1 0,1 1,-1-1,1 0,0 0,0 0,0 0,0 0,-1 0,1 0,0 0,1 0,-1-1,0 1,0 0,0-1,0 1,1-1,-1 1,0-1,0 1,2-1,0 0,-1 0,1-1,-1 1,0-1,1 1,-1-1,0 0,1 0,-1 0,0 0,0 0,4-4,7-5,0-2,-1 0,15-18,-16 17,38-44,-2-2,66-113,-18 0,-72 123,32-96,-21 49,-8 25,27-124,-39 146,1 0,39-82,-30 77,25-83,-35 89,3-13,10-68,-16 66,-6 37,-1-1,2-32,-7 101,-1 2,2 0,2 0,14 75,-11-89,-1 0,-1 0,-2 0,-3 35,1-33,1 0,1 0,9 47,-2-27,-3 1,-1-1,-5 67,0-51,-1-30,-2 0,-2-1,-2 0,-12 40,9-41,1 2,3-1,0 1,0 43,7-68,-1 0,-1-1,0 0,-1 1,0-1,-1 0,0 0,-1 0,0-1,-1 0,0 0,-1 0,0-1,-17 19,8-12,-1-1,-1-1,0 0,-1-1,-1-2,0 1,-26 10,-127 46,158-63,4 0,0 0,-1-1,0-1,0 0,0-1,0 0,-1 0,1-2,-14 1,24-2,0-1,0 0,0 0,0 0,0 0,0 0,0-1,1 1,-1 0,0-1,1 0,-1 1,1-1,-1 0,1 0,0 1,0-1,0 0,0 0,0 0,0 0,1-1,-1 1,0 0,1 0,0 0,0-1,0-1,-2-12,2-1,2-29,-1 29,0-13,2-14,-2 0,-2 0,-1-1,-12-56,7 60,3-1,1 0,4-78,1 33,0 66,0-1,10-38,-1 4,13-54,-16 80,-1 0,-1-1,3-57,-10-34,1 122,-1 0,1 0,0 0,0 0,0 0,0 0,0 0,0 0,0 0,0 0,0 0,0 0,0 0,0 0,-1 0,1 0,0 0,0 0,0 0,0 0,0 0,0 0,0 0,0 0,0 0,0 0,-1 0,1 0,0 0,0 0,0 0,0 0,0 0,0 0,0-1,0 1,0 0,0 0,0 0,0 0,0 0,0 0,0 0,0 0,0 0,0 0,0 0,0-1,0 1,0 0,0 0,0 0,0 0,0 0,0 0,0 0,-7 12,-4 18,4 32,4 1,5 95,0-40,-1-103,-1-1,2 0,0 0,1 0,0 0,10 25,2-5,29 45,-40-72,98 161,74 133,-102-129,-28-60,-36-87,-2 0,6 28,9 27,-4-19,-2 1,17 117,-8-21,-26-156,0 0,0-1,0 1,1 0,-1 0,0-1,1 1,-1 0,1-1,0 1,0 0,-1-1,1 1,0-1,0 0,1 1,-1-1,0 0,0 1,2 0,-1-1,-1-1,0 0,0 0,0 0,1 0,-1 0,0 0,0-1,0 1,0 0,1-1,-1 1,0 0,0-1,0 1,0-1,0 0,0 1,0-1,0 0,0 0,0-1,9-8,0 0,-1-1,13-22,-16 25,133-214,-74 119,-5-2,-4-2,-6-3,73-229,-47 37,-34 127,37-115,-72 260,7-21,-2 0,-2-1,-3 0,1-58,-7 4,-4-104,2 204,0 0,1 1,-2-1,1 0,-1 1,0 0,0-1,0 1,-1 0,0 0,0 0,0 0,-1 1,1-1,-1 1,0 0,-6-5,3 5,0-1,0 1,0 1,0-1,0 1,-1 1,1-1,-1 1,0 1,0-1,-12 0,9 2,1-1,0 2,0-1,0 1,0 1,0 0,0 0,0 1,1 0,-1 1,1 0,0 0,0 1,0 1,1-1,0 1,0 0,0 1,1 0,-7 8,-41 77,36-56,-24 32,-16 8,-49 71,93-124,2 1,1 0,0 0,-14 49,-71 263,32 8,53-274,7-43,1 1,-1 32,5-57,0 9,0 0,0 0,1 0,1-1,0 1,4 15,-5-25,0 0,0 0,0 0,0 0,0 0,1 0,-1-1,0 1,1 0,-1-1,1 1,0-1,-1 0,1 1,0-1,0 0,2 1,-1-1,1-1,-1 1,0-1,0 1,1-1,-1 0,0-1,1 1,-1 0,0-1,0 0,0 0,1 0,4-2,8-5,0 0,-1 0,0-2,0 0,-1 0,-1-2,16-15,-10 6,0 0,-1-2,25-41,-17 18,-2-1,-2-1,-2-1,-2-1,-3-1,12-65,-16 54,-3 0,0-80,-7 120,-1 0,-1 0,-2 0,0 0,-1 0,-1 0,-1 1,-1 0,-10-21,-14-27,19 39,-2 1,-1 1,-33-48,23 39,20 28,-1 0,0 0,0 1,-1 0,0 0,-11-9,18 17,0-1,-1 1,1 0,0 0,0 0,-1-1,1 1,0 0,-1 0,1 0,-1 0,1 0,0 0,-1 0,1 0,0-1,-1 1,1 0,0 1,-1-1,1 0,-1 0,1 0,0 0,-1 0,1 0,0 0,-1 0,1 1,0-1,-1 0,1 0,0 0,0 1,-1-1,1 0,0 1,-1-1,-5 19,3 25,3-41,-1 81,5 222,5-239,3 0,35 116,-13-63,-12-50,3-1,3-1,39 68,44 60,-54-99,50 114,-104-203,3 5,0 1,-1 0,0 0,-1 1,-1-1,3 28,6 56,-6-69,1 54,-8-56,1-20,-1 0,1 1,0-1,1 0,-1 1,1-1,3 11,-3-18,-1 0,0 0,0 1,0-1,0 0,0 0,0 1,0-1,1 0,-1 0,0 0,0 1,0-1,0 0,1 0,-1 0,0 1,0-1,1 0,-1 0,0 0,0 0,1 0,-1 0,0 0,0 0,1 1,-1-1,0 0,0 0,1 0,-1 0,0 0,0 0,1 0,-1-1,0 1,1 0,-1 0,0 0,1 0,11-11,6-18,-18 29,17-38,-1 0,-2-1,15-69,-6 24,-9 26,-3-1,4-64,4-26,-11 75,-2 1,-8-124,-1 62,6 56,4 0,3 1,3-1,25-80,0 46,91-189,-84 204,12-18,-63 131,0 1,-7 29,0 2,-8 17,-72 249,32-6,16 46,40 31,7-209,-2-142,0 24,1 1,14 82,71 209,-85-348,-1 1,0-1,1 1,-1-1,1 1,-1-1,1 1,0-1,-1 0,1 1,0-1,0 0,0 0,0 0,0 1,0-1,1 0,-1 0,0-1,0 1,1 0,1 1,-2-2,1 0,-1-1,0 1,1 0,-1 0,0-1,0 1,1-1,-1 1,0-1,0 1,0-1,1 0,-1 0,0 0,0 1,0-1,0 0,1-2,7-8,-2 0,1-1,9-21,-15 30,25-58,-2-1,-3-1,27-128,-23 76,30-158,2-69,-37 224,10-50,54-166,-39 143,-12 39,-1-18,-6 40,-23 108,-1-1,1-43,-9 89,0 1,-9 23,0 4,-1 5,-13 49,-20 152,18-89,1-8,19-88,-6 88,3-19,0 0,13 642,2-745,10 57,-6-56,1 53,-4-54,11 61,-3-26,-10-65,0-1,1 1,0-1,0 0,0 0,1 1,0-2,1 1,5 8,-8-13,0-1,0 0,0 0,0 1,0-1,1 0,-1 0,0 0,1-1,-1 1,1 0,-1 0,0-1,1 1,-1-1,1 1,0-1,-1 0,3 1,-2-2,1 1,-1-1,0 0,1 1,-1-1,0 0,0 0,0-1,0 1,0 0,0-1,0 1,0-1,0 1,-1-1,1 0,1-2,22-30,-2-1,-1-1,22-52,-24 48,36-84,-5-3,-6-1,30-148,-19 64,34-141,-11 11,-69 300,-2-1,-1 0,0-67,-6 79,10-60,-5 58,1-50,-5 18,0 28,-2-1,-5-50,5 87,0 1,0 0,0-1,0 1,0 0,0-1,0 1,0 0,0-1,0 1,0 0,0-1,-1 1,1 0,0 0,0-1,0 1,0 0,0-1,-1 1,1 0,0 0,0-1,-1 1,1 0,0 0,0 0,-1-1,1 1,0 0,0 0,-1 0,1 0,0 0,-1-1,0 1,-8 10,-8 25,16-32,-121 325,67-171,-1 17,-53 282,61-158,22-87,14-112,5-49,-1 64,9 521,2-596,2-1,1 0,2 0,1 0,25 62,-31-92,0 1,1-1,0 0,1 0,-1 0,2 0,-1-1,1 0,6 6,-9-11,-1 0,0-1,0 1,1-1,-1 0,1 0,-1 0,1 0,-1 0,1 0,0-1,-1 1,1-1,0 0,-1 0,1 0,0 0,0 0,-1-1,1 1,-1-1,1 0,0 0,-1 0,1 0,-1 0,1 0,-1-1,0 1,0-1,0 1,0-1,0 0,3-3,12-11,-1-1,0 0,-1-2,19-30,44-88,-39 63,-8 13,27-80,-38 90,16-52,45-204,-65 219,6-142,-18-90,-5 219,-1 63,-11-65,2 31,-1-4,6 41,-3-55,6 53,-7-40,4 42,-2-53,9 26,0 26,-1 1,-2-1,-1 1,-9-36,8 47,0 0,2-1,0-38,3 824,2-709,8 52,3 42,-8-54,29 142,-2-25,-1-16,15 55,-16-101,-4-13,0 23,-27-155,0 0,1 0,-1 1,0-1,1 0,0 0,-1 0,1 0,0 0,0 0,0 0,0 0,0 0,1-1,-1 1,1 0,-1-1,3 2,-3-2,0-1,1 1,-1-1,0 1,1-1,-1 0,0 0,1 0,-1 0,0 0,1 0,-1 0,1 0,-1 0,0-1,1 1,-1 0,0-1,1 0,1-1,4-2,0 0,-1-1,1-1,-1 1,0-1,-1 0,10-13,22-39,-2-1,-4-2,45-119,-28 50,-6-2,-5-2,20-147,-40 140,-2-165,-16-154,3 437,0 1,7-33,4-29,3-17,-4 43,0 11,-9 38,-1 0,0 0,0 0,0-1,-1 1,0-11,-1 20,0 0,0-1,0 1,0 0,0-1,0 1,0 0,0 0,0-1,0 1,0 0,0-1,0 1,0 0,0 0,0-1,-1 1,1 0,0 0,0-1,0 1,0 0,0 0,-1-1,1 1,0 0,0 0,0 0,-1-1,1 1,0 0,0 0,-1 0,1 0,0 0,0-1,-1 1,1 0,0 0,-1 0,1 0,0 0,0 0,-1 0,1 0,0 0,-1 0,1 0,-1 0,-15 14,-9 20,4-2,-180 313,55 16,115-274,-102 216,82-196,-65 194,66-75,15-43,6-19,22-113,3 1,2 0,5 54,-3-87,3-215,-6-214,-10 293,6 67,-1-50,9-381,1 453,1-1,8-36,1 2,39-227,-28 192,-14 66,-1 0,-2 0,4-64,-9 74,1 0,7-30,4-39,-13-56,0 169,6 91,-4-100,0 0,1 0,1 0,0-1,0 1,1-1,9 15,-3-10,1 0,0-1,1 0,0-2,30 26,-33-32,1 0,0-1,0 0,0-1,1 0,0-1,0 0,1-1,-1 0,15 2,42 6,-37-6,1-1,46 2,-43-9,-1-2,1-2,-1-1,0-1,55-22,-90 30,33-8,1 1,0 2,1 1,-1 2,62 4,-84-2,-28-2,-1 0,1-2,-1 0,1 0,0-2,0 0,-18-10,-121-71,96 53,-157-99,156 92,-107-96,68 53,-10-6,191 136,-29-10,1-2,93 42,-101-56,-3-1,1-2,63 16,-47-20,-9-1,0-1,1-3,77 2,-71-13,-42 1,1 1,0 0,1 1,-1 1,-1 1,1 0,0 1,17 6,-26-4,1 0,0 1,-1 0,0 0,0 1,-1 0,0 0,0 1,-1 0,6 10,8 12,22 49,-22-40,6 12,-2 1,19 62,-16 19,-1-1,-15-84,85 318,-94-360,14 39,-2 0,-2 1,7 55,-18-88,0 1,0-1,-1 0,-1 0,0 1,-1-1,-1 0,0 0,0-1,-1 1,-1-1,0 0,-1 0,0 0,-1 0,-10 13,-80 109,-19 23,93-131,0 0,-1-2,-2 0,0-2,-2-1,0-1,-53 28,-19 4,-134 93,97-41,-19-7,11-9,137-81,-1 1,1-1,0 1,1 1,0 0,0 0,1 0,0 0,1 1,0 0,0 0,1 1,1-1,0 1,0 0,1 0,0 0,0 15,2-26,0 1,0-1,0 0,-1 0,1 1,0-1,0 0,0 1,0-1,0 0,1 0,-1 1,0-1,0 0,0 0,0 1,0-1,0 0,0 0,0 1,1-1,-1 0,0 0,0 1,0-1,0 0,1 0,-1 0,0 0,0 1,1-1,-1 0,0 0,0 0,0 0,1 0,-1 0,0 0,1 0,-1 0,0 1,0-1,1 0,-1 0,0 0,0 0,1-1,-1 1,14-12,9-22,-6-1,26-74,-14 29,17-40,31-135,-52 151,13-125,-27 149,-4 36,2-71,-8 83,10-56,-5 54,1-50,-4 38,10-57,-1 16,-11 84,-1 0,1 0,0 0,0 0,0 0,0 0,0 1,1-1,-1 1,1-1,-1 1,1-1,0 1,0 0,0 0,1 0,-1 0,0 0,1 0,-1 1,1-1,0 1,0-1,-1 1,1 0,0 0,0 1,0-1,0 1,0-1,0 1,0 0,0 0,0 0,0 0,5 2,-1-2,-1 1,1 0,0 0,-1 1,1 0,-1 0,0 1,1 0,-1 0,0 0,-1 1,1-1,-1 1,1 1,8 8,13 29,26 50,10 16,2 6,-11-16,-26-49,-22-36,1 0,0-1,1 0,0 0,1 0,1-1,0 0,17 14,-25-23,0-1,-1 0,1 1,0-1,0 0,0 0,-1 0,1-1,0 1,0 0,0-1,1 1,-1-1,0 0,0 0,0 1,0-1,0-1,0 1,0 0,1 0,-1-1,0 1,0-1,0 0,0 0,-1 0,1 0,0 0,0 0,0 0,-1 0,1-1,0 1,-1-1,0 1,1-1,-1 0,0 1,0-1,0 0,1-2,5-10,0 0,-1 0,-1-1,5-25,-4 19,4-12,13-54,5 1,3 1,56-108,-30 73,-38 77,30-52,2 5,-32 54,1 1,40-52,-46 71,115-130,-122 137,0 0,0-1,-1 1,0-1,-1-1,0 1,0-1,-1 0,3-13,14-32,-27 70,1 1,1-1,1 1,0 0,1 1,0 19,2 109,2-72,-4 63,5 126,1-235,0 0,2 0,1-1,1 0,1 0,14 26,-15-31,0-1,-2 2,0-1,-1 0,4 39,-6 104,-4-107,0-38,-1-1,-1 0,0 0,-2 0,-7 21,5-20,2 0,0 0,1 1,-2 22,-7 47,8-65,1 1,-1 26,-8 77,6-82,0 48,6-71,-1 0,-7 28,-4 41,11-68,-1-1,-6 24,5-23,0 0,-1 25,5 29,1-42,-2 0,-1 0,-11 59,12-64,5-28,2-19,17-169,13 15,13-83,-17 17,-20 176,1-12,3-58,-4 52,0 7,-7 47,-1-1,2-36,-6 31,-1 0,2 1,9-60,-8 79,1 1,0 0,1 0,0 0,1 0,0 0,0 1,1 0,0 0,1 0,0 1,10-9,24-34,-35 42,0 0,1 0,0 1,15-13,-22 20,0 1,0 0,0 0,1 0,-1 0,0 0,0 0,0 0,1-1,-1 1,0 0,0 0,0 0,0 0,1 0,-1 0,0 0,0 0,0 0,1 0,-1 0,0 0,0 0,0 0,1 0,-1 0,0 1,0-1,0 0,1 0,-1 0,0 0,0 0,0 0,0 0,0 1,1-1,-1 0,0 0,0 0,0 0,0 0,0 1,4 12,-2 17,-2-29,-3 747,5-725,0 0,7 32,4 29,3 17,-4-43,-10-47,1 0,1 0,-1 0,2 0,-1-1,2 0,-1 0,1 0,1-1,12 15,1 2,-16-20,-1 1,1-1,-1 1,-1 0,1 0,-1 0,0 0,-1 0,0 0,1 13,-4 83,-1-52,2-17,1-1,2 0,12 64,-13-94,10 39,-2 1,-2 0,4 79,-11-69,0 6,-2 0,-14 88,-11 23,0 14,1-25,-1 0,1-28,20-79,12-29,-6-23,1 1,0-1,-1 1,1-1,-1 0,1 1,0-1,-1 0,1 0,0 1,-1-1,1 0,0 0,-1 0,1 0,0 0,0 0,-1 0,1 0,0 0,-1 0,1-1,0 1,-1 0,1 0,0 0,-1-1,1 1,-1-1,2 0,14-8,0-1,-1 0,18-17,11-8,-32 28,0 0,0 1,1 0,14-4,6-2,-32 12,-1-1,1 1,-1 0,1-1,-1 1,1 0,-1 0,1 0,-1-1,1 1,-1 0,1 0,-1 0,1 0,-1 0,1 0,0 0,-1 0,1 0,-1 0,1 0,-1 0,1 1,-1-1,1 0,-1 0,1 0,-1 1,1-1,-1 0,1 1,-1-1,0 0,1 1,-1-1,1 1,-1-1,0 0,1 2,-3 24,1-20,0-1,-1 0,0 0,0 0,-1 0,1-1,-1 1,-6 7,1-11,2-5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0:34:30.828"/>
    </inkml:context>
    <inkml:brush xml:id="br0">
      <inkml:brushProperty name="width" value="0.5" units="cm"/>
      <inkml:brushProperty name="height" value="1" units="cm"/>
      <inkml:brushProperty name="color" value="#969696"/>
      <inkml:brushProperty name="tip" value="rectangle"/>
      <inkml:brushProperty name="rasterOp" value="maskPen"/>
      <inkml:brushProperty name="ignorePressure" value="1"/>
    </inkml:brush>
  </inkml:definitions>
  <inkml:trace contextRef="#ctx0" brushRef="#br0">7115 1436,'-2'26,"-1"1,-1-1,-2 0,0 0,-13 29,10-29,1 1,1 0,1 0,-4 51,10-45,0-4,-1 1,-1 0,-10 44,7-50,1 1,-2 36,5-51,1 1,0 0,1 0,1 0,-1-1,2 1,-1 0,5 10,-4-17,-1 0,1 0,0 0,0 0,0 0,1-1,-1 1,1-1,0 0,0 0,0 0,0-1,0 1,1-1,-1 0,1 0,-1-1,1 1,0-1,7 1,11 1,-1-1,1-1,26-2,-26 0,-3-1,-1-2,1 0,-1-1,0-1,0 0,0-2,-1 0,0-1,-1-1,0-1,-1 0,22-19,-23 13,-1-1,0 0,-2 0,0-2,16-33,-20 34,0-1,-1 0,-2-1,0 1,0-1,1-34,-5-130,-4 87,0 50,3 46,0 1,0-1,0 0,0 1,-1-1,1 0,0 1,-1-1,0 0,1 1,-1-1,0 1,0-1,0 1,0 0,0-1,0 1,0 0,0-1,0 1,-1 0,1 0,-1 0,-2-1,3 2,0 0,0 1,0-1,0 0,0 1,1-1,-1 1,0-1,0 1,0-1,0 1,0 0,1-1,-1 1,0 0,1-1,-1 1,0 0,1 0,-1 0,1 0,-1 0,1 0,0 0,-1 0,1 0,0 1,-10 38,6-24,-13 48,-8 74,20-91,2-1,5 78,0-67,-4 60,-11-45,9-53,0 1,-1 28,0 4,-1 0,-3 0,-2-1,-3 0,-31 78,39-110,1 1,-5 34,8-35,-2 0,0 0,-10 24,5-20,-1 0,-1-1,-1-1,-1 0,-1 0,-1-1,-1-1,-20 19,19-22,1 1,-1 0,-1-1,0-2,-1 1,-37 19,-4-6,-68 22,83-37,21-6,0 0,1 2,-36 17,-152 107,174-112,0-2,-61 22,14-7,58-24,-1-1,0-2,-1 0,0-2,-55 3,-51 16,100-17,-64 24,70-21,1-1,-1-2,-47 7,-12 0,57-9,0 0,-35 0,44-4,0 1,-32 8,31-5,-1-1,-22 0,20-3,-242-3,179-11,56 7,-60-2,65 7,1 0,-1-2,-35-7,15 3,1 1,-1 3,-93 6,33 0,-12-1,-132-5,180-10,52 8,0 2,-30-3,-351 5,190 3,190-3,0-2,-34-7,32 6,0 0,-24-1,-5 1,-89-19,93 14,0 1,-66-2,93 9,-1-1,-32-8,31 6,-1 0,-22-1,3 2,-50-11,41 5,-9-3,39 7,0 1,-36-2,34 4,1-1,0-1,0-1,-28-11,-24-5,61 17,1-1,0 0,0-1,0-1,1 1,0-2,0 0,1 0,-12-13,-26-19,-110-92,-1 0,102 86,43 33,0 1,-2 1,1 0,-20-10,15 10,1-1,0-1,-33-31,30 25,-43-29,50 37,1 0,0-2,1 1,0-2,1 0,1 0,-17-28,-23-27,-24-30,45 58,-64-69,87 101,0 0,0 0,0-1,1 0,1 0,0-1,-6-16,7 15,-1 0,0 1,-1 0,0 0,-1 0,-10-12,4 6,0 0,2-1,0 0,1-1,1 0,1-1,-7-22,4 10,-28-51,12 32,2-2,2-1,-25-88,34 91,-1-1,-16-102,27 71,3 53,0 1,-10-49,-17-53,23 104,1 0,0-41,3 40,-1 0,-8-33,7 38,0 1,2 0,0-1,1 1,2-1,0 1,10-41,-10 49,21-165,-17 149,-2 4,2 1,10-32,-12 47,0 0,1 0,1 1,0-1,0 1,0 1,1-1,13-11,-9 8,0-1,-1-1,14-22,20-26,-39 58,0 1,1-1,-1 1,0 0,1 0,0 1,0 0,-1 0,1 0,0 1,1-1,-1 1,0 1,0-1,7 2,4-2,0 2,1 0,-1 1,22 5,-32-5,-1 1,1-1,-1 1,0 0,1 1,-1-1,-1 1,1 1,0-1,-1 1,0 0,0 0,-1 0,1 1,-1 0,6 11,-3-4,-1 1,0 0,-1 1,-1-1,0 1,2 26,3 20,-2-10,2 77,-9-95,1 27,-3-1,-13 79,7-98,-4 29,-42 130,32-130,-24 135,36-156,5-32,2 0,0 1,0 0,1 29,2-40,1-1,0 1,0-1,0 0,1 1,0-1,0 0,0 0,1 0,-1 0,1-1,0 1,1-1,-1 1,1-1,0 0,0-1,8 7,13 8,1-2,0-1,1-1,41 14,119 31,-98-33,12-5,-32-7,-40-9,48 2,-47-5,45 9,-27-4,0-2,1-2,86-6,-28 1,-68 1,3 1,59 6,-86-4,0 1,0 1,0 0,-1 1,1 1,-1 0,19 11,99 53,20 13,-106-53,13 8,1-1,71 30,-96-56,0-1,1-1,0-2,0-2,1-1,67-2,33-1,123-4,-219-4,0-1,0-2,76-30,-9 3,-23 10,73-20,-119 36,46-21,-51 18,65-17,-74 25,4-1,1 1,-1 2,41-2,-45 5,1-2,27-6,-27 4,45-2,-203 5,-125 5,203 5,-68 17,35-6,-47 9,71-18,26-3,-74 3,76-8,-51 9,-28 1,86-11,-18-1,1 3,-51 9,-27 2,8-1,76-6,-133 31,124-24,1-2,-69 9,45-10,43-6,0-1,-30 1,32-5,0 1,1 1,-42 10,41-7,-1-2,1 0,-40-2,38-2,0 2,-52 8,11 4,27-6,1 2,-43 16,71-21,1 2,-1 0,1 0,1 1,-1 0,1 1,1 0,-1 1,1 0,-14 18,10-11,8-10,1 1,-1 0,1 0,1 0,-1 0,-3 11,7-16,1-1,-1 1,1 0,0-1,0 1,0 0,0 0,0-1,0 1,0 0,0-1,1 1,-1 0,1-1,-1 1,1-1,0 1,0-1,0 1,-1-1,1 1,1-1,-1 0,0 0,0 1,0-1,1 0,-1 0,0 0,1 0,-1-1,1 1,-1 0,1 0,0-1,-1 1,3 0,22 7,0-1,0-1,0-1,0-2,43 1,54 9,-2 0,-85-10,-1 1,64 15,162 40,176 56,-314-82,167 40,-210-56,0 4,93 38,-144-48,-1-2,1-2,1 0,-1-2,43 2,154-7,-102-2,4 4,140-5,-238-1,-1-2,32-9,-32 6,0 2,31-3,21-3,-57 8,1 0,31 0,-34 3,0 0,26-7,-25 4,0 1,24-1,118-11,-65 5,85-15,-107 15,-43 4,64-1,-77 6,-1 0,30-7,39-4,-44 9,-1-2,-1-2,66-21,16-3,-96 26,43-15,-64 18,-1 0,1-1,-1 0,0-1,-1 0,1 0,-1 0,0-1,9-10,-2 1,0 1,1 0,1 1,0 1,25-14,90-40,-87 46,74-45,-114 61,1-1,0 1,-1-1,0 0,0 0,0-1,-1 1,0-1,0 1,0-1,-1 0,0 0,0-1,2-10,0-5,-1-1,1-41,-3 35,-2 1,0-1,-2 1,-1-1,-2 1,0 0,-12-30,3 15,10 27,-1 1,0 0,0-1,-15-21,18 33,0 0,0 0,-1 0,0 0,1 1,-1-1,-1 1,1 0,0 0,-1 1,0-1,1 1,-1 0,0 0,0 1,0-1,0 1,-10-1,-1 1,1 0,-1 1,0 0,0 2,1 0,-1 0,1 2,-1 0,1 0,0 1,-18 10,10-4,-112 60,-244 157,356-215,-1-1,0-2,-1 0,0-1,0-2,-1-1,0 0,0-2,0-1,0-2,-41-1,58 0,-25 0,-1-2,1 0,-51-12,-73-13,0 0,-1 1,-97-36,219 54,10 2,-1 0,1 2,-37-1,18 5,10-1,-55 5,80-2,0 0,0 0,0 1,0 1,0-1,1 2,0 0,0 0,-11 8,-2 3,2 0,-1-1,-1 0,-1-2,0 0,-31 10,-2-5,19-8,0 2,0 2,1 2,-58 33,88-44,0 1,1 0,0 1,1 0,-1 0,1 0,1 0,-1 1,1 0,0 0,1 0,-4 11,3-4,0 0,0 1,1-1,1 1,1-1,0 17,1-27,1-1,-1 1,1-1,0 1,0-1,0 1,0-1,1 0,0 0,0 0,0 0,1 0,-1 0,1 0,0-1,4 5,-2-4,0 0,0 0,1-1,0 0,-1 0,1 0,0-1,0 0,1 0,9 2,-14-4,0 0,0 0,0 0,0 1,0-1,0 1,0-1,0 1,0 0,0 0,-1 0,1 0,0 0,0 0,-1 0,1 0,-1 1,1-1,-1 1,0-1,1 1,-1 0,0-1,0 1,0 0,0 0,-1 0,1 0,0 0,-1 0,1 0,-1 0,0 0,0 0,0 0,0 0,0 0,0 0,0 0,0 0,-1 0,1 0,-1 0,0-1,0 1,1 0,-3 3,-1 2,1-1,-1 0,0 0,-1-1,1 1,-1-1,0 0,-1 0,1 0,-1-1,0 0,0 0,-7 3,-65 21,60-23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0:34:48.580"/>
    </inkml:context>
    <inkml:brush xml:id="br0">
      <inkml:brushProperty name="width" value="0.5" units="cm"/>
      <inkml:brushProperty name="height" value="1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298 13,'-1'0,"0"0,0 0,1 1,-1-1,0 0,0 1,0-1,0 1,0-1,0 1,1 0,-1-1,0 1,0 0,1 0,-1-1,0 1,1 0,-1 0,1 0,-1 0,1 0,0 0,-1-1,1 1,0 0,-1 0,1 0,0 0,0 0,0 0,0 0,0 0,1 2,2 36,0-30,0 1,1-1,0 0,0 0,1-1,0 1,0-1,1 0,8 8,70 67,-39-42,-33-30,0-1,1-1,0 0,1 0,0-2,21 9,93 30,-112-41,33 9,68 10,-64-18,-1-4,64-3,-25-1,-86 2,0-1,-1 1,1 0,0-1,-1 0,1 0,0-1,-1 1,0-1,7-4,-10 6,0-1,-1 1,1-1,0 1,-1-1,1 0,0 1,-1-1,1 0,-1 0,1 0,-1 1,1-1,-1 0,1 0,-1 0,0 0,0 0,0 0,1 0,-1-1,-1 0,1 0,-1 0,1 0,-1 0,0 1,1-1,-1 0,0 0,0 1,0-1,-1 1,1-1,0 1,-1 0,-1-2,-5-4,0 0,0 1,-1 0,1 1,-1 0,-1 0,1 1,-1 0,-10-2,-6-1,-1 2,-32-2,9-1,-69-19,76 16,5-2,36 13,1-1,-1 1,0-1,1 0,-1 0,0 0,1 0,0 0,-1 0,1 0,-1-1,1 1,0 0,0-1,0 1,0-1,0 1,-1-4,2 4,0 0,0 1,1-1,-1 0,0 0,1 0,-1 1,0-1,1 0,-1 0,1 1,-1-1,1 0,-1 1,1-1,0 1,-1-1,1 1,0-1,-1 1,1-1,0 1,0 0,-1-1,1 1,0 0,0-1,0 1,0 0,-1 0,1 0,1 0,33-4,-32 4,297-2,-142 5,-126-2,56 11,-56-6,55 2,1162-8,-567-1,-662 0,0-2,35-7,-33 6,-1 0,26-1,282 4,-155 3,-157-1,-1 0,1 2,18 5,39 4,14 2,-75-11,1 0,0 0,0-1,0-1,1-1,-1 0,0 0,0-1,25-6,-11 0,0 2,48-4,-53 8,0-2,0 0,0-1,45-16,-52 12,1-1,-2-1,1 0,-1-1,-1-1,0-1,13-14,-12 12,-1 1,2 0,0 1,1 1,27-15,-36 22,-6 3,0 1,0-1,0 1,0-1,1 1,-1 0,0 0,1 0,-1 0,0 1,1-1,-1 1,1-1,-1 1,1 0,-1 0,1 0,2 0,-5 1,0 0,0 0,0 0,0 0,0 0,0-1,0 1,0 0,0 0,0 0,0 0,-1 0,1-1,0 1,0 0,-1 0,1 0,-1-1,1 1,-1 0,1-1,-1 1,0 0,1-1,-2 2,-17 17,-105 79,100-79,-1-1,0 0,-1-2,-43 19,6-3,25-14,-1-2,-57 17,29-12,-56 28,-174 96,191-90,76-41,-1-1,-1-1,0-2,0-1,-1-2,-44 5,-200-3,211-9,36 1,-60 12,59-8,-56 4,46-7,-47 9,50-5,-59 1,87-7,-22-1,0 2,0 1,-58 11,62-8,-53 4,-22 4,68-7,-52 3,-18 2,36-3,1-3,-121-6,64-1,23 0,-113 4,127 11,56-7,-60 3,-807-10,873 3,1 2,0 0,1 2,-1 1,1 1,-36 17,52-21,0 1,0 0,1 0,-1 0,1 1,0 1,1-1,-1 1,1 0,1 0,-1 1,1 0,-7 15,-1 5,1 0,2 0,-7 30,11-23,1 1,2-1,2 1,4 64,0-7,-5 28,5 128,-1-237,1 0,1 1,0-1,0-1,1 1,0-1,1 0,1 0,0 0,0-1,1 0,0 0,1-1,0 0,0-1,1 0,0 0,0-1,21 11,-14-8,-1 2,0 0,-1 0,22 25,-21-21,1 0,35 26,-44-37,2 2,1 0,0 0,1-1,-1-1,1 0,20 6,9 1,61 26,29 8,28-20,-140-22,1-2,-1 0,1 0,-1-2,1-1,-1 0,1-1,-1-2,0 1,0-2,0-1,21-9,-11 5,54-11,-65 19,0-2,0 0,-1-1,0-1,0-1,0 0,-1-1,30-20,-26 12,-5 2,2 1,0 0,0 1,1 1,0 1,1 0,0 2,37-12,-36 14,0-1,-1 0,0-2,0 0,-1-1,0-1,20-17,-10 9,47-25,-47 32,0-2,-1-1,-1-1,0-1,-1-1,37-37,-46 41,0 1,1 1,0 0,1 1,0 1,24-10,-19 10,-1-2,-1 0,40-30,-49 33,1 0,1 1,-1 0,25-9,-26 13,-1-1,1-1,-1 0,-1 0,1-1,-1 0,11-11,-20 18,-1-1,1 1,-1 0,1-1,-1 1,0-1,1 1,-1-1,1 1,-1-1,0 1,0-1,1 0,-1 1,0-1,0 1,0-1,1 0,-1 1,0-1,0 1,0-1,0 0,0 1,0-1,0 0,-1 1,1-1,0 0,0 1,0-1,-1 1,1-2,-22-8,-35 5,55 5,-933 3,907-6,1 0,-1-2,1-1,0-1,-41-17,-16-4,14 8,-125-18,124 26,44 7,1 1,-35-1,3 3,-99 4,140 0,0 0,1 1,-1 0,1 1,-1 1,-29 14,42-17,0 0,0 1,0-1,1 1,-1 0,1 0,-1 0,1 1,0-1,-4 6,7-8,0 0,-1-1,1 1,0-1,0 1,-1 0,1 0,0-1,0 1,0 0,0-1,0 1,0 0,0-1,0 1,0 0,0 0,0-1,1 1,-1 0,0-1,0 1,1 0,-1-1,1 2,1-1,-1 1,1-1,-1 0,1 0,0 0,0 0,0 0,-1-1,1 1,0-1,0 1,0-1,0 1,2-1,29 3,-1-1,39-4,-43 1,0 0,0 2,49 8,-10 1,0-3,1-3,101-7,-38 1,583 2,-682-2,0-1,37-9,-17 2,8-1,-34 5,0 2,47-3,17 6,137 4,-155 10,-53-8,0-1,30 1,-34-3,-1 0,1 1,-1 0,0 1,0 0,0 2,-1-1,0 2,0 0,0 0,-1 1,14 11,18 19,71 75,-61-56,113 88,-151-131,-1 0,-1 1,0 1,18 26,-9-12,-8-15,1 0,0 0,1-2,1 0,0-1,1-1,0-1,1 0,39 12,-26-10,16 5,85 19,-83-30,0-3,85-5,-35 0,-78 0,0 0,39-10,-12 1,83-16,-77 17,-27 4,-1 1,43 0,-44 3,0-1,-1-1,53-14,7-3,-61 18,0 1,27 1,-27 2,0-2,25-4,-42 3,0 1,0-2,0 1,0-1,-1 0,1-1,-1 0,1 0,-1 0,6-6,15-12,-16 13,0-1,0 0,16-20,-24 25,0-1,0 1,-1-1,0 0,0-1,-1 1,0 0,0-1,0 0,-1 1,2-12,-2-12,-2 1,0-1,-2 1,-10-47,8 52,-4-63,-4-16,9 81,1 0,1 0,0-1,2 1,1-1,0 1,2-1,9-36,-8 42,-1 0,0 0,-1-1,-1 1,-1-21,-1 30,0 0,0 1,0-1,-1 1,0 0,-1-1,0 1,0 0,0 0,-1 1,0-1,0 1,0 0,-7-7,-3-2,1-1,0-1,1 0,1-1,1 0,0-1,1 0,-10-34,10 22,2 1,2-1,0 0,2-1,1-35,2 62,0 1,0-1,-1 0,0 1,0-1,0 1,0-1,-1 1,1 0,-1-1,-4-6,5 11,1-1,-1 0,0 1,1-1,-1 0,0 1,1-1,-1 0,0 1,0-1,0 1,1 0,-1-1,0 1,0 0,0-1,0 1,0 0,0 0,0 0,0 0,1 0,-3 0,1 1,0-1,0 1,0 0,0 0,1 0,-1 0,0 1,0-1,1 0,-1 1,1-1,-1 1,1-1,-3 5,-12 19,1 2,1 0,1 1,2 0,1 1,-8 35,-15 38,-37 146,55-185,9 3,6-56,0 1,-1-1,0 0,-1 0,-4 16,5-23,-1-1,1 0,-1 1,1-1,-1 0,0 0,0 0,0 0,0 0,0 0,0-1,-1 1,1-1,0 1,-1-1,1 0,-1 0,0 0,1 0,-1-1,0 1,1-1,-5 1,-9 0,-1 0,-31-3,7 0,-72 17,66-6,-12 2,31-6,1 0,-44 1,6-5,-109-4,41-22,47 11,63 9,0 1,-29-1,-59 5,72 2,-1-1,1-3,0 0,0-3,0-2,-55-15,33 5,45 14,1-1,0 0,-15-7,109-11,-44 17,0 1,0 2,60 4,46-3,-105-4,1-2,34-12,-4 2,-14 2,58-24,27-8,0 15,-77 19,116-39,-154 44,0-2,0 0,-1-2,-1 0,0-1,0-1,-1-2,-1 1,-1-2,0-1,-1 0,19-27,-11 7,-8 12,33-39,-41 56,0 0,0 0,1 1,1 0,-1 1,1 0,14-6,-8 4,-1-1,0 0,0-1,-1-1,-1-1,0 0,-1 0,23-31,-34 41,0 0,1-1,-1 1,-1-1,1 1,-1-1,1 0,-1 0,0 0,0 1,-1-1,1 0,-1 0,0 0,0 0,0 0,0 0,-1 0,0 0,0 0,0 0,0 1,0-1,-1 0,-3-5,0 2,0 0,0 0,-1 0,0 1,0 0,-1 0,1 1,-1 0,-1 0,-12-6,4 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0:34:51.688"/>
    </inkml:context>
    <inkml:brush xml:id="br0">
      <inkml:brushProperty name="width" value="0.5" units="cm"/>
      <inkml:brushProperty name="height" value="1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20:35:37.5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18 0 24575,'-1'1'0,"1"-1"0,-1 1 0,0 0 0,0-1 0,1 1 0,-1 0 0,1 0 0,-1-1 0,1 1 0,-1 0 0,1 0 0,-1 0 0,1 0 0,0 0 0,-1 0 0,1 0 0,0-1 0,0 1 0,0 0 0,0 0 0,0 0 0,0 0 0,0 0 0,0 2 0,0 31 0,0-29 0,2 95 0,-4 135 0,-7-156-1365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20:35:42.84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 1 24575,'10'97'0,"-10"-69"0,0 2 0,-1-1 0,-1 1 0,-10 50 0,11-78-47,1-1 0,-1 0 0,1 0 0,-1 1 0,1-1 0,0 1 0,-1-1 0,1 0 0,0 1-1,0-1 1,0 1 0,0-1 0,0 0 0,1 1 0,-1-1 0,0 0 0,1 1 0,-1-1 0,1 0 0,-1 1 0,1-1 0,-1 0-1,1 0 1,0 1 0,0-1 0,0 0 0,0 0 0,1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0T23:59:59.016"/>
    </inkml:context>
    <inkml:brush xml:id="br0">
      <inkml:brushProperty name="width" value="0.4" units="cm"/>
      <inkml:brushProperty name="height" value="0.8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0 5,'16'1,"-1"1,30 6,27 3,-24-9,57 9,-86-8,-1 1,0 1,-1 0,1 2,-1 0,21 12,-7-3,-29-16,-1 1,0 0,1-1,-1 1,0-1,1 1,-1-1,1 0,-1 1,1-1,-1 0,1 0,-1 0,1 0,-1 0,1 0,-1-1,0 1,3-1,-45-33,41 33,-1 0,0 1,1-1,-1 0,1 1,-1-1,0 0,1 0,0 0,-1 1,1-1,-1 0,1 0,0 0,0 0,0 0,-1 0,1 0,0 0,0 0,0 0,0 0,1 0,-1 0,0 1,0-1,0 0,1 0,-1 0,1-2,1 1,0 0,0 0,0 0,0 1,0-1,0 0,0 1,1-1,-1 1,0 0,4-1,-1-1,1 1,-1 1,1-1,-1 1,1 0,0 0,-1 0,1 1,0 0,10 1,17 12,-25-10,1 1,-1-1,1 0,0-1,0 0,1 0,9 0,17-3,-1-1,70-12,-61 8,0 3,0 2,72 7,-53 4,-43-6,0-1,25 1,-1-3,-1 2,45 8,-71-8,1-1,-1-1,1-1,-1 0,0-1,1-1,-1-1,0-1,0 0,30-12,-38 13,0 1,0 0,0 1,15-1,-18 3,1-2,-1 1,0-1,0 0,0 0,0-1,0 1,0-1,0-1,7-3,-13 3,-9 3,-10 3,-36 17,42-14,-1-1,0 0,-16 3,24-7,1-1,-1 1,0-1,0 0,0-1,1 1,-1-1,0 0,1-1,-1 1,-8-5,-14-4,-1 1,0 1,0 2,-1 0,0 2,0 2,0 0,0 2,-46 6,58-3,0 1,0 1,1 1,-18 8,-3 0,-51 8,63-17,-46 15,20-1,0-3,-2-1,-92 12,111-22,-53 14,83-17,1-1,-1 1,1 0,-1 0,1 0,0 1,0 0,0-1,0 1,1 1,-1-1,1 0,0 1,-5 7,1 1,1 0,0 0,-7 23,10-24,0-1,-1 0,-1 0,0 0,0 0,-1-1,-13 17,11-17,1 0,0 0,1 1,0-1,1 1,0 1,0-1,1 1,0 0,-4 19,-1 1,2 1,1 1,2 1,1-1,2 1,1-1,6 47,-6-77,0-1,1 1,-1 0,1-1,0 1,-1-1,1 1,0-1,1 1,-1-1,0 0,1 1,-1-1,1 0,0 0,0 0,0 0,0-1,0 1,0 0,0-1,1 1,-1-1,0 0,1 0,3 1,6 1,0 0,-1-1,1-1,23 1,20 3,-42-2,115 23,-112-25,-1 0,1-1,0 0,-1-2,1 1,21-7,107-17,-103 18,4-1,0 2,52 0,-45 7,-16 1,-1-2,1-1,68-12,-28-8,50-10,-119 30,8-1,-1 0,1-1,-1-1,23-8,-36 12,-1-1,1 1,0 0,-1-1,1 1,0 0,-1-1,1 1,-1-1,1 1,-1-1,1 1,-1-1,1 0,-1 1,0-1,1 1,-1-1,0 0,0 1,1-1,-1 0,0 1,0-1,0 0,0 0,0 1,0-1,0 0,0 1,0-2,-16-17,-31-6,46 25,-117-39,25 9,78 26,1 1,-1 0,0 1,0 0,-1 1,-20 2,61-2,-2 0,-1 0,39 5,-56-4,0 1,0 0,0 0,0 1,0-1,0 1,0 0,-1 0,1 1,-1-1,1 1,-1 0,0 0,0 0,-1 1,1-1,-1 1,5 6,-3-2,0 2,1 0,0-1,1 1,0-2,10 11,-13-15,0-1,1-1,-1 1,1-1,-1 1,1-1,0-1,0 1,0-1,0 1,0-1,0-1,0 1,8-1,21-1,0 0,-1-3,1-1,-1-1,0-2,38-14,73-48,-129 64,0 0,27-16,-31 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05.297"/>
    </inkml:context>
    <inkml:brush xml:id="br0">
      <inkml:brushProperty name="width" value="0.4" units="cm"/>
      <inkml:brushProperty name="height" value="0.8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1 786,'0'1,"1"1,0-1,-1 0,1 0,0 0,-1 0,1 0,0 0,0 0,0 0,0 0,0-1,0 1,0 0,0-1,1 1,-1 0,0-1,0 0,0 1,1-1,-1 0,0 1,0-1,1 0,-1 0,2 0,44 3,-42-3,11 1,0 0,0-2,-1 0,1 0,0-2,0 0,-1-1,0 0,0-1,0-1,0 0,-1-1,0-1,-1 0,22-17,40-42,-63 57,0-1,0 1,21-12,-23 16,-1 0,1-1,-1 0,0 0,-1-1,0 0,0-1,6-9,1-2,1 0,1 1,0 1,2 1,0 0,1 2,25-17,24-18,-45 30,-3 2,2 2,31-19,65-36,-83 39,-31 26,0 0,0 1,1 0,0 0,10-6,-8 7,0 0,0 0,-1-1,1 1,9-10,-16 14,-1-1,1 1,-1-1,0 1,1-1,-1 1,1-1,-1 1,0-1,1 1,-1-1,0 0,0 1,1-1,-1 1,0-1,0 0,0 1,0-1,0 0,0 1,0-1,0 0,0 1,0-1,0 0,-1 0,0 0,0 0,0 0,0-1,-1 1,1 0,-1 0,1 1,0-1,-1 0,0 0,1 1,-1-1,1 1,-1-1,0 1,-1-1,-77-8,2 1,58 4,-1 1,1 1,0 1,-1 0,-34 5,-97 25,131-24,-7-1,0-1,-1-2,1 0,0-2,-1-1,1-1,-34-9,36 9,-1 1,-32 2,57 2,11 4,16 3,109 13,-78-17,1-1,79-7,-29 1,-80 0,0 0,-1-2,34-10,-32 8,0 0,50-3,-64 8,0-1,-1 0,17-6,-29 8,13-4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11.034"/>
    </inkml:context>
    <inkml:brush xml:id="br0">
      <inkml:brushProperty name="width" value="0.3" units="cm"/>
      <inkml:brushProperty name="height" value="0.6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14,'3'0,"2"-4,3-1,1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00:00:26.735"/>
    </inkml:context>
    <inkml:brush xml:id="br0">
      <inkml:brushProperty name="width" value="0.1" units="cm"/>
      <inkml:brushProperty name="height" value="0.2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0 224 0,'2013'0'0,"-2244"-223"0,462 446 0,-462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33.285"/>
    </inkml:context>
    <inkml:brush xml:id="br0">
      <inkml:brushProperty name="width" value="0.1" units="cm"/>
      <inkml:brushProperty name="height" value="0.2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0 46,'18'-1,"-1"-1,32-7,-7 0,7 0,-21 3,47-3,-66 9,0 0,0 0,0 1,0 0,-1 1,1 0,0 0,-1 1,13 6,26 6,-40-13,1-1,-1 2,0-1,0 1,-1 0,14 8,-23-10,0 0,0 0,0 0,0 0,0 0,-1-1,1 1,0-1,-6 0,-33 1,-134-4,142-4,21 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38.767"/>
    </inkml:context>
    <inkml:brush xml:id="br0">
      <inkml:brushProperty name="width" value="0.1" units="cm"/>
      <inkml:brushProperty name="height" value="0.2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1 3,'131'-3,"141"7,-249 1,-33 2,-40 2,21-10,22 0,1 0,-1 0,1 1,0 0,-1 0,1 1,-1-1,1 2,0-1,-1 1,-10 4,17-6,0 1,0-1,0 1,1-1,-1 1,0-1,1 1,-1-1,0 1,1-1,-1 0,1 1,-1-1,0 0,1 1,-1-1,1 0,-1 1,1-1,-1 0,1 0,-1 0,1 0,-1 1,1-1,0 0,-1 0,1 0,-1 0,1 0,-1 0,1 0,0-1,24 5,175-4,-258 1,22 1,0-3,0 0,-64-12,37 8,56 6,-1 0,1-1,-1-1,1 1,-1-1,1-1,0 1,-1-1,1 0,0-1,-9-4,19 6,-1-1,1 1,0 0,0 0,-1 0,1 1,0-1,0 1,0 0,0-1,3 1,19 1,0 1,36 7,-34-4,53 1,45 5,-83-6,45 0,464-6,-531 2,-1 1,26 6,39 3,21-9,172-5,-214-7,-44 6,1 0,26 0,-19 5,-14-1,0 1,-1-2,1 0,0 0,15-5,-15 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40.277"/>
    </inkml:context>
    <inkml:brush xml:id="br0">
      <inkml:brushProperty name="width" value="0.1" units="cm"/>
      <inkml:brushProperty name="height" value="0.2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1230 109,'-403'0,"383"-2,-1 0,-30-7,-4-1,4 1,-25-2,-15-2,34 3,-39-10,72 14,1 1,-1 0,-42-1,41 5,1 2,-1 0,0 2,-33 7,44-6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31T00:00:44.104"/>
    </inkml:context>
    <inkml:brush xml:id="br0">
      <inkml:brushProperty name="width" value="0.1" units="cm"/>
      <inkml:brushProperty name="height" value="0.2" units="cm"/>
      <inkml:brushProperty name="color" value="#4D4D4D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1,'425'0,"-415"0,1 0,0 2,-1-1,1 1,-1 1,1 0,18 8,-29-11,0 0,0 0,1 0,-1 0,0 0,0 0,1 0,-1 0,0 0,0 0,1 1,-1-1,0 0,0 0,1 0,-1 0,0 0,0 1,0-1,0 0,1 0,-1 0,0 1,0-1,0 0,0 0,0 0,1 1,-1-1,0 0,0 0,0 1,0-1,0 0,0 0,0 1,0-1,0 0,0 0,0 1,0-1,0 0,0 0,0 1,0-1,-1 0,1 0,0 1,0-1,0 0,0 0,-1 1,-17 5,-24-2,37-4,-29 2,0-3,-1 0,-64-12,55 7,-1 2,-90 5,113-1,449 0,-413 1,0 1,1 0,14 5,18 2,-39-8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FC353-3DC6-0B0B-6F21-BB087C14A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7195B-8297-375E-FADA-DB741E3EA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D2B13-FE61-E5F7-96A3-097DE68CA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F6B76-B593-6522-5D3E-0F7E9EC31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FAB5B-CDA1-C416-FCEC-B217A9C24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14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908D3-A459-14F5-A286-6368CF82C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F68F1-F355-B2DB-C21B-204F90802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8EF4C-5203-CC09-F2B0-E6B1C985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ECF77-62A4-D210-8976-4E85468F2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CFF1B-580F-5D25-5582-6175490EB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77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4FC7-CC12-0B25-223E-2CA6EADCA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5095A-1D52-952F-BB39-6D884BBC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644A2-4168-98BD-5722-895C91414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4E18A-7301-F463-AD82-3D06FDEB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33011-7977-96AE-D666-BD78BE73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992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20E75-9333-CA93-CA8A-41C869937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8F828-DC72-4BA1-7422-F68FDCFE8D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E4DCE-39EB-B630-69AC-FDFA848F41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B960A7-F9E6-B813-AADE-E9A69460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9821D2-7BDB-A6E9-C78F-32734A98E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F1A11-7CE0-880E-9504-F744EF004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9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0F3CA-4E9C-7FF1-7B76-211B4E112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3C0B3-710B-1272-A264-399758234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81840-7A4B-C328-62D2-04DDF800C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F98E7E-F2F1-F449-80FF-A57D4DFBB9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EFC634-00E4-2AE0-779E-5329C398EE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D800F9-6FEE-CDE0-DBCB-9347176FF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6AA15B-E7A9-1B0F-B2EC-56FBF2106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C2AB89-14A9-269F-10B9-3FAE3535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88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43490-9B86-9507-087D-92112F403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16B14-CE20-22B4-95C2-6B953DA8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5FA18E-4893-2BE2-8E86-53C08FDBE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D78655-130A-F656-1D9B-E229E9886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59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94101-BA71-48E7-EE23-B66D9512E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AA3977-5718-FBC6-E85F-01C9FD320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9F214-E86C-AAD4-EAD0-772F3AE08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80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4518-34CB-3914-0B7F-7BFE2575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DCE27-CE9F-D55A-6DE8-6B8424B49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CE9AC-B3C0-5ED6-B35E-BB6CCF8D0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7B939-AFF1-7C2F-4667-756D3BBDD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86193-4D23-0BFA-840C-4467C0CF4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82544-C5BB-A6B4-7769-4E4A455DA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062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05A5-0150-4799-7BF9-AEFA7384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8AD59A-E258-166C-3CAF-0CFC442B93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D4095-E5C9-C8E2-637C-B37308DFC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E05EA-DA7F-453B-F353-2DD39CD34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FC044-06E4-0875-C096-06530EF11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02B2D5-BD3B-0918-4991-4777D570A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36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8CF31-DBE5-7F42-C638-B5B930E0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4510DC-6D67-8BA6-2917-E7689B8D1A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1A3AD-F7A0-B74A-41D5-E82D5B87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EB721-C76A-BEC2-CC54-F7C41B0F4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58202-7B85-FC4F-17B8-F55FD90DC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04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1ED355-3F36-031C-EFE3-200F06B204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F00F93-C26D-8C12-2657-ADEE7E64D8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9346E-2194-2C28-FAB2-9B86B7DD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10301-6858-FE21-E2B3-76150C6A0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41EA1-B14C-C437-F8DB-A1E59AA0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5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14F066-10E9-611D-5DC1-9423D6EA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35FD1-1FF9-F65A-FDED-1EDF70B4D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7FF1E-99C9-0AD3-92CA-BF15F2A1FB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A980B-D637-43D5-B30D-E0468CB4B4E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900FD-7F8C-BEB9-C408-ECAC83F128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0C5B7-115C-315A-8637-1E1B562F4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96DF7D-8325-4E98-8D3E-BFF5B9CE6D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68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2.svg"/><Relationship Id="rId21" Type="http://schemas.openxmlformats.org/officeDocument/2006/relationships/image" Target="../media/image11.png"/><Relationship Id="rId34" Type="http://schemas.openxmlformats.org/officeDocument/2006/relationships/customXml" Target="../ink/ink16.xml"/><Relationship Id="rId7" Type="http://schemas.openxmlformats.org/officeDocument/2006/relationships/image" Target="../media/image4.png"/><Relationship Id="rId12" Type="http://schemas.openxmlformats.org/officeDocument/2006/relationships/customXml" Target="../ink/ink5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10.png"/><Relationship Id="rId31" Type="http://schemas.openxmlformats.org/officeDocument/2006/relationships/image" Target="../media/image16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4.png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8" Type="http://schemas.openxmlformats.org/officeDocument/2006/relationships/customXml" Target="../ink/ink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D4230F-E850-0DA9-18A2-16623F624295}"/>
              </a:ext>
            </a:extLst>
          </p:cNvPr>
          <p:cNvSpPr/>
          <p:nvPr/>
        </p:nvSpPr>
        <p:spPr>
          <a:xfrm>
            <a:off x="565070" y="3234646"/>
            <a:ext cx="1284269" cy="678095"/>
          </a:xfrm>
          <a:prstGeom prst="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FC82C1-DC74-93D3-95C8-9DD4E1933956}"/>
              </a:ext>
            </a:extLst>
          </p:cNvPr>
          <p:cNvSpPr/>
          <p:nvPr/>
        </p:nvSpPr>
        <p:spPr>
          <a:xfrm>
            <a:off x="565070" y="2065104"/>
            <a:ext cx="1284269" cy="678095"/>
          </a:xfrm>
          <a:prstGeom prst="rect">
            <a:avLst/>
          </a:prstGeom>
          <a:gradFill flip="none" rotWithShape="1">
            <a:gsLst>
              <a:gs pos="0">
                <a:srgbClr val="92D050">
                  <a:tint val="66000"/>
                  <a:satMod val="160000"/>
                </a:srgbClr>
              </a:gs>
              <a:gs pos="50000">
                <a:srgbClr val="92D050">
                  <a:tint val="44500"/>
                  <a:satMod val="160000"/>
                </a:srgbClr>
              </a:gs>
              <a:gs pos="100000">
                <a:srgbClr val="92D05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CB41F-E633-ACF8-C5FD-6199951B2647}"/>
              </a:ext>
            </a:extLst>
          </p:cNvPr>
          <p:cNvSpPr/>
          <p:nvPr/>
        </p:nvSpPr>
        <p:spPr>
          <a:xfrm>
            <a:off x="565070" y="4404188"/>
            <a:ext cx="1284269" cy="678095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0">
                <a:srgbClr val="FF7171"/>
              </a:gs>
              <a:gs pos="100000">
                <a:srgbClr val="E7478F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5B1DEE-CAF6-7D6C-09DC-37FE80E9FCD1}"/>
              </a:ext>
            </a:extLst>
          </p:cNvPr>
          <p:cNvSpPr/>
          <p:nvPr/>
        </p:nvSpPr>
        <p:spPr>
          <a:xfrm>
            <a:off x="565071" y="5573730"/>
            <a:ext cx="1284269" cy="678095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8A30AF-8238-7FDE-B313-2902FDC4E6D9}"/>
              </a:ext>
            </a:extLst>
          </p:cNvPr>
          <p:cNvSpPr txBox="1"/>
          <p:nvPr/>
        </p:nvSpPr>
        <p:spPr>
          <a:xfrm>
            <a:off x="1966452" y="1049943"/>
            <a:ext cx="1858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common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F870D8-D881-3521-5121-0FA96A28F3FA}"/>
              </a:ext>
            </a:extLst>
          </p:cNvPr>
          <p:cNvSpPr txBox="1"/>
          <p:nvPr/>
        </p:nvSpPr>
        <p:spPr>
          <a:xfrm>
            <a:off x="1966452" y="2219485"/>
            <a:ext cx="1858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uncommon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734BCA-33DF-F030-D22E-B4E949D1C50E}"/>
              </a:ext>
            </a:extLst>
          </p:cNvPr>
          <p:cNvSpPr txBox="1"/>
          <p:nvPr/>
        </p:nvSpPr>
        <p:spPr>
          <a:xfrm>
            <a:off x="1966452" y="3389027"/>
            <a:ext cx="1858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rare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392C4E-8E09-A386-224D-FCD1656DF2AA}"/>
              </a:ext>
            </a:extLst>
          </p:cNvPr>
          <p:cNvSpPr txBox="1"/>
          <p:nvPr/>
        </p:nvSpPr>
        <p:spPr>
          <a:xfrm>
            <a:off x="2080752" y="4558569"/>
            <a:ext cx="1858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epic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5AAC48-CFED-FEB6-EC27-C945B7BA981D}"/>
              </a:ext>
            </a:extLst>
          </p:cNvPr>
          <p:cNvSpPr/>
          <p:nvPr/>
        </p:nvSpPr>
        <p:spPr>
          <a:xfrm>
            <a:off x="565070" y="895562"/>
            <a:ext cx="1284269" cy="67809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60320-03AC-B997-4AEF-6236DB976EA9}"/>
              </a:ext>
            </a:extLst>
          </p:cNvPr>
          <p:cNvSpPr txBox="1"/>
          <p:nvPr/>
        </p:nvSpPr>
        <p:spPr>
          <a:xfrm>
            <a:off x="1966452" y="5728111"/>
            <a:ext cx="1858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legendary</a:t>
            </a:r>
          </a:p>
        </p:txBody>
      </p:sp>
    </p:spTree>
    <p:extLst>
      <p:ext uri="{BB962C8B-B14F-4D97-AF65-F5344CB8AC3E}">
        <p14:creationId xmlns:p14="http://schemas.microsoft.com/office/powerpoint/2010/main" val="469639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E40BA8-E607-9DF8-A130-14F715FB78F0}"/>
              </a:ext>
            </a:extLst>
          </p:cNvPr>
          <p:cNvGrpSpPr/>
          <p:nvPr/>
        </p:nvGrpSpPr>
        <p:grpSpPr>
          <a:xfrm>
            <a:off x="4218645" y="69767"/>
            <a:ext cx="2077797" cy="6718466"/>
            <a:chOff x="4218645" y="69767"/>
            <a:chExt cx="2077797" cy="6718466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B4178C15-BEE2-2EDE-61CD-5DA09F3A9B55}"/>
                </a:ext>
              </a:extLst>
            </p:cNvPr>
            <p:cNvSpPr/>
            <p:nvPr/>
          </p:nvSpPr>
          <p:spPr>
            <a:xfrm rot="2029391">
              <a:off x="5895558" y="69767"/>
              <a:ext cx="400884" cy="6718466"/>
            </a:xfrm>
            <a:prstGeom prst="can">
              <a:avLst/>
            </a:prstGeom>
            <a:gradFill flip="none" rotWithShape="1">
              <a:gsLst>
                <a:gs pos="0">
                  <a:schemeClr val="tx2">
                    <a:lumMod val="75000"/>
                    <a:shade val="30000"/>
                    <a:satMod val="115000"/>
                  </a:schemeClr>
                </a:gs>
                <a:gs pos="50000">
                  <a:schemeClr val="tx2">
                    <a:lumMod val="75000"/>
                    <a:shade val="67500"/>
                    <a:satMod val="115000"/>
                  </a:schemeClr>
                </a:gs>
                <a:gs pos="100000">
                  <a:schemeClr val="tx2">
                    <a:lumMod val="75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D417D7D-487C-EEBD-0F4E-35E14D1A5BF1}"/>
                </a:ext>
              </a:extLst>
            </p:cNvPr>
            <p:cNvSpPr/>
            <p:nvPr/>
          </p:nvSpPr>
          <p:spPr>
            <a:xfrm rot="18231384">
              <a:off x="3904960" y="5089239"/>
              <a:ext cx="1863436" cy="429491"/>
            </a:xfrm>
            <a:prstGeom prst="roundRect">
              <a:avLst/>
            </a:prstGeom>
            <a:gradFill>
              <a:gsLst>
                <a:gs pos="66000">
                  <a:srgbClr val="536173"/>
                </a:gs>
                <a:gs pos="0">
                  <a:schemeClr val="tx2">
                    <a:lumMod val="50000"/>
                  </a:schemeClr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B9D4CFDA-67C0-E1F5-1B58-BA35E66ACDBC}"/>
                </a:ext>
              </a:extLst>
            </p:cNvPr>
            <p:cNvSpPr/>
            <p:nvPr/>
          </p:nvSpPr>
          <p:spPr>
            <a:xfrm rot="12017559">
              <a:off x="4218645" y="5516866"/>
              <a:ext cx="768492" cy="459050"/>
            </a:xfrm>
            <a:prstGeom prst="arc">
              <a:avLst>
                <a:gd name="adj1" fmla="val 14572103"/>
                <a:gd name="adj2" fmla="val 2021512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C4CE4B37-A868-1922-62B8-0D82A2CAE1CA}"/>
                </a:ext>
              </a:extLst>
            </p:cNvPr>
            <p:cNvSpPr/>
            <p:nvPr/>
          </p:nvSpPr>
          <p:spPr>
            <a:xfrm rot="12017559">
              <a:off x="4347178" y="5325334"/>
              <a:ext cx="768492" cy="459050"/>
            </a:xfrm>
            <a:prstGeom prst="arc">
              <a:avLst>
                <a:gd name="adj1" fmla="val 14572103"/>
                <a:gd name="adj2" fmla="val 2021512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84C3DE66-A0A5-02F1-395C-EBA46E546F75}"/>
                </a:ext>
              </a:extLst>
            </p:cNvPr>
            <p:cNvSpPr/>
            <p:nvPr/>
          </p:nvSpPr>
          <p:spPr>
            <a:xfrm rot="12017559">
              <a:off x="4500784" y="5088977"/>
              <a:ext cx="768492" cy="459050"/>
            </a:xfrm>
            <a:prstGeom prst="arc">
              <a:avLst>
                <a:gd name="adj1" fmla="val 14572103"/>
                <a:gd name="adj2" fmla="val 2021512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E66E615-62E5-C076-FEDF-AE50EBF6EEC5}"/>
                </a:ext>
              </a:extLst>
            </p:cNvPr>
            <p:cNvSpPr/>
            <p:nvPr/>
          </p:nvSpPr>
          <p:spPr>
            <a:xfrm rot="12017559">
              <a:off x="4653271" y="4864604"/>
              <a:ext cx="768492" cy="459050"/>
            </a:xfrm>
            <a:prstGeom prst="arc">
              <a:avLst>
                <a:gd name="adj1" fmla="val 14572103"/>
                <a:gd name="adj2" fmla="val 2021512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0C592511-FA76-C5D9-12E2-54363E734094}"/>
                </a:ext>
              </a:extLst>
            </p:cNvPr>
            <p:cNvSpPr/>
            <p:nvPr/>
          </p:nvSpPr>
          <p:spPr>
            <a:xfrm rot="12017559">
              <a:off x="4814417" y="4640230"/>
              <a:ext cx="768492" cy="459050"/>
            </a:xfrm>
            <a:prstGeom prst="arc">
              <a:avLst>
                <a:gd name="adj1" fmla="val 14572103"/>
                <a:gd name="adj2" fmla="val 2021512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810C3C9D-C007-3F93-D974-996D3AA4D4C1}"/>
                </a:ext>
              </a:extLst>
            </p:cNvPr>
            <p:cNvSpPr/>
            <p:nvPr/>
          </p:nvSpPr>
          <p:spPr>
            <a:xfrm rot="12017559">
              <a:off x="4966903" y="4394782"/>
              <a:ext cx="768492" cy="459050"/>
            </a:xfrm>
            <a:prstGeom prst="arc">
              <a:avLst>
                <a:gd name="adj1" fmla="val 14572103"/>
                <a:gd name="adj2" fmla="val 20042656"/>
              </a:avLst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ED34EBF-2B6C-B329-1943-FB3BADA3D882}"/>
              </a:ext>
            </a:extLst>
          </p:cNvPr>
          <p:cNvSpPr txBox="1"/>
          <p:nvPr/>
        </p:nvSpPr>
        <p:spPr>
          <a:xfrm>
            <a:off x="76200" y="171450"/>
            <a:ext cx="1133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staff</a:t>
            </a:r>
          </a:p>
        </p:txBody>
      </p:sp>
    </p:spTree>
    <p:extLst>
      <p:ext uri="{BB962C8B-B14F-4D97-AF65-F5344CB8AC3E}">
        <p14:creationId xmlns:p14="http://schemas.microsoft.com/office/powerpoint/2010/main" val="1368253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F6B62-1E00-68EA-9C4B-F024AC14A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4CEBADB9-C911-71A8-42DD-6717FD1C5D78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l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aser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blaster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881A81E-FA76-ADD9-9542-316FB2E4772F}"/>
              </a:ext>
            </a:extLst>
          </p:cNvPr>
          <p:cNvGrpSpPr/>
          <p:nvPr/>
        </p:nvGrpSpPr>
        <p:grpSpPr>
          <a:xfrm>
            <a:off x="3217049" y="2175191"/>
            <a:ext cx="5757902" cy="2507617"/>
            <a:chOff x="4224900" y="2472477"/>
            <a:chExt cx="4261007" cy="1813571"/>
          </a:xfrm>
        </p:grpSpPr>
        <p:sp>
          <p:nvSpPr>
            <p:cNvPr id="47" name="Rectangle: Top Corners Snipped 46">
              <a:extLst>
                <a:ext uri="{FF2B5EF4-FFF2-40B4-BE49-F238E27FC236}">
                  <a16:creationId xmlns:a16="http://schemas.microsoft.com/office/drawing/2014/main" id="{6AA46B8C-C2E6-7F3B-7FBF-5D1CE6D69FE1}"/>
                </a:ext>
              </a:extLst>
            </p:cNvPr>
            <p:cNvSpPr/>
            <p:nvPr/>
          </p:nvSpPr>
          <p:spPr>
            <a:xfrm>
              <a:off x="5966359" y="2472477"/>
              <a:ext cx="64477" cy="88831"/>
            </a:xfrm>
            <a:prstGeom prst="snip2Same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Block Arc 15">
              <a:extLst>
                <a:ext uri="{FF2B5EF4-FFF2-40B4-BE49-F238E27FC236}">
                  <a16:creationId xmlns:a16="http://schemas.microsoft.com/office/drawing/2014/main" id="{31F21A9F-972D-D606-15E1-835671742BD7}"/>
                </a:ext>
              </a:extLst>
            </p:cNvPr>
            <p:cNvSpPr/>
            <p:nvPr/>
          </p:nvSpPr>
          <p:spPr>
            <a:xfrm rot="13862133">
              <a:off x="5438434" y="3157400"/>
              <a:ext cx="338454" cy="403561"/>
            </a:xfrm>
            <a:prstGeom prst="blockArc">
              <a:avLst>
                <a:gd name="adj1" fmla="val 15018449"/>
                <a:gd name="adj2" fmla="val 20220737"/>
                <a:gd name="adj3" fmla="val 7571"/>
              </a:avLst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FFDBBE9-B77B-6E0F-681F-14FFB004108B}"/>
                </a:ext>
              </a:extLst>
            </p:cNvPr>
            <p:cNvSpPr/>
            <p:nvPr/>
          </p:nvSpPr>
          <p:spPr>
            <a:xfrm rot="5400000">
              <a:off x="7968242" y="2677371"/>
              <a:ext cx="132657" cy="6446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5DD0015C-A384-4767-19C9-32E7D80E203B}"/>
                </a:ext>
              </a:extLst>
            </p:cNvPr>
            <p:cNvSpPr/>
            <p:nvPr/>
          </p:nvSpPr>
          <p:spPr>
            <a:xfrm>
              <a:off x="6348626" y="2618510"/>
              <a:ext cx="1717963" cy="57498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Cylinder 9">
              <a:extLst>
                <a:ext uri="{FF2B5EF4-FFF2-40B4-BE49-F238E27FC236}">
                  <a16:creationId xmlns:a16="http://schemas.microsoft.com/office/drawing/2014/main" id="{85A22021-B80A-F01C-3B90-9A1ACE3195B3}"/>
                </a:ext>
              </a:extLst>
            </p:cNvPr>
            <p:cNvSpPr/>
            <p:nvPr/>
          </p:nvSpPr>
          <p:spPr>
            <a:xfrm rot="5400000">
              <a:off x="7531530" y="2185698"/>
              <a:ext cx="396873" cy="1511881"/>
            </a:xfrm>
            <a:prstGeom prst="can">
              <a:avLst/>
            </a:prstGeom>
            <a:gradFill flip="none" rotWithShape="1">
              <a:gsLst>
                <a:gs pos="73000">
                  <a:schemeClr val="tx1">
                    <a:lumMod val="85000"/>
                    <a:lumOff val="15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6200000" scaled="1"/>
              <a:tileRect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B652704E-07EE-0DA3-AF60-20C072B51B70}"/>
                </a:ext>
              </a:extLst>
            </p:cNvPr>
            <p:cNvSpPr/>
            <p:nvPr/>
          </p:nvSpPr>
          <p:spPr>
            <a:xfrm rot="9587691">
              <a:off x="4921668" y="3055044"/>
              <a:ext cx="996744" cy="763630"/>
            </a:xfrm>
            <a:prstGeom prst="blockArc">
              <a:avLst>
                <a:gd name="adj1" fmla="val 8139243"/>
                <a:gd name="adj2" fmla="val 20220737"/>
                <a:gd name="adj3" fmla="val 7571"/>
              </a:avLst>
            </a:prstGeom>
            <a:gradFill>
              <a:gsLst>
                <a:gs pos="0">
                  <a:schemeClr val="bg2">
                    <a:lumMod val="1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386C8503-7DDE-B16E-1969-A4AB83457803}"/>
                </a:ext>
              </a:extLst>
            </p:cNvPr>
            <p:cNvSpPr/>
            <p:nvPr/>
          </p:nvSpPr>
          <p:spPr>
            <a:xfrm>
              <a:off x="4394108" y="2975264"/>
              <a:ext cx="935181" cy="1226126"/>
            </a:xfrm>
            <a:prstGeom prst="parallelogram">
              <a:avLst>
                <a:gd name="adj" fmla="val 40686"/>
              </a:avLst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3C360B0-08E1-CD55-79E1-D6E9751F42A4}"/>
                </a:ext>
              </a:extLst>
            </p:cNvPr>
            <p:cNvSpPr/>
            <p:nvPr/>
          </p:nvSpPr>
          <p:spPr>
            <a:xfrm rot="5400000">
              <a:off x="5992956" y="1929247"/>
              <a:ext cx="588816" cy="2216727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Top Corners One Rounded and One Snipped 4">
              <a:extLst>
                <a:ext uri="{FF2B5EF4-FFF2-40B4-BE49-F238E27FC236}">
                  <a16:creationId xmlns:a16="http://schemas.microsoft.com/office/drawing/2014/main" id="{53F30009-856C-5C11-013C-1957C4DCD5E5}"/>
                </a:ext>
              </a:extLst>
            </p:cNvPr>
            <p:cNvSpPr/>
            <p:nvPr/>
          </p:nvSpPr>
          <p:spPr>
            <a:xfrm>
              <a:off x="4405745" y="2618510"/>
              <a:ext cx="2216727" cy="713509"/>
            </a:xfrm>
            <a:prstGeom prst="snip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3B55F4-22A7-CB89-EFB3-17BDFF94139C}"/>
                </a:ext>
              </a:extLst>
            </p:cNvPr>
            <p:cNvSpPr/>
            <p:nvPr/>
          </p:nvSpPr>
          <p:spPr>
            <a:xfrm>
              <a:off x="8011710" y="2638515"/>
              <a:ext cx="45719" cy="139064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DFEE9F-6863-0ACB-DD62-3D5B93C1299E}"/>
                </a:ext>
              </a:extLst>
            </p:cNvPr>
            <p:cNvSpPr/>
            <p:nvPr/>
          </p:nvSpPr>
          <p:spPr>
            <a:xfrm>
              <a:off x="7269789" y="2755908"/>
              <a:ext cx="169236" cy="28952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E79F6E1-3FE6-8B8D-7474-D5BFE2B1B69B}"/>
                </a:ext>
              </a:extLst>
            </p:cNvPr>
            <p:cNvSpPr/>
            <p:nvPr/>
          </p:nvSpPr>
          <p:spPr>
            <a:xfrm>
              <a:off x="6535707" y="2761075"/>
              <a:ext cx="164474" cy="555616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DA6A5FF-4262-A943-039C-36A657F9FFF7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63" y="2849619"/>
              <a:ext cx="1489055" cy="0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Diagonal Stripe 28">
              <a:extLst>
                <a:ext uri="{FF2B5EF4-FFF2-40B4-BE49-F238E27FC236}">
                  <a16:creationId xmlns:a16="http://schemas.microsoft.com/office/drawing/2014/main" id="{5B8A1A96-FA75-F501-C2E4-502F784E332B}"/>
                </a:ext>
              </a:extLst>
            </p:cNvPr>
            <p:cNvSpPr/>
            <p:nvPr/>
          </p:nvSpPr>
          <p:spPr>
            <a:xfrm>
              <a:off x="4227444" y="2906412"/>
              <a:ext cx="421181" cy="298726"/>
            </a:xfrm>
            <a:prstGeom prst="diagStripe">
              <a:avLst/>
            </a:prstGeom>
            <a:gradFill>
              <a:gsLst>
                <a:gs pos="42000">
                  <a:schemeClr val="bg2">
                    <a:lumMod val="10000"/>
                  </a:schemeClr>
                </a:gs>
                <a:gs pos="0">
                  <a:schemeClr val="bg2">
                    <a:lumMod val="2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0FD8184-606C-BA0F-B9A7-8818333D1C36}"/>
                </a:ext>
              </a:extLst>
            </p:cNvPr>
            <p:cNvCxnSpPr>
              <a:cxnSpLocks/>
            </p:cNvCxnSpPr>
            <p:nvPr/>
          </p:nvCxnSpPr>
          <p:spPr>
            <a:xfrm>
              <a:off x="6762750" y="2941638"/>
              <a:ext cx="1627167" cy="0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7894641-93F8-A991-114C-795CB4E7C0B0}"/>
                </a:ext>
              </a:extLst>
            </p:cNvPr>
            <p:cNvCxnSpPr>
              <a:cxnSpLocks/>
            </p:cNvCxnSpPr>
            <p:nvPr/>
          </p:nvCxnSpPr>
          <p:spPr>
            <a:xfrm>
              <a:off x="6900862" y="3036587"/>
              <a:ext cx="1489055" cy="0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: Top Corners Snipped 34">
              <a:extLst>
                <a:ext uri="{FF2B5EF4-FFF2-40B4-BE49-F238E27FC236}">
                  <a16:creationId xmlns:a16="http://schemas.microsoft.com/office/drawing/2014/main" id="{695BA46A-7D51-026A-5667-33E13336BA10}"/>
                </a:ext>
              </a:extLst>
            </p:cNvPr>
            <p:cNvSpPr/>
            <p:nvPr/>
          </p:nvSpPr>
          <p:spPr>
            <a:xfrm>
              <a:off x="5269894" y="2538375"/>
              <a:ext cx="856224" cy="75532"/>
            </a:xfrm>
            <a:prstGeom prst="snip2SameRect">
              <a:avLst/>
            </a:prstGeom>
            <a:gradFill flip="none" rotWithShape="1">
              <a:gsLst>
                <a:gs pos="21000">
                  <a:schemeClr val="tx1">
                    <a:lumMod val="95000"/>
                    <a:lumOff val="5000"/>
                  </a:schemeClr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18900000" scaled="1"/>
              <a:tileRect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: Top Corners Snipped 36">
              <a:extLst>
                <a:ext uri="{FF2B5EF4-FFF2-40B4-BE49-F238E27FC236}">
                  <a16:creationId xmlns:a16="http://schemas.microsoft.com/office/drawing/2014/main" id="{CD7198EF-C1FF-3FE1-63A0-4FA5D46C5193}"/>
                </a:ext>
              </a:extLst>
            </p:cNvPr>
            <p:cNvSpPr/>
            <p:nvPr/>
          </p:nvSpPr>
          <p:spPr>
            <a:xfrm>
              <a:off x="5447796" y="2803689"/>
              <a:ext cx="1037126" cy="236538"/>
            </a:xfrm>
            <a:prstGeom prst="snip2Same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6E7BA184-1E37-8DBD-C6A5-918C9175B2BF}"/>
                </a:ext>
              </a:extLst>
            </p:cNvPr>
            <p:cNvSpPr/>
            <p:nvPr/>
          </p:nvSpPr>
          <p:spPr>
            <a:xfrm>
              <a:off x="4665307" y="3174568"/>
              <a:ext cx="2308719" cy="106386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A569C22E-F6E9-C121-80D2-F65E78B4E37C}"/>
                </a:ext>
              </a:extLst>
            </p:cNvPr>
            <p:cNvSpPr/>
            <p:nvPr/>
          </p:nvSpPr>
          <p:spPr>
            <a:xfrm>
              <a:off x="5576677" y="2804812"/>
              <a:ext cx="185773" cy="231775"/>
            </a:xfrm>
            <a:prstGeom prst="parallelogram">
              <a:avLst/>
            </a:prstGeom>
            <a:gradFill>
              <a:gsLst>
                <a:gs pos="42000">
                  <a:schemeClr val="bg2">
                    <a:lumMod val="10000"/>
                  </a:schemeClr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3F4645C-C72B-D9EB-ADA3-38F525C54134}"/>
                </a:ext>
              </a:extLst>
            </p:cNvPr>
            <p:cNvSpPr/>
            <p:nvPr/>
          </p:nvSpPr>
          <p:spPr>
            <a:xfrm>
              <a:off x="5891331" y="2804812"/>
              <a:ext cx="185773" cy="231775"/>
            </a:xfrm>
            <a:prstGeom prst="parallelogram">
              <a:avLst/>
            </a:prstGeom>
            <a:gradFill>
              <a:gsLst>
                <a:gs pos="42000">
                  <a:schemeClr val="bg2">
                    <a:lumMod val="10000"/>
                  </a:schemeClr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3B1C8FE1-0B65-2840-E4C5-B26092DAD85B}"/>
                </a:ext>
              </a:extLst>
            </p:cNvPr>
            <p:cNvSpPr/>
            <p:nvPr/>
          </p:nvSpPr>
          <p:spPr>
            <a:xfrm>
              <a:off x="6205849" y="2804812"/>
              <a:ext cx="185773" cy="231775"/>
            </a:xfrm>
            <a:prstGeom prst="parallelogram">
              <a:avLst/>
            </a:prstGeom>
            <a:gradFill>
              <a:gsLst>
                <a:gs pos="42000">
                  <a:schemeClr val="bg2">
                    <a:lumMod val="10000"/>
                  </a:schemeClr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Diagonal Stripe 27">
              <a:extLst>
                <a:ext uri="{FF2B5EF4-FFF2-40B4-BE49-F238E27FC236}">
                  <a16:creationId xmlns:a16="http://schemas.microsoft.com/office/drawing/2014/main" id="{99901A20-D337-D0A3-B868-C29C453D11D9}"/>
                </a:ext>
              </a:extLst>
            </p:cNvPr>
            <p:cNvSpPr/>
            <p:nvPr/>
          </p:nvSpPr>
          <p:spPr>
            <a:xfrm>
              <a:off x="4224900" y="3054495"/>
              <a:ext cx="684864" cy="474806"/>
            </a:xfrm>
            <a:prstGeom prst="diagStripe">
              <a:avLst/>
            </a:prstGeom>
            <a:gradFill>
              <a:gsLst>
                <a:gs pos="38000">
                  <a:schemeClr val="bg2">
                    <a:lumMod val="10000"/>
                  </a:schemeClr>
                </a:gs>
                <a:gs pos="0">
                  <a:schemeClr val="bg2">
                    <a:lumMod val="25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47498CC4-65ED-1EB0-F1C8-DA75E7EBE816}"/>
                </a:ext>
              </a:extLst>
            </p:cNvPr>
            <p:cNvSpPr/>
            <p:nvPr/>
          </p:nvSpPr>
          <p:spPr>
            <a:xfrm>
              <a:off x="7065043" y="3169516"/>
              <a:ext cx="226124" cy="106386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: Top Corners One Rounded and One Snipped 45">
              <a:extLst>
                <a:ext uri="{FF2B5EF4-FFF2-40B4-BE49-F238E27FC236}">
                  <a16:creationId xmlns:a16="http://schemas.microsoft.com/office/drawing/2014/main" id="{706CA588-9A12-D90F-66CE-5FE56E88DBC3}"/>
                </a:ext>
              </a:extLst>
            </p:cNvPr>
            <p:cNvSpPr/>
            <p:nvPr/>
          </p:nvSpPr>
          <p:spPr>
            <a:xfrm flipH="1">
              <a:off x="4282411" y="4083339"/>
              <a:ext cx="754759" cy="202709"/>
            </a:xfrm>
            <a:prstGeom prst="snipRoundRect">
              <a:avLst>
                <a:gd name="adj1" fmla="val 16667"/>
                <a:gd name="adj2" fmla="val 50000"/>
              </a:avLst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02A9773-BCF0-66C3-5E14-2DF3FFD16125}"/>
                </a:ext>
              </a:extLst>
            </p:cNvPr>
            <p:cNvSpPr/>
            <p:nvPr/>
          </p:nvSpPr>
          <p:spPr>
            <a:xfrm rot="17223735">
              <a:off x="4436785" y="3642117"/>
              <a:ext cx="561624" cy="106386"/>
            </a:xfrm>
            <a:prstGeom prst="roundRect">
              <a:avLst/>
            </a:prstGeom>
            <a:gradFill>
              <a:gsLst>
                <a:gs pos="0">
                  <a:schemeClr val="tx1">
                    <a:lumMod val="95000"/>
                    <a:lumOff val="5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CF9F07DB-AB0E-40B6-A622-6A7B7A198194}"/>
                </a:ext>
              </a:extLst>
            </p:cNvPr>
            <p:cNvSpPr/>
            <p:nvPr/>
          </p:nvSpPr>
          <p:spPr>
            <a:xfrm rot="17223735">
              <a:off x="4650885" y="3642117"/>
              <a:ext cx="561624" cy="106386"/>
            </a:xfrm>
            <a:prstGeom prst="roundRect">
              <a:avLst/>
            </a:prstGeom>
            <a:gradFill>
              <a:gsLst>
                <a:gs pos="0">
                  <a:schemeClr val="tx1">
                    <a:lumMod val="95000"/>
                    <a:lumOff val="5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5400000" scaled="1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82817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AC93D7-17EF-4F42-9383-81470999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0EBD2107-8B51-8153-A124-DB398F0B064E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aser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blaster</a:t>
            </a:r>
          </a:p>
        </p:txBody>
      </p:sp>
      <p:pic>
        <p:nvPicPr>
          <p:cNvPr id="18" name="Graphic 17" descr="Boxing Glove outline">
            <a:extLst>
              <a:ext uri="{FF2B5EF4-FFF2-40B4-BE49-F238E27FC236}">
                <a16:creationId xmlns:a16="http://schemas.microsoft.com/office/drawing/2014/main" id="{DA68B2D7-8BE7-754C-89D8-B37E0EB723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2787" y="526713"/>
            <a:ext cx="5091113" cy="509111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0407AC76-7A2B-F26F-DB1D-C1976D9D1B16}"/>
                  </a:ext>
                </a:extLst>
              </p14:cNvPr>
              <p14:cNvContentPartPr/>
              <p14:nvPr/>
            </p14:nvContentPartPr>
            <p14:xfrm>
              <a:off x="4619460" y="1761975"/>
              <a:ext cx="152640" cy="3808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0407AC76-7A2B-F26F-DB1D-C1976D9D1B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29460" y="1581975"/>
                <a:ext cx="332280" cy="74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5169A76-C032-4FD1-F5A3-076E71879970}"/>
                  </a:ext>
                </a:extLst>
              </p14:cNvPr>
              <p14:cNvContentPartPr/>
              <p14:nvPr/>
            </p14:nvContentPartPr>
            <p14:xfrm>
              <a:off x="4524060" y="1361655"/>
              <a:ext cx="2658960" cy="17265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5169A76-C032-4FD1-F5A3-076E7187997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34048" y="1181693"/>
                <a:ext cx="2838624" cy="20861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E8921D2-DDB9-5D3A-5B38-34CFC8BED9A8}"/>
                  </a:ext>
                </a:extLst>
              </p14:cNvPr>
              <p14:cNvContentPartPr/>
              <p14:nvPr/>
            </p14:nvContentPartPr>
            <p14:xfrm>
              <a:off x="4712700" y="1527615"/>
              <a:ext cx="2457360" cy="17244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E8921D2-DDB9-5D3A-5B38-34CFC8BED9A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22700" y="1347577"/>
                <a:ext cx="2637000" cy="20841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43E08865-41A5-DF0F-7754-A97AEA48C268}"/>
                  </a:ext>
                </a:extLst>
              </p14:cNvPr>
              <p14:cNvContentPartPr/>
              <p14:nvPr/>
            </p14:nvContentPartPr>
            <p14:xfrm>
              <a:off x="4448820" y="2378655"/>
              <a:ext cx="2753280" cy="13752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43E08865-41A5-DF0F-7754-A97AEA48C2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58820" y="2198655"/>
                <a:ext cx="2932920" cy="173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753A64DF-080C-2C14-6C5B-4C3156B74CFC}"/>
                  </a:ext>
                </a:extLst>
              </p14:cNvPr>
              <p14:cNvContentPartPr/>
              <p14:nvPr/>
            </p14:nvContentPartPr>
            <p14:xfrm>
              <a:off x="4997820" y="4053015"/>
              <a:ext cx="1965600" cy="8715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753A64DF-080C-2C14-6C5B-4C3156B74CF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907820" y="3873015"/>
                <a:ext cx="2145240" cy="123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F790653-14EB-E8B4-F26A-E62A2E393FC0}"/>
                  </a:ext>
                </a:extLst>
              </p14:cNvPr>
              <p14:cNvContentPartPr/>
              <p14:nvPr/>
            </p14:nvContentPartPr>
            <p14:xfrm>
              <a:off x="5248020" y="4095495"/>
              <a:ext cx="360" cy="3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F790653-14EB-E8B4-F26A-E62A2E393FC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158020" y="3915495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54797F6E-AB53-5A4C-E79C-BB9DDF62E9D4}"/>
                  </a:ext>
                </a:extLst>
              </p14:cNvPr>
              <p14:cNvContentPartPr/>
              <p14:nvPr/>
            </p14:nvContentPartPr>
            <p14:xfrm>
              <a:off x="4568700" y="1965230"/>
              <a:ext cx="6840" cy="1717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54797F6E-AB53-5A4C-E79C-BB9DDF62E9D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32700" y="1929230"/>
                <a:ext cx="7848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CFF6002-1C5E-CEA7-60B7-7DCF2E6F5518}"/>
                  </a:ext>
                </a:extLst>
              </p14:cNvPr>
              <p14:cNvContentPartPr/>
              <p14:nvPr/>
            </p14:nvContentPartPr>
            <p14:xfrm>
              <a:off x="4578060" y="1958750"/>
              <a:ext cx="7200" cy="1206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CFF6002-1C5E-CEA7-60B7-7DCF2E6F551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542060" y="1922642"/>
                <a:ext cx="78840" cy="192454"/>
              </a:xfrm>
              <a:prstGeom prst="rect">
                <a:avLst/>
              </a:prstGeom>
            </p:spPr>
          </p:pic>
        </mc:Fallback>
      </mc:AlternateContent>
      <p:sp>
        <p:nvSpPr>
          <p:cNvPr id="73" name="Arc 72">
            <a:extLst>
              <a:ext uri="{FF2B5EF4-FFF2-40B4-BE49-F238E27FC236}">
                <a16:creationId xmlns:a16="http://schemas.microsoft.com/office/drawing/2014/main" id="{884A655E-9182-D573-4185-A6162FCA1DC7}"/>
              </a:ext>
            </a:extLst>
          </p:cNvPr>
          <p:cNvSpPr/>
          <p:nvPr/>
        </p:nvSpPr>
        <p:spPr>
          <a:xfrm>
            <a:off x="5028960" y="1182860"/>
            <a:ext cx="389302" cy="1792980"/>
          </a:xfrm>
          <a:prstGeom prst="arc">
            <a:avLst>
              <a:gd name="adj1" fmla="val 16200000"/>
              <a:gd name="adj2" fmla="val 21235961"/>
            </a:avLst>
          </a:prstGeom>
          <a:noFill/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BA9CF27-405E-DDFF-64EF-014117E79926}"/>
              </a:ext>
            </a:extLst>
          </p:cNvPr>
          <p:cNvSpPr/>
          <p:nvPr/>
        </p:nvSpPr>
        <p:spPr>
          <a:xfrm>
            <a:off x="5658777" y="1176995"/>
            <a:ext cx="389302" cy="1792980"/>
          </a:xfrm>
          <a:prstGeom prst="arc">
            <a:avLst>
              <a:gd name="adj1" fmla="val 16200000"/>
              <a:gd name="adj2" fmla="val 5042107"/>
            </a:avLst>
          </a:prstGeom>
          <a:noFill/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c 74">
            <a:extLst>
              <a:ext uri="{FF2B5EF4-FFF2-40B4-BE49-F238E27FC236}">
                <a16:creationId xmlns:a16="http://schemas.microsoft.com/office/drawing/2014/main" id="{8701D94A-BB11-F01A-F7BA-C0D0EAFA1097}"/>
              </a:ext>
            </a:extLst>
          </p:cNvPr>
          <p:cNvSpPr/>
          <p:nvPr/>
        </p:nvSpPr>
        <p:spPr>
          <a:xfrm>
            <a:off x="6311959" y="1154600"/>
            <a:ext cx="389302" cy="1792980"/>
          </a:xfrm>
          <a:prstGeom prst="arc">
            <a:avLst>
              <a:gd name="adj1" fmla="val 16200000"/>
              <a:gd name="adj2" fmla="val 5042107"/>
            </a:avLst>
          </a:prstGeom>
          <a:noFill/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5FD477-7937-F706-FA28-F34CC40E464B}"/>
              </a:ext>
            </a:extLst>
          </p:cNvPr>
          <p:cNvSpPr/>
          <p:nvPr/>
        </p:nvSpPr>
        <p:spPr>
          <a:xfrm>
            <a:off x="4881798" y="1625059"/>
            <a:ext cx="279568" cy="273346"/>
          </a:xfrm>
          <a:prstGeom prst="rect">
            <a:avLst/>
          </a:prstGeom>
          <a:solidFill>
            <a:schemeClr val="tx2">
              <a:lumMod val="7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B4A3C9-87C7-CA5A-105C-C4CE63B88F9F}"/>
              </a:ext>
            </a:extLst>
          </p:cNvPr>
          <p:cNvSpPr/>
          <p:nvPr/>
        </p:nvSpPr>
        <p:spPr>
          <a:xfrm>
            <a:off x="5587874" y="1625059"/>
            <a:ext cx="279568" cy="273346"/>
          </a:xfrm>
          <a:prstGeom prst="rect">
            <a:avLst/>
          </a:prstGeom>
          <a:solidFill>
            <a:schemeClr val="tx2">
              <a:lumMod val="7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584983-DC10-7986-FCDA-7F0ABF6E3E3B}"/>
              </a:ext>
            </a:extLst>
          </p:cNvPr>
          <p:cNvSpPr/>
          <p:nvPr/>
        </p:nvSpPr>
        <p:spPr>
          <a:xfrm>
            <a:off x="6223780" y="1625059"/>
            <a:ext cx="279568" cy="273346"/>
          </a:xfrm>
          <a:prstGeom prst="rect">
            <a:avLst/>
          </a:prstGeom>
          <a:solidFill>
            <a:schemeClr val="tx2">
              <a:lumMod val="7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4A1282-8EB9-9916-3C2D-53076BB0A397}"/>
              </a:ext>
            </a:extLst>
          </p:cNvPr>
          <p:cNvSpPr/>
          <p:nvPr/>
        </p:nvSpPr>
        <p:spPr>
          <a:xfrm>
            <a:off x="6831886" y="1625059"/>
            <a:ext cx="279568" cy="273346"/>
          </a:xfrm>
          <a:prstGeom prst="rect">
            <a:avLst/>
          </a:prstGeom>
          <a:solidFill>
            <a:schemeClr val="tx2">
              <a:lumMod val="75000"/>
            </a:schemeClr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F35E81A-A555-D3D5-FEA3-AC4F2F447124}"/>
              </a:ext>
            </a:extLst>
          </p:cNvPr>
          <p:cNvSpPr/>
          <p:nvPr/>
        </p:nvSpPr>
        <p:spPr>
          <a:xfrm>
            <a:off x="4978439" y="3326483"/>
            <a:ext cx="1965600" cy="29916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EF5067-9776-032D-FEBF-EDFAA6A0D89F}"/>
              </a:ext>
            </a:extLst>
          </p:cNvPr>
          <p:cNvSpPr/>
          <p:nvPr/>
        </p:nvSpPr>
        <p:spPr>
          <a:xfrm>
            <a:off x="5961239" y="1297203"/>
            <a:ext cx="646407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C62A56-0ED2-F804-021C-C51DD7F33B59}"/>
              </a:ext>
            </a:extLst>
          </p:cNvPr>
          <p:cNvSpPr/>
          <p:nvPr/>
        </p:nvSpPr>
        <p:spPr>
          <a:xfrm>
            <a:off x="6607646" y="1295296"/>
            <a:ext cx="370011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673F61-9347-7EE8-1915-AE08C8353357}"/>
              </a:ext>
            </a:extLst>
          </p:cNvPr>
          <p:cNvSpPr/>
          <p:nvPr/>
        </p:nvSpPr>
        <p:spPr>
          <a:xfrm>
            <a:off x="5304517" y="1292491"/>
            <a:ext cx="646407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617CC09-4035-5EAA-BAB3-E5D1FFB1A58E}"/>
              </a:ext>
            </a:extLst>
          </p:cNvPr>
          <p:cNvSpPr/>
          <p:nvPr/>
        </p:nvSpPr>
        <p:spPr>
          <a:xfrm>
            <a:off x="4872719" y="1292491"/>
            <a:ext cx="421483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FB4DA98-B0C4-62DF-D060-2A52960CF391}"/>
              </a:ext>
            </a:extLst>
          </p:cNvPr>
          <p:cNvSpPr/>
          <p:nvPr/>
        </p:nvSpPr>
        <p:spPr>
          <a:xfrm>
            <a:off x="6036669" y="2195307"/>
            <a:ext cx="646407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522B5F2-A1EA-ADA2-4ECC-D931DB74CBE7}"/>
              </a:ext>
            </a:extLst>
          </p:cNvPr>
          <p:cNvSpPr/>
          <p:nvPr/>
        </p:nvSpPr>
        <p:spPr>
          <a:xfrm>
            <a:off x="6701261" y="2189224"/>
            <a:ext cx="545898" cy="4571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A7C578A-BEB1-3D89-CCAC-8511094B3A6E}"/>
              </a:ext>
            </a:extLst>
          </p:cNvPr>
          <p:cNvSpPr/>
          <p:nvPr/>
        </p:nvSpPr>
        <p:spPr>
          <a:xfrm>
            <a:off x="5830199" y="2183283"/>
            <a:ext cx="182915" cy="57743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7131172-229B-A100-3DB5-4578791E2754}"/>
              </a:ext>
            </a:extLst>
          </p:cNvPr>
          <p:cNvSpPr/>
          <p:nvPr/>
        </p:nvSpPr>
        <p:spPr>
          <a:xfrm>
            <a:off x="5274984" y="3140889"/>
            <a:ext cx="1372509" cy="89582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ysClr val="windowText" lastClr="000000"/>
                </a:solidFill>
              </a:ln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D787BF-99F0-339A-F606-3EB8CAE7022C}"/>
              </a:ext>
            </a:extLst>
          </p:cNvPr>
          <p:cNvCxnSpPr>
            <a:cxnSpLocks/>
          </p:cNvCxnSpPr>
          <p:nvPr/>
        </p:nvCxnSpPr>
        <p:spPr>
          <a:xfrm flipH="1">
            <a:off x="4882817" y="4301802"/>
            <a:ext cx="744903" cy="384038"/>
          </a:xfrm>
          <a:prstGeom prst="line">
            <a:avLst/>
          </a:prstGeom>
          <a:ln w="889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6E6F5D7-AD96-A7C8-4926-932AF204B734}"/>
              </a:ext>
            </a:extLst>
          </p:cNvPr>
          <p:cNvCxnSpPr>
            <a:cxnSpLocks/>
          </p:cNvCxnSpPr>
          <p:nvPr/>
        </p:nvCxnSpPr>
        <p:spPr>
          <a:xfrm flipH="1">
            <a:off x="4894912" y="4558209"/>
            <a:ext cx="744903" cy="384038"/>
          </a:xfrm>
          <a:prstGeom prst="line">
            <a:avLst/>
          </a:prstGeom>
          <a:ln w="889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91D3BD2-8F9F-B46F-B8A5-4DE3CAD95509}"/>
              </a:ext>
            </a:extLst>
          </p:cNvPr>
          <p:cNvCxnSpPr>
            <a:cxnSpLocks/>
          </p:cNvCxnSpPr>
          <p:nvPr/>
        </p:nvCxnSpPr>
        <p:spPr>
          <a:xfrm flipH="1" flipV="1">
            <a:off x="6317959" y="4564851"/>
            <a:ext cx="744903" cy="384038"/>
          </a:xfrm>
          <a:prstGeom prst="line">
            <a:avLst/>
          </a:prstGeom>
          <a:ln w="889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AFBA68-2DCD-50C6-A306-D9712DEC582D}"/>
              </a:ext>
            </a:extLst>
          </p:cNvPr>
          <p:cNvCxnSpPr>
            <a:cxnSpLocks/>
          </p:cNvCxnSpPr>
          <p:nvPr/>
        </p:nvCxnSpPr>
        <p:spPr>
          <a:xfrm flipH="1" flipV="1">
            <a:off x="6313805" y="4296096"/>
            <a:ext cx="744903" cy="384038"/>
          </a:xfrm>
          <a:prstGeom prst="line">
            <a:avLst/>
          </a:prstGeom>
          <a:ln w="889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ight Triangle 28">
            <a:extLst>
              <a:ext uri="{FF2B5EF4-FFF2-40B4-BE49-F238E27FC236}">
                <a16:creationId xmlns:a16="http://schemas.microsoft.com/office/drawing/2014/main" id="{73D93441-3867-CA30-4F33-A6CC28F530F2}"/>
              </a:ext>
            </a:extLst>
          </p:cNvPr>
          <p:cNvSpPr/>
          <p:nvPr/>
        </p:nvSpPr>
        <p:spPr>
          <a:xfrm rot="10800000">
            <a:off x="6158667" y="4021175"/>
            <a:ext cx="719842" cy="409082"/>
          </a:xfrm>
          <a:prstGeom prst="rtTriangle">
            <a:avLst/>
          </a:prstGeom>
          <a:solidFill>
            <a:schemeClr val="bg2">
              <a:lumMod val="1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ight Triangle 29">
            <a:extLst>
              <a:ext uri="{FF2B5EF4-FFF2-40B4-BE49-F238E27FC236}">
                <a16:creationId xmlns:a16="http://schemas.microsoft.com/office/drawing/2014/main" id="{2030523A-20D1-4D2A-317F-8DD9C4E440A8}"/>
              </a:ext>
            </a:extLst>
          </p:cNvPr>
          <p:cNvSpPr/>
          <p:nvPr/>
        </p:nvSpPr>
        <p:spPr>
          <a:xfrm rot="10800000" flipH="1">
            <a:off x="5075159" y="4021175"/>
            <a:ext cx="719842" cy="409082"/>
          </a:xfrm>
          <a:prstGeom prst="rtTriangle">
            <a:avLst/>
          </a:prstGeom>
          <a:solidFill>
            <a:schemeClr val="bg2">
              <a:lumMod val="1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10B52A4-6DB6-0380-FA4E-EE93F565800A}"/>
              </a:ext>
            </a:extLst>
          </p:cNvPr>
          <p:cNvSpPr/>
          <p:nvPr/>
        </p:nvSpPr>
        <p:spPr>
          <a:xfrm>
            <a:off x="5752768" y="4087875"/>
            <a:ext cx="141996" cy="13537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BFBCC64-588A-81E2-B92B-C29890941F50}"/>
              </a:ext>
            </a:extLst>
          </p:cNvPr>
          <p:cNvSpPr/>
          <p:nvPr/>
        </p:nvSpPr>
        <p:spPr>
          <a:xfrm>
            <a:off x="6072762" y="4087875"/>
            <a:ext cx="141996" cy="13537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Half Frame 33">
            <a:extLst>
              <a:ext uri="{FF2B5EF4-FFF2-40B4-BE49-F238E27FC236}">
                <a16:creationId xmlns:a16="http://schemas.microsoft.com/office/drawing/2014/main" id="{CD02665C-308E-FF50-AC62-EC903FEC486D}"/>
              </a:ext>
            </a:extLst>
          </p:cNvPr>
          <p:cNvSpPr/>
          <p:nvPr/>
        </p:nvSpPr>
        <p:spPr>
          <a:xfrm>
            <a:off x="4274779" y="2078957"/>
            <a:ext cx="485482" cy="488615"/>
          </a:xfrm>
          <a:prstGeom prst="halfFrame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2876FFB-DB1E-7E52-F24D-33B1C3577207}"/>
                  </a:ext>
                </a:extLst>
              </p14:cNvPr>
              <p14:cNvContentPartPr/>
              <p14:nvPr/>
            </p14:nvContentPartPr>
            <p14:xfrm>
              <a:off x="5981640" y="2398320"/>
              <a:ext cx="743400" cy="344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2876FFB-DB1E-7E52-F24D-33B1C357720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909640" y="2254320"/>
                <a:ext cx="887040" cy="63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27983BF-0D54-B7B7-E903-14418254AF5C}"/>
                  </a:ext>
                </a:extLst>
              </p14:cNvPr>
              <p14:cNvContentPartPr/>
              <p14:nvPr/>
            </p14:nvContentPartPr>
            <p14:xfrm>
              <a:off x="6667080" y="2383920"/>
              <a:ext cx="429480" cy="29160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27983BF-0D54-B7B7-E903-14418254AF5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595440" y="2239920"/>
                <a:ext cx="5731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02E577C0-0902-ACD4-4B66-0C034786BE47}"/>
                  </a:ext>
                </a:extLst>
              </p14:cNvPr>
              <p14:cNvContentPartPr/>
              <p14:nvPr/>
            </p14:nvContentPartPr>
            <p14:xfrm>
              <a:off x="7147320" y="2357280"/>
              <a:ext cx="9360" cy="50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02E577C0-0902-ACD4-4B66-0C034786BE4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093680" y="2249640"/>
                <a:ext cx="11700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F208EDEB-4D5B-3DE8-2226-97810C6F5FBA}"/>
                  </a:ext>
                </a:extLst>
              </p14:cNvPr>
              <p14:cNvContentPartPr/>
              <p14:nvPr/>
            </p14:nvContentPartPr>
            <p14:xfrm>
              <a:off x="5021160" y="1166400"/>
              <a:ext cx="724680" cy="1609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F208EDEB-4D5B-3DE8-2226-97810C6F5F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003169" y="1130760"/>
                <a:ext cx="760302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FC1EA1D-C1AC-A756-A71E-53325BB9564B}"/>
                  </a:ext>
                </a:extLst>
              </p14:cNvPr>
              <p14:cNvContentPartPr/>
              <p14:nvPr/>
            </p14:nvContentPartPr>
            <p14:xfrm>
              <a:off x="5745480" y="1233000"/>
              <a:ext cx="175680" cy="248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FC1EA1D-C1AC-A756-A71E-53325BB9564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727480" y="1197360"/>
                <a:ext cx="21132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75DEA4-FA87-88FD-D954-557AA0551E72}"/>
                  </a:ext>
                </a:extLst>
              </p14:cNvPr>
              <p14:cNvContentPartPr/>
              <p14:nvPr/>
            </p14:nvContentPartPr>
            <p14:xfrm>
              <a:off x="5920440" y="1233360"/>
              <a:ext cx="703800" cy="252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75DEA4-FA87-88FD-D954-557AA0551E7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02800" y="1197360"/>
                <a:ext cx="73944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2344D65-E845-106C-22F7-3EF4D11C72E8}"/>
                  </a:ext>
                </a:extLst>
              </p14:cNvPr>
              <p14:cNvContentPartPr/>
              <p14:nvPr/>
            </p14:nvContentPartPr>
            <p14:xfrm>
              <a:off x="6110160" y="1203120"/>
              <a:ext cx="443160" cy="3924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2344D65-E845-106C-22F7-3EF4D11C72E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092520" y="1167120"/>
                <a:ext cx="47880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6B60D64B-C082-9F5C-6FAF-5964BB2C7C00}"/>
                  </a:ext>
                </a:extLst>
              </p14:cNvPr>
              <p14:cNvContentPartPr/>
              <p14:nvPr/>
            </p14:nvContentPartPr>
            <p14:xfrm>
              <a:off x="6613800" y="1242000"/>
              <a:ext cx="206640" cy="162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6B60D64B-C082-9F5C-6FAF-5964BB2C7C00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596160" y="1206360"/>
                <a:ext cx="242280" cy="8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1417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F42D0E-33D1-E078-58D4-6182E134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FC5C496-4C70-EE16-2ADC-4856AB5AFDD3}"/>
              </a:ext>
            </a:extLst>
          </p:cNvPr>
          <p:cNvGrpSpPr/>
          <p:nvPr/>
        </p:nvGrpSpPr>
        <p:grpSpPr>
          <a:xfrm>
            <a:off x="2169722" y="745120"/>
            <a:ext cx="7852555" cy="5367759"/>
            <a:chOff x="2245923" y="723850"/>
            <a:chExt cx="7852555" cy="536775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E0A8951-167D-7BB5-8DE9-F0665EC74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 rot="12424501" flipV="1">
              <a:off x="4506523" y="723850"/>
              <a:ext cx="5591955" cy="532521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65839A0-8449-62FB-06B5-B0536EE59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 rot="19854988">
              <a:off x="2245923" y="766392"/>
              <a:ext cx="5591955" cy="5325217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D6C71F6-B6E3-3949-CFC5-35D5339C6540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gloves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8058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AB077C-CC10-5D30-0E04-A1652C03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4AD1AED-7E65-1FB2-2C94-5D81EE1B822B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sticky grenade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F295751-1158-0BF9-6D98-ED4C48033D70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76A043-2523-7FF2-CA00-437F3EBE1E52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1DE594FC-6B7D-2D74-2723-69DD6D447F0E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66000">
                  <a:srgbClr val="002060"/>
                </a:gs>
                <a:gs pos="100000">
                  <a:srgbClr val="0070C0"/>
                </a:gs>
              </a:gsLst>
              <a:path path="circle">
                <a:fillToRect l="50000" t="130000" r="50000" b="-3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FE3CEC-E740-E71C-A5E4-15224A5D986C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007CBB-376D-C9C3-376C-0FC060C31914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91B6814-6EF0-ADD8-7351-64F874FF18E0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57F9DAC-3D41-A095-7089-6030D482AFE9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Plus Sign 17">
              <a:extLst>
                <a:ext uri="{FF2B5EF4-FFF2-40B4-BE49-F238E27FC236}">
                  <a16:creationId xmlns:a16="http://schemas.microsoft.com/office/drawing/2014/main" id="{C81163BB-45F3-323E-2F7D-E3C367E7C0A4}"/>
                </a:ext>
              </a:extLst>
            </p:cNvPr>
            <p:cNvSpPr/>
            <p:nvPr/>
          </p:nvSpPr>
          <p:spPr>
            <a:xfrm>
              <a:off x="4624685" y="2849962"/>
              <a:ext cx="2942630" cy="1162048"/>
            </a:xfrm>
            <a:prstGeom prst="mathPlus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3000">
                  <a:schemeClr val="accent5">
                    <a:lumMod val="0"/>
                    <a:lumOff val="100000"/>
                  </a:schemeClr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2BB751-BB8C-2FAF-9833-382F89BD1A94}"/>
                </a:ext>
              </a:extLst>
            </p:cNvPr>
            <p:cNvGrpSpPr/>
            <p:nvPr/>
          </p:nvGrpSpPr>
          <p:grpSpPr>
            <a:xfrm>
              <a:off x="4686896" y="2088951"/>
              <a:ext cx="932854" cy="923532"/>
              <a:chOff x="4686896" y="2088951"/>
              <a:chExt cx="932854" cy="923532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BAC2AA0-90EA-ECDD-0633-68C01169BD4C}"/>
                  </a:ext>
                </a:extLst>
              </p:cNvPr>
              <p:cNvSpPr/>
              <p:nvPr/>
            </p:nvSpPr>
            <p:spPr>
              <a:xfrm>
                <a:off x="5327650" y="2088951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A78567E-6026-B910-8909-8A948B029C64}"/>
                  </a:ext>
                </a:extLst>
              </p:cNvPr>
              <p:cNvSpPr/>
              <p:nvPr/>
            </p:nvSpPr>
            <p:spPr>
              <a:xfrm>
                <a:off x="4972646" y="2369939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355AB2E-BE28-18CA-90F1-EA733F855B9A}"/>
                  </a:ext>
                </a:extLst>
              </p:cNvPr>
              <p:cNvSpPr/>
              <p:nvPr/>
            </p:nvSpPr>
            <p:spPr>
              <a:xfrm>
                <a:off x="4686896" y="2731495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109AD14-C9D1-9385-0897-116E75F12308}"/>
                </a:ext>
              </a:extLst>
            </p:cNvPr>
            <p:cNvGrpSpPr/>
            <p:nvPr/>
          </p:nvGrpSpPr>
          <p:grpSpPr>
            <a:xfrm flipH="1">
              <a:off x="6572252" y="2088951"/>
              <a:ext cx="932854" cy="923532"/>
              <a:chOff x="4686896" y="2088951"/>
              <a:chExt cx="932854" cy="923532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0824127-7700-C64B-A0AB-9BE591BA1813}"/>
                  </a:ext>
                </a:extLst>
              </p:cNvPr>
              <p:cNvSpPr/>
              <p:nvPr/>
            </p:nvSpPr>
            <p:spPr>
              <a:xfrm>
                <a:off x="5327650" y="2088951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7E769B3-AA1B-6BC6-BFA9-00484AABB7C4}"/>
                  </a:ext>
                </a:extLst>
              </p:cNvPr>
              <p:cNvSpPr/>
              <p:nvPr/>
            </p:nvSpPr>
            <p:spPr>
              <a:xfrm>
                <a:off x="4972646" y="2369939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C31B036-A52B-0566-E2FA-E27AB2B22F7C}"/>
                  </a:ext>
                </a:extLst>
              </p:cNvPr>
              <p:cNvSpPr/>
              <p:nvPr/>
            </p:nvSpPr>
            <p:spPr>
              <a:xfrm>
                <a:off x="4686896" y="2731495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6A7B605-D669-E8AD-A9F5-940A244FF03E}"/>
                </a:ext>
              </a:extLst>
            </p:cNvPr>
            <p:cNvGrpSpPr/>
            <p:nvPr/>
          </p:nvGrpSpPr>
          <p:grpSpPr>
            <a:xfrm flipH="1" flipV="1">
              <a:off x="6572252" y="3845518"/>
              <a:ext cx="932854" cy="923532"/>
              <a:chOff x="4686896" y="2088951"/>
              <a:chExt cx="932854" cy="92353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B60F85D-A70C-331F-2B18-D0860386251F}"/>
                  </a:ext>
                </a:extLst>
              </p:cNvPr>
              <p:cNvSpPr/>
              <p:nvPr/>
            </p:nvSpPr>
            <p:spPr>
              <a:xfrm>
                <a:off x="5327650" y="2088951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1FA467C-567E-05A7-DAC6-1A1563BDB2C0}"/>
                  </a:ext>
                </a:extLst>
              </p:cNvPr>
              <p:cNvSpPr/>
              <p:nvPr/>
            </p:nvSpPr>
            <p:spPr>
              <a:xfrm>
                <a:off x="4972646" y="2369939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2DB35AE-F890-6111-61BA-E54260B39E69}"/>
                  </a:ext>
                </a:extLst>
              </p:cNvPr>
              <p:cNvSpPr/>
              <p:nvPr/>
            </p:nvSpPr>
            <p:spPr>
              <a:xfrm>
                <a:off x="4686896" y="2731495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39DBB20-D62B-28BA-F87D-0BA06A50CC89}"/>
                </a:ext>
              </a:extLst>
            </p:cNvPr>
            <p:cNvGrpSpPr/>
            <p:nvPr/>
          </p:nvGrpSpPr>
          <p:grpSpPr>
            <a:xfrm flipV="1">
              <a:off x="4686896" y="3845518"/>
              <a:ext cx="932854" cy="923532"/>
              <a:chOff x="4686896" y="2088951"/>
              <a:chExt cx="932854" cy="923532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026EBDF-AFB1-B6E5-D203-9C621650B530}"/>
                  </a:ext>
                </a:extLst>
              </p:cNvPr>
              <p:cNvSpPr/>
              <p:nvPr/>
            </p:nvSpPr>
            <p:spPr>
              <a:xfrm>
                <a:off x="5327650" y="2088951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7D0E30F-E3AD-6122-EA7D-3F093340C483}"/>
                  </a:ext>
                </a:extLst>
              </p:cNvPr>
              <p:cNvSpPr/>
              <p:nvPr/>
            </p:nvSpPr>
            <p:spPr>
              <a:xfrm>
                <a:off x="4972646" y="2369939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3C9C2ED-034C-CD5E-598C-63DB3B44C8A1}"/>
                  </a:ext>
                </a:extLst>
              </p:cNvPr>
              <p:cNvSpPr/>
              <p:nvPr/>
            </p:nvSpPr>
            <p:spPr>
              <a:xfrm>
                <a:off x="4686896" y="2731495"/>
                <a:ext cx="292100" cy="280988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0000">
                    <a:schemeClr val="accent5">
                      <a:lumMod val="0"/>
                      <a:lumOff val="100000"/>
                    </a:schemeClr>
                  </a:gs>
                  <a:gs pos="82000">
                    <a:schemeClr val="accent5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43636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BDF0DC-F63F-E5EE-77A1-D7C9E31A9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9FCF94D-CE72-E669-4291-77EF8928C597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smoke grenade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D65B7C7-391D-DED4-B177-813E3CEBBF1D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06D8A27-4DEE-6857-20B8-F9D6DD9E6739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89000"/>
                  </a:schemeClr>
                </a:gs>
                <a:gs pos="61000">
                  <a:schemeClr val="accent3">
                    <a:lumMod val="75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30A3780C-E19A-223F-F360-1367758AA6D4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2000">
                  <a:schemeClr val="accent3">
                    <a:lumMod val="75000"/>
                  </a:schemeClr>
                </a:gs>
                <a:gs pos="64000">
                  <a:schemeClr val="bg2">
                    <a:lumMod val="25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8ADE45-4018-2959-9EF7-ACA223FF51A7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F509B-F3E3-A48A-0E96-84C88D1CEAFA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E6DD0E-47CA-65BF-0574-821360583183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4DFE01D-ADFF-4590-519A-0C16888EB0CB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Cloud 2">
              <a:extLst>
                <a:ext uri="{FF2B5EF4-FFF2-40B4-BE49-F238E27FC236}">
                  <a16:creationId xmlns:a16="http://schemas.microsoft.com/office/drawing/2014/main" id="{E82F144A-F538-E043-3D38-6E945E123306}"/>
                </a:ext>
              </a:extLst>
            </p:cNvPr>
            <p:cNvSpPr/>
            <p:nvPr/>
          </p:nvSpPr>
          <p:spPr>
            <a:xfrm rot="19034709">
              <a:off x="4726011" y="2410018"/>
              <a:ext cx="793750" cy="336923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Cloud 3">
              <a:extLst>
                <a:ext uri="{FF2B5EF4-FFF2-40B4-BE49-F238E27FC236}">
                  <a16:creationId xmlns:a16="http://schemas.microsoft.com/office/drawing/2014/main" id="{F1EFF4D5-3AAB-321B-19BF-022B919EFA41}"/>
                </a:ext>
              </a:extLst>
            </p:cNvPr>
            <p:cNvSpPr/>
            <p:nvPr/>
          </p:nvSpPr>
          <p:spPr>
            <a:xfrm rot="2565291" flipH="1">
              <a:off x="6672240" y="2410019"/>
              <a:ext cx="793750" cy="336923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Cloud 4">
              <a:extLst>
                <a:ext uri="{FF2B5EF4-FFF2-40B4-BE49-F238E27FC236}">
                  <a16:creationId xmlns:a16="http://schemas.microsoft.com/office/drawing/2014/main" id="{B4FED3FE-FFB2-4147-7DDA-EB38F3E11848}"/>
                </a:ext>
              </a:extLst>
            </p:cNvPr>
            <p:cNvSpPr/>
            <p:nvPr/>
          </p:nvSpPr>
          <p:spPr>
            <a:xfrm rot="19034709" flipH="1" flipV="1">
              <a:off x="6672239" y="4111059"/>
              <a:ext cx="793750" cy="336923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loud 5">
              <a:extLst>
                <a:ext uri="{FF2B5EF4-FFF2-40B4-BE49-F238E27FC236}">
                  <a16:creationId xmlns:a16="http://schemas.microsoft.com/office/drawing/2014/main" id="{FF7E525A-530E-01B2-DC24-7B36BB6E6E32}"/>
                </a:ext>
              </a:extLst>
            </p:cNvPr>
            <p:cNvSpPr/>
            <p:nvPr/>
          </p:nvSpPr>
          <p:spPr>
            <a:xfrm rot="2565291" flipV="1">
              <a:off x="4726012" y="4111059"/>
              <a:ext cx="793750" cy="336923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Hexagon 6">
              <a:extLst>
                <a:ext uri="{FF2B5EF4-FFF2-40B4-BE49-F238E27FC236}">
                  <a16:creationId xmlns:a16="http://schemas.microsoft.com/office/drawing/2014/main" id="{D5EC6B9F-2371-7715-4CEA-4A3650A205E7}"/>
                </a:ext>
              </a:extLst>
            </p:cNvPr>
            <p:cNvSpPr/>
            <p:nvPr/>
          </p:nvSpPr>
          <p:spPr>
            <a:xfrm>
              <a:off x="5375370" y="2828925"/>
              <a:ext cx="1415065" cy="1200150"/>
            </a:xfrm>
            <a:prstGeom prst="hexagon">
              <a:avLst/>
            </a:prstGeom>
            <a:gradFill>
              <a:gsLst>
                <a:gs pos="0">
                  <a:schemeClr val="accent3">
                    <a:lumMod val="0"/>
                    <a:lumOff val="100000"/>
                  </a:schemeClr>
                </a:gs>
                <a:gs pos="51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3086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690121-50BD-47F4-2A4B-1C0C2BF6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C78C8E-0BBC-749A-F270-983B8E0F5808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blast grenade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5282BAF-3752-79C6-5C38-83589F6A4945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B707A20-DD0F-D4B1-6096-BF62168FEC4F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>
              <a:gsLst>
                <a:gs pos="76000">
                  <a:schemeClr val="tx1">
                    <a:lumMod val="95000"/>
                    <a:lumOff val="5000"/>
                  </a:schemeClr>
                </a:gs>
                <a:gs pos="100000">
                  <a:schemeClr val="tx1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28E87AB0-35D1-E8E1-6885-8879CBAC2BFE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66000">
                  <a:schemeClr val="bg2">
                    <a:lumMod val="1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55380F3-7567-296C-5781-3626E355542A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410B0D-3085-CC57-0282-887DA1AFAF77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6A9A899-0B62-116D-C06C-EFEE4E68E69D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6D30D3-BD76-3A18-613E-5F102255413E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37A458-EADC-90BB-6753-36BD2DA58D77}"/>
                </a:ext>
              </a:extLst>
            </p:cNvPr>
            <p:cNvSpPr/>
            <p:nvPr/>
          </p:nvSpPr>
          <p:spPr>
            <a:xfrm>
              <a:off x="5375370" y="2828925"/>
              <a:ext cx="1415065" cy="1200150"/>
            </a:xfrm>
            <a:prstGeom prst="ellipse">
              <a:avLst/>
            </a:prstGeom>
            <a:gradFill flip="none" rotWithShape="1">
              <a:gsLst>
                <a:gs pos="20000">
                  <a:srgbClr val="480000"/>
                </a:gs>
                <a:gs pos="77000">
                  <a:srgbClr val="FF0000"/>
                </a:gs>
                <a:gs pos="100000">
                  <a:srgbClr val="FE1E1E"/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" name="Flowchart: Preparation 1">
              <a:extLst>
                <a:ext uri="{FF2B5EF4-FFF2-40B4-BE49-F238E27FC236}">
                  <a16:creationId xmlns:a16="http://schemas.microsoft.com/office/drawing/2014/main" id="{EAB014CE-D2B8-0842-35E9-D3D00D762FDB}"/>
                </a:ext>
              </a:extLst>
            </p:cNvPr>
            <p:cNvSpPr/>
            <p:nvPr/>
          </p:nvSpPr>
          <p:spPr>
            <a:xfrm rot="18739238">
              <a:off x="4733483" y="2429852"/>
              <a:ext cx="755510" cy="241769"/>
            </a:xfrm>
            <a:prstGeom prst="flowChartPreparation">
              <a:avLst/>
            </a:prstGeom>
            <a:gradFill>
              <a:gsLst>
                <a:gs pos="0">
                  <a:srgbClr val="C00000"/>
                </a:gs>
                <a:gs pos="81000">
                  <a:srgbClr val="48000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lowchart: Preparation 14">
              <a:extLst>
                <a:ext uri="{FF2B5EF4-FFF2-40B4-BE49-F238E27FC236}">
                  <a16:creationId xmlns:a16="http://schemas.microsoft.com/office/drawing/2014/main" id="{ACAABA0E-2C4E-7DD0-A44B-10CBAE1E7573}"/>
                </a:ext>
              </a:extLst>
            </p:cNvPr>
            <p:cNvSpPr/>
            <p:nvPr/>
          </p:nvSpPr>
          <p:spPr>
            <a:xfrm rot="2860762" flipH="1">
              <a:off x="6703009" y="2429854"/>
              <a:ext cx="755510" cy="241769"/>
            </a:xfrm>
            <a:prstGeom prst="flowChartPreparation">
              <a:avLst/>
            </a:prstGeom>
            <a:gradFill>
              <a:gsLst>
                <a:gs pos="0">
                  <a:srgbClr val="C00000"/>
                </a:gs>
                <a:gs pos="81000">
                  <a:srgbClr val="48000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lowchart: Preparation 15">
              <a:extLst>
                <a:ext uri="{FF2B5EF4-FFF2-40B4-BE49-F238E27FC236}">
                  <a16:creationId xmlns:a16="http://schemas.microsoft.com/office/drawing/2014/main" id="{6F3881BD-F631-2B02-CB3D-7E199B8C08DF}"/>
                </a:ext>
              </a:extLst>
            </p:cNvPr>
            <p:cNvSpPr/>
            <p:nvPr/>
          </p:nvSpPr>
          <p:spPr>
            <a:xfrm rot="18739238" flipH="1" flipV="1">
              <a:off x="6698939" y="4137894"/>
              <a:ext cx="755510" cy="241769"/>
            </a:xfrm>
            <a:prstGeom prst="flowChartPreparation">
              <a:avLst/>
            </a:prstGeom>
            <a:gradFill>
              <a:gsLst>
                <a:gs pos="0">
                  <a:srgbClr val="C00000"/>
                </a:gs>
                <a:gs pos="81000">
                  <a:srgbClr val="48000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lowchart: Preparation 17">
              <a:extLst>
                <a:ext uri="{FF2B5EF4-FFF2-40B4-BE49-F238E27FC236}">
                  <a16:creationId xmlns:a16="http://schemas.microsoft.com/office/drawing/2014/main" id="{8873C145-1F33-7E10-675F-869DFFD21413}"/>
                </a:ext>
              </a:extLst>
            </p:cNvPr>
            <p:cNvSpPr/>
            <p:nvPr/>
          </p:nvSpPr>
          <p:spPr>
            <a:xfrm rot="2860762" flipV="1">
              <a:off x="4733484" y="4137893"/>
              <a:ext cx="755510" cy="241769"/>
            </a:xfrm>
            <a:prstGeom prst="flowChartPreparation">
              <a:avLst/>
            </a:prstGeom>
            <a:gradFill>
              <a:gsLst>
                <a:gs pos="0">
                  <a:srgbClr val="C00000"/>
                </a:gs>
                <a:gs pos="81000">
                  <a:srgbClr val="48000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8375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E648A-1899-B294-F22F-BB95A6E47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3D45F71-9065-33FB-867E-0EF77DEA8DB4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molly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grenade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C7B439D-2405-A988-814F-662A94476FC8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1BCCB88-5FB5-CDC5-C5EC-F77685A2D353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>
              <a:gsLst>
                <a:gs pos="47000">
                  <a:schemeClr val="accent2"/>
                </a:gs>
                <a:gs pos="100000">
                  <a:schemeClr val="tx1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793A18B7-4499-C237-5A9E-83CF3115735B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47000">
                  <a:schemeClr val="accent4">
                    <a:lumMod val="50000"/>
                  </a:schemeClr>
                </a:gs>
                <a:gs pos="8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F09AE8B-6A0D-730A-85B9-0F8816D5CA8A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D5F199-F268-5CD5-F658-5294785C2B10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6ACCE1B-7D9B-30EB-1BAD-AA260650559C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EB9C2BC-C15A-49C0-388A-6B4A8FDE2FF4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4E6208C-5FF9-81B8-AE0F-3BD9EB86A392}"/>
                </a:ext>
              </a:extLst>
            </p:cNvPr>
            <p:cNvGrpSpPr/>
            <p:nvPr/>
          </p:nvGrpSpPr>
          <p:grpSpPr>
            <a:xfrm>
              <a:off x="5405040" y="2937507"/>
              <a:ext cx="1355725" cy="982982"/>
              <a:chOff x="1214437" y="2788918"/>
              <a:chExt cx="1355725" cy="982982"/>
            </a:xfrm>
          </p:grpSpPr>
          <p:pic>
            <p:nvPicPr>
              <p:cNvPr id="32" name="Graphic 31" descr="Fire with solid fill">
                <a:extLst>
                  <a:ext uri="{FF2B5EF4-FFF2-40B4-BE49-F238E27FC236}">
                    <a16:creationId xmlns:a16="http://schemas.microsoft.com/office/drawing/2014/main" id="{8F0FB75E-8202-F8AF-B8EC-E58DF9DF1F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655762" y="28575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3" name="Graphic 32" descr="Fire with solid fill">
                <a:extLst>
                  <a:ext uri="{FF2B5EF4-FFF2-40B4-BE49-F238E27FC236}">
                    <a16:creationId xmlns:a16="http://schemas.microsoft.com/office/drawing/2014/main" id="{FA754A07-4BE3-605A-CA36-8AF202F9FE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1214437" y="28575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4" name="Graphic 33" descr="Fire with solid fill">
                <a:extLst>
                  <a:ext uri="{FF2B5EF4-FFF2-40B4-BE49-F238E27FC236}">
                    <a16:creationId xmlns:a16="http://schemas.microsoft.com/office/drawing/2014/main" id="{8FD6E767-8571-DABD-C0A7-90E3CE6117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601787" y="2788918"/>
                <a:ext cx="640080" cy="640080"/>
              </a:xfrm>
              <a:prstGeom prst="rect">
                <a:avLst/>
              </a:prstGeom>
            </p:spPr>
          </p:pic>
        </p:grpSp>
        <p:sp>
          <p:nvSpPr>
            <p:cNvPr id="36" name="Flowchart: Display 35">
              <a:extLst>
                <a:ext uri="{FF2B5EF4-FFF2-40B4-BE49-F238E27FC236}">
                  <a16:creationId xmlns:a16="http://schemas.microsoft.com/office/drawing/2014/main" id="{7428D875-EDE0-703F-4EA9-59679A827847}"/>
                </a:ext>
              </a:extLst>
            </p:cNvPr>
            <p:cNvSpPr/>
            <p:nvPr/>
          </p:nvSpPr>
          <p:spPr>
            <a:xfrm rot="2718537">
              <a:off x="4959627" y="2262647"/>
              <a:ext cx="403860" cy="640080"/>
            </a:xfrm>
            <a:prstGeom prst="flowChartDisplay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lowchart: Display 36">
              <a:extLst>
                <a:ext uri="{FF2B5EF4-FFF2-40B4-BE49-F238E27FC236}">
                  <a16:creationId xmlns:a16="http://schemas.microsoft.com/office/drawing/2014/main" id="{F8C418F1-12FD-E8FE-B244-5E7FB3B3DD8C}"/>
                </a:ext>
              </a:extLst>
            </p:cNvPr>
            <p:cNvSpPr/>
            <p:nvPr/>
          </p:nvSpPr>
          <p:spPr>
            <a:xfrm rot="18881463" flipH="1">
              <a:off x="6828515" y="2262647"/>
              <a:ext cx="403860" cy="640080"/>
            </a:xfrm>
            <a:prstGeom prst="flowChartDisplay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lowchart: Display 37">
              <a:extLst>
                <a:ext uri="{FF2B5EF4-FFF2-40B4-BE49-F238E27FC236}">
                  <a16:creationId xmlns:a16="http://schemas.microsoft.com/office/drawing/2014/main" id="{D7BBDC00-6E82-3E09-59F3-3B2E4519114E}"/>
                </a:ext>
              </a:extLst>
            </p:cNvPr>
            <p:cNvSpPr/>
            <p:nvPr/>
          </p:nvSpPr>
          <p:spPr>
            <a:xfrm rot="2718537" flipH="1" flipV="1">
              <a:off x="6828517" y="3955273"/>
              <a:ext cx="403860" cy="640080"/>
            </a:xfrm>
            <a:prstGeom prst="flowChartDisplay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lowchart: Display 38">
              <a:extLst>
                <a:ext uri="{FF2B5EF4-FFF2-40B4-BE49-F238E27FC236}">
                  <a16:creationId xmlns:a16="http://schemas.microsoft.com/office/drawing/2014/main" id="{0DBCC521-DC17-C28C-B484-F1C0F1A2D76A}"/>
                </a:ext>
              </a:extLst>
            </p:cNvPr>
            <p:cNvSpPr/>
            <p:nvPr/>
          </p:nvSpPr>
          <p:spPr>
            <a:xfrm rot="18881463" flipV="1">
              <a:off x="4959626" y="3955274"/>
              <a:ext cx="403860" cy="640080"/>
            </a:xfrm>
            <a:prstGeom prst="flowChartDisplay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8108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0CE66-3704-CFF3-D0ED-789216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C4B62A4-C8E0-8151-9A29-6782EF048877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magnetic grenade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BC57F6-67C2-779F-776F-D6EADF9D430C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188C07-DA44-8E0B-2196-0052A09BD71E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>
              <a:gsLst>
                <a:gs pos="45000">
                  <a:srgbClr val="7030A0"/>
                </a:gs>
                <a:gs pos="100000">
                  <a:schemeClr val="tx1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9AA47C90-52CD-E717-80A8-D84C9AF956F1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rgbClr val="E7478F"/>
                </a:gs>
                <a:gs pos="88000">
                  <a:srgbClr val="7030A0"/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596F93-CF33-F1FF-4200-8BD9F655CB60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52752-5AA4-BCC5-809D-EFF0C92703D4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52A492-F680-7841-DB10-C7D7A2158ECB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91ACD0A-CF21-0D90-7448-2BDB593484B4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rapezoid 35">
              <a:extLst>
                <a:ext uri="{FF2B5EF4-FFF2-40B4-BE49-F238E27FC236}">
                  <a16:creationId xmlns:a16="http://schemas.microsoft.com/office/drawing/2014/main" id="{92527518-8AC1-4DD3-B5EB-AC170DB5E85F}"/>
                </a:ext>
              </a:extLst>
            </p:cNvPr>
            <p:cNvSpPr/>
            <p:nvPr/>
          </p:nvSpPr>
          <p:spPr>
            <a:xfrm rot="2718537">
              <a:off x="4959627" y="2262647"/>
              <a:ext cx="403860" cy="640080"/>
            </a:xfrm>
            <a:prstGeom prst="trapezoid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DF9F266D-9DFA-FCD1-C0CD-FBCAE5E355AE}"/>
                </a:ext>
              </a:extLst>
            </p:cNvPr>
            <p:cNvSpPr/>
            <p:nvPr/>
          </p:nvSpPr>
          <p:spPr>
            <a:xfrm rot="18881463" flipH="1">
              <a:off x="6828515" y="2262647"/>
              <a:ext cx="403860" cy="640080"/>
            </a:xfrm>
            <a:prstGeom prst="trapezoid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rapezoid 37">
              <a:extLst>
                <a:ext uri="{FF2B5EF4-FFF2-40B4-BE49-F238E27FC236}">
                  <a16:creationId xmlns:a16="http://schemas.microsoft.com/office/drawing/2014/main" id="{341527D4-A62C-43FD-F6EF-D621BC1CB12A}"/>
                </a:ext>
              </a:extLst>
            </p:cNvPr>
            <p:cNvSpPr/>
            <p:nvPr/>
          </p:nvSpPr>
          <p:spPr>
            <a:xfrm rot="2718537" flipH="1" flipV="1">
              <a:off x="6828517" y="3955273"/>
              <a:ext cx="403860" cy="640080"/>
            </a:xfrm>
            <a:prstGeom prst="trapezoid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Trapezoid 38">
              <a:extLst>
                <a:ext uri="{FF2B5EF4-FFF2-40B4-BE49-F238E27FC236}">
                  <a16:creationId xmlns:a16="http://schemas.microsoft.com/office/drawing/2014/main" id="{D07251E4-C50E-E241-61FA-D782B82C774A}"/>
                </a:ext>
              </a:extLst>
            </p:cNvPr>
            <p:cNvSpPr/>
            <p:nvPr/>
          </p:nvSpPr>
          <p:spPr>
            <a:xfrm rot="18881463" flipV="1">
              <a:off x="4959626" y="3955274"/>
              <a:ext cx="403860" cy="640080"/>
            </a:xfrm>
            <a:prstGeom prst="trapezoid">
              <a:avLst/>
            </a:prstGeom>
            <a:gradFill>
              <a:gsLst>
                <a:gs pos="42000">
                  <a:srgbClr val="480000"/>
                </a:gs>
                <a:gs pos="100000">
                  <a:srgbClr val="FE1E1E"/>
                </a:gs>
                <a:gs pos="100000">
                  <a:srgbClr val="FE1E1E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" name="Flowchart: Collate 1">
              <a:extLst>
                <a:ext uri="{FF2B5EF4-FFF2-40B4-BE49-F238E27FC236}">
                  <a16:creationId xmlns:a16="http://schemas.microsoft.com/office/drawing/2014/main" id="{D1755D99-17F1-4A98-D057-7BC11C304E7C}"/>
                </a:ext>
              </a:extLst>
            </p:cNvPr>
            <p:cNvSpPr/>
            <p:nvPr/>
          </p:nvSpPr>
          <p:spPr>
            <a:xfrm>
              <a:off x="5553963" y="2871838"/>
              <a:ext cx="1052973" cy="1114319"/>
            </a:xfrm>
            <a:prstGeom prst="flowChartCollate">
              <a:avLst/>
            </a:prstGeom>
            <a:gradFill flip="none" rotWithShape="1">
              <a:gsLst>
                <a:gs pos="37000">
                  <a:srgbClr val="7A1040"/>
                </a:gs>
                <a:gs pos="100000">
                  <a:srgbClr val="E7478F"/>
                </a:gs>
              </a:gsLst>
              <a:path path="circle">
                <a:fillToRect l="100000" b="100000"/>
              </a:path>
              <a:tileRect t="-100000" r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Flowchart: Collate 3">
              <a:extLst>
                <a:ext uri="{FF2B5EF4-FFF2-40B4-BE49-F238E27FC236}">
                  <a16:creationId xmlns:a16="http://schemas.microsoft.com/office/drawing/2014/main" id="{334EF8BF-BBB0-F92C-1D74-6D31C60EFFF0}"/>
                </a:ext>
              </a:extLst>
            </p:cNvPr>
            <p:cNvSpPr/>
            <p:nvPr/>
          </p:nvSpPr>
          <p:spPr>
            <a:xfrm>
              <a:off x="5630162" y="3189286"/>
              <a:ext cx="900573" cy="469846"/>
            </a:xfrm>
            <a:prstGeom prst="flowChartCollate">
              <a:avLst/>
            </a:prstGeom>
            <a:gradFill flip="none" rotWithShape="1">
              <a:gsLst>
                <a:gs pos="37000">
                  <a:srgbClr val="7A1040"/>
                </a:gs>
                <a:gs pos="100000">
                  <a:srgbClr val="E7478F"/>
                </a:gs>
              </a:gsLst>
              <a:path path="circle">
                <a:fillToRect l="100000" b="100000"/>
              </a:path>
              <a:tileRect t="-100000" r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3683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A95-0023-F25C-3AD1-8B5736CDB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1E34BF-7E88-D5C5-F402-4D7B917219C2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Small heal vial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011C672-8CB8-CBB3-930F-A632D4FC19D0}"/>
              </a:ext>
            </a:extLst>
          </p:cNvPr>
          <p:cNvGrpSpPr/>
          <p:nvPr/>
        </p:nvGrpSpPr>
        <p:grpSpPr>
          <a:xfrm>
            <a:off x="5709397" y="470645"/>
            <a:ext cx="773206" cy="5392272"/>
            <a:chOff x="5709397" y="470645"/>
            <a:chExt cx="773206" cy="5392272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9A1D05D5-1957-7EE3-EDE9-C8F2524F56F9}"/>
                </a:ext>
              </a:extLst>
            </p:cNvPr>
            <p:cNvSpPr/>
            <p:nvPr/>
          </p:nvSpPr>
          <p:spPr>
            <a:xfrm>
              <a:off x="5709397" y="995082"/>
              <a:ext cx="773206" cy="4867835"/>
            </a:xfrm>
            <a:prstGeom prst="can">
              <a:avLst>
                <a:gd name="adj" fmla="val 57174"/>
              </a:avLst>
            </a:prstGeom>
            <a:solidFill>
              <a:schemeClr val="bg1">
                <a:lumMod val="8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ylinder 6">
              <a:extLst>
                <a:ext uri="{FF2B5EF4-FFF2-40B4-BE49-F238E27FC236}">
                  <a16:creationId xmlns:a16="http://schemas.microsoft.com/office/drawing/2014/main" id="{E8F7AD3A-63FC-CE55-6A65-214AE30174CB}"/>
                </a:ext>
              </a:extLst>
            </p:cNvPr>
            <p:cNvSpPr/>
            <p:nvPr/>
          </p:nvSpPr>
          <p:spPr>
            <a:xfrm>
              <a:off x="5709397" y="1492624"/>
              <a:ext cx="773206" cy="4370293"/>
            </a:xfrm>
            <a:prstGeom prst="can">
              <a:avLst>
                <a:gd name="adj" fmla="val 57174"/>
              </a:avLst>
            </a:prstGeom>
            <a:gradFill>
              <a:gsLst>
                <a:gs pos="0">
                  <a:srgbClr val="C00000"/>
                </a:gs>
                <a:gs pos="38000">
                  <a:srgbClr val="FE1E1E"/>
                </a:gs>
                <a:gs pos="100000">
                  <a:srgbClr val="48000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lowchart: Connector 10">
              <a:extLst>
                <a:ext uri="{FF2B5EF4-FFF2-40B4-BE49-F238E27FC236}">
                  <a16:creationId xmlns:a16="http://schemas.microsoft.com/office/drawing/2014/main" id="{A7E25F77-B1CC-1389-13AA-016735B59ECC}"/>
                </a:ext>
              </a:extLst>
            </p:cNvPr>
            <p:cNvSpPr/>
            <p:nvPr/>
          </p:nvSpPr>
          <p:spPr>
            <a:xfrm>
              <a:off x="6274173" y="995082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lowchart: Connector 14">
              <a:extLst>
                <a:ext uri="{FF2B5EF4-FFF2-40B4-BE49-F238E27FC236}">
                  <a16:creationId xmlns:a16="http://schemas.microsoft.com/office/drawing/2014/main" id="{6A8C0620-FD3A-288B-4749-7188403146B2}"/>
                </a:ext>
              </a:extLst>
            </p:cNvPr>
            <p:cNvSpPr/>
            <p:nvPr/>
          </p:nvSpPr>
          <p:spPr>
            <a:xfrm>
              <a:off x="5813613" y="900952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lowchart: Connector 15">
              <a:extLst>
                <a:ext uri="{FF2B5EF4-FFF2-40B4-BE49-F238E27FC236}">
                  <a16:creationId xmlns:a16="http://schemas.microsoft.com/office/drawing/2014/main" id="{F99D26BE-B1FD-2458-6F2D-15E72884D090}"/>
                </a:ext>
              </a:extLst>
            </p:cNvPr>
            <p:cNvSpPr/>
            <p:nvPr/>
          </p:nvSpPr>
          <p:spPr>
            <a:xfrm>
              <a:off x="6169958" y="605116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DBEF7152-3020-0F5E-3973-4EC74B289938}"/>
                </a:ext>
              </a:extLst>
            </p:cNvPr>
            <p:cNvSpPr/>
            <p:nvPr/>
          </p:nvSpPr>
          <p:spPr>
            <a:xfrm>
              <a:off x="5813613" y="1452283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35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lowchart: Connector 18">
              <a:extLst>
                <a:ext uri="{FF2B5EF4-FFF2-40B4-BE49-F238E27FC236}">
                  <a16:creationId xmlns:a16="http://schemas.microsoft.com/office/drawing/2014/main" id="{70F4B559-A1DD-637F-ED82-413D17248601}"/>
                </a:ext>
              </a:extLst>
            </p:cNvPr>
            <p:cNvSpPr/>
            <p:nvPr/>
          </p:nvSpPr>
          <p:spPr>
            <a:xfrm>
              <a:off x="6022043" y="1183341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lowchart: Connector 19">
              <a:extLst>
                <a:ext uri="{FF2B5EF4-FFF2-40B4-BE49-F238E27FC236}">
                  <a16:creationId xmlns:a16="http://schemas.microsoft.com/office/drawing/2014/main" id="{D8D232B5-2DBF-2487-AA2A-C16302927D59}"/>
                </a:ext>
              </a:extLst>
            </p:cNvPr>
            <p:cNvSpPr/>
            <p:nvPr/>
          </p:nvSpPr>
          <p:spPr>
            <a:xfrm>
              <a:off x="5781116" y="470645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14455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8E9A13-E93C-7E9D-6E76-3981E15D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16CF434-8D16-628E-8120-A9AE84487DE2}"/>
              </a:ext>
            </a:extLst>
          </p:cNvPr>
          <p:cNvSpPr txBox="1"/>
          <p:nvPr/>
        </p:nvSpPr>
        <p:spPr>
          <a:xfrm>
            <a:off x="171450" y="157381"/>
            <a:ext cx="2235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Speed Boost Battery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09846E8-8911-6556-C073-EE02F935D0B1}"/>
              </a:ext>
            </a:extLst>
          </p:cNvPr>
          <p:cNvGrpSpPr/>
          <p:nvPr/>
        </p:nvGrpSpPr>
        <p:grpSpPr>
          <a:xfrm>
            <a:off x="4331073" y="1109382"/>
            <a:ext cx="3692367" cy="4511488"/>
            <a:chOff x="4331073" y="1109382"/>
            <a:chExt cx="3692367" cy="4511488"/>
          </a:xfrm>
        </p:grpSpPr>
        <p:sp>
          <p:nvSpPr>
            <p:cNvPr id="2" name="Cube 1">
              <a:extLst>
                <a:ext uri="{FF2B5EF4-FFF2-40B4-BE49-F238E27FC236}">
                  <a16:creationId xmlns:a16="http://schemas.microsoft.com/office/drawing/2014/main" id="{1C758324-2940-8F29-E685-49EC87731D12}"/>
                </a:ext>
              </a:extLst>
            </p:cNvPr>
            <p:cNvSpPr/>
            <p:nvPr/>
          </p:nvSpPr>
          <p:spPr>
            <a:xfrm>
              <a:off x="4331073" y="1237129"/>
              <a:ext cx="3529853" cy="4383741"/>
            </a:xfrm>
            <a:prstGeom prst="cube">
              <a:avLst>
                <a:gd name="adj" fmla="val 10362"/>
              </a:avLst>
            </a:prstGeom>
            <a:gradFill flip="none" rotWithShape="1">
              <a:gsLst>
                <a:gs pos="0">
                  <a:srgbClr val="203214"/>
                </a:gs>
                <a:gs pos="35000">
                  <a:schemeClr val="accent6">
                    <a:lumMod val="50000"/>
                  </a:schemeClr>
                </a:gs>
                <a:gs pos="66000">
                  <a:srgbClr val="385623"/>
                </a:gs>
                <a:gs pos="100000">
                  <a:schemeClr val="accent6">
                    <a:lumMod val="7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Beveled 3">
              <a:extLst>
                <a:ext uri="{FF2B5EF4-FFF2-40B4-BE49-F238E27FC236}">
                  <a16:creationId xmlns:a16="http://schemas.microsoft.com/office/drawing/2014/main" id="{687BD947-9975-DF73-19E5-3404DD5BFA54}"/>
                </a:ext>
              </a:extLst>
            </p:cNvPr>
            <p:cNvSpPr/>
            <p:nvPr/>
          </p:nvSpPr>
          <p:spPr>
            <a:xfrm>
              <a:off x="4989979" y="2225488"/>
              <a:ext cx="1814233" cy="2702859"/>
            </a:xfrm>
            <a:prstGeom prst="bevel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91000">
                  <a:schemeClr val="accent6">
                    <a:lumMod val="40000"/>
                    <a:lumOff val="60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F1EBFE6B-C6D0-8F78-9507-4DCDB695AEEE}"/>
                </a:ext>
              </a:extLst>
            </p:cNvPr>
            <p:cNvSpPr/>
            <p:nvPr/>
          </p:nvSpPr>
          <p:spPr>
            <a:xfrm>
              <a:off x="5338483" y="2571749"/>
              <a:ext cx="490819" cy="2020421"/>
            </a:xfrm>
            <a:prstGeom prst="can">
              <a:avLst/>
            </a:prstGeom>
            <a:gradFill flip="none" rotWithShape="1">
              <a:gsLst>
                <a:gs pos="0">
                  <a:schemeClr val="accent4">
                    <a:lumMod val="75000"/>
                  </a:schemeClr>
                </a:gs>
                <a:gs pos="50000">
                  <a:schemeClr val="accent4">
                    <a:lumMod val="60000"/>
                    <a:lumOff val="40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ylinder 12">
              <a:extLst>
                <a:ext uri="{FF2B5EF4-FFF2-40B4-BE49-F238E27FC236}">
                  <a16:creationId xmlns:a16="http://schemas.microsoft.com/office/drawing/2014/main" id="{1F0FB244-2988-16E8-B2BE-56BFC62FA376}"/>
                </a:ext>
              </a:extLst>
            </p:cNvPr>
            <p:cNvSpPr/>
            <p:nvPr/>
          </p:nvSpPr>
          <p:spPr>
            <a:xfrm>
              <a:off x="5950887" y="2571749"/>
              <a:ext cx="490819" cy="2020421"/>
            </a:xfrm>
            <a:prstGeom prst="can">
              <a:avLst/>
            </a:prstGeom>
            <a:gradFill flip="none" rotWithShape="1">
              <a:gsLst>
                <a:gs pos="0">
                  <a:schemeClr val="accent4">
                    <a:lumMod val="75000"/>
                  </a:schemeClr>
                </a:gs>
                <a:gs pos="50000">
                  <a:schemeClr val="accent4">
                    <a:lumMod val="60000"/>
                    <a:lumOff val="40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1A9C999-CEE9-3C0D-B37F-119D1157660A}"/>
                </a:ext>
              </a:extLst>
            </p:cNvPr>
            <p:cNvSpPr/>
            <p:nvPr/>
          </p:nvSpPr>
          <p:spPr>
            <a:xfrm rot="1060581">
              <a:off x="5857879" y="3032311"/>
              <a:ext cx="676835" cy="1089212"/>
            </a:xfrm>
            <a:prstGeom prst="lightningBol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Lightning Bolt 16">
              <a:extLst>
                <a:ext uri="{FF2B5EF4-FFF2-40B4-BE49-F238E27FC236}">
                  <a16:creationId xmlns:a16="http://schemas.microsoft.com/office/drawing/2014/main" id="{5F13640A-2049-0A0D-915F-06E91CFE5878}"/>
                </a:ext>
              </a:extLst>
            </p:cNvPr>
            <p:cNvSpPr/>
            <p:nvPr/>
          </p:nvSpPr>
          <p:spPr>
            <a:xfrm rot="1060581">
              <a:off x="5248878" y="3032312"/>
              <a:ext cx="676835" cy="1089212"/>
            </a:xfrm>
            <a:prstGeom prst="lightningBol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80324271-A8C6-A54E-866E-0211CCEEC6DB}"/>
                </a:ext>
              </a:extLst>
            </p:cNvPr>
            <p:cNvSpPr/>
            <p:nvPr/>
          </p:nvSpPr>
          <p:spPr>
            <a:xfrm>
              <a:off x="5016873" y="1109382"/>
              <a:ext cx="2158253" cy="423583"/>
            </a:xfrm>
            <a:prstGeom prst="cube">
              <a:avLst>
                <a:gd name="adj" fmla="val 55159"/>
              </a:avLst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8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B829987-E461-2DAC-5B5A-D358605BB1F3}"/>
                </a:ext>
              </a:extLst>
            </p:cNvPr>
            <p:cNvSpPr/>
            <p:nvPr/>
          </p:nvSpPr>
          <p:spPr>
            <a:xfrm>
              <a:off x="4757457" y="1721499"/>
              <a:ext cx="2279276" cy="157727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83B90CB-558E-EBF9-9E89-402AF9BAB2AF}"/>
                </a:ext>
              </a:extLst>
            </p:cNvPr>
            <p:cNvSpPr/>
            <p:nvPr/>
          </p:nvSpPr>
          <p:spPr>
            <a:xfrm>
              <a:off x="4757457" y="1954866"/>
              <a:ext cx="2279276" cy="157727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2FA91702-5AD0-D0AD-27C4-0D74CA20F6CD}"/>
                </a:ext>
              </a:extLst>
            </p:cNvPr>
            <p:cNvSpPr/>
            <p:nvPr/>
          </p:nvSpPr>
          <p:spPr>
            <a:xfrm rot="5400000">
              <a:off x="2961305" y="3253782"/>
              <a:ext cx="3206848" cy="142284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A138213-E130-59C4-87BF-23EF575F8893}"/>
                </a:ext>
              </a:extLst>
            </p:cNvPr>
            <p:cNvSpPr/>
            <p:nvPr/>
          </p:nvSpPr>
          <p:spPr>
            <a:xfrm rot="5400000">
              <a:off x="5620434" y="3253781"/>
              <a:ext cx="3206848" cy="142284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L-Shape 27">
              <a:extLst>
                <a:ext uri="{FF2B5EF4-FFF2-40B4-BE49-F238E27FC236}">
                  <a16:creationId xmlns:a16="http://schemas.microsoft.com/office/drawing/2014/main" id="{21ED3531-21D8-161E-92A1-18E918398711}"/>
                </a:ext>
              </a:extLst>
            </p:cNvPr>
            <p:cNvSpPr/>
            <p:nvPr/>
          </p:nvSpPr>
          <p:spPr>
            <a:xfrm>
              <a:off x="4493587" y="5003988"/>
              <a:ext cx="1351400" cy="270620"/>
            </a:xfrm>
            <a:prstGeom prst="corner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7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L-Shape 29">
              <a:extLst>
                <a:ext uri="{FF2B5EF4-FFF2-40B4-BE49-F238E27FC236}">
                  <a16:creationId xmlns:a16="http://schemas.microsoft.com/office/drawing/2014/main" id="{E5650722-D4F2-1497-039F-EE8B29D2DAF2}"/>
                </a:ext>
              </a:extLst>
            </p:cNvPr>
            <p:cNvSpPr/>
            <p:nvPr/>
          </p:nvSpPr>
          <p:spPr>
            <a:xfrm flipH="1">
              <a:off x="5943600" y="5003987"/>
              <a:ext cx="1351400" cy="270620"/>
            </a:xfrm>
            <a:prstGeom prst="corner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7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7B32418-D8DC-3EC7-14A5-99C35ECB904E}"/>
                </a:ext>
              </a:extLst>
            </p:cNvPr>
            <p:cNvSpPr/>
            <p:nvPr/>
          </p:nvSpPr>
          <p:spPr>
            <a:xfrm>
              <a:off x="4757457" y="5350247"/>
              <a:ext cx="2279276" cy="157727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07C1603-1465-0B65-C83C-9F1A8C981911}"/>
                </a:ext>
              </a:extLst>
            </p:cNvPr>
            <p:cNvSpPr/>
            <p:nvPr/>
          </p:nvSpPr>
          <p:spPr>
            <a:xfrm>
              <a:off x="7867396" y="1973493"/>
              <a:ext cx="156044" cy="2753148"/>
            </a:xfrm>
            <a:prstGeom prst="rect">
              <a:avLst/>
            </a:prstGeom>
            <a:solidFill>
              <a:srgbClr val="203214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lowchart: Connector 33">
              <a:extLst>
                <a:ext uri="{FF2B5EF4-FFF2-40B4-BE49-F238E27FC236}">
                  <a16:creationId xmlns:a16="http://schemas.microsoft.com/office/drawing/2014/main" id="{1AD20722-BDFC-99F3-1096-E7AC773A6EFF}"/>
                </a:ext>
              </a:extLst>
            </p:cNvPr>
            <p:cNvSpPr/>
            <p:nvPr/>
          </p:nvSpPr>
          <p:spPr>
            <a:xfrm>
              <a:off x="5513336" y="2603353"/>
              <a:ext cx="147918" cy="45719"/>
            </a:xfrm>
            <a:prstGeom prst="flowChartConnec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lowchart: Connector 34">
              <a:extLst>
                <a:ext uri="{FF2B5EF4-FFF2-40B4-BE49-F238E27FC236}">
                  <a16:creationId xmlns:a16="http://schemas.microsoft.com/office/drawing/2014/main" id="{692D9A9A-A150-C76D-2CCE-56F136BEFF24}"/>
                </a:ext>
              </a:extLst>
            </p:cNvPr>
            <p:cNvSpPr/>
            <p:nvPr/>
          </p:nvSpPr>
          <p:spPr>
            <a:xfrm>
              <a:off x="6122337" y="2603352"/>
              <a:ext cx="147918" cy="45719"/>
            </a:xfrm>
            <a:prstGeom prst="flowChartConnec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86084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7ECE3-4C1D-09A4-AEDC-B4D50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D46E90C-7FBB-F1A1-872F-0EA059ED2B36}"/>
              </a:ext>
            </a:extLst>
          </p:cNvPr>
          <p:cNvSpPr txBox="1"/>
          <p:nvPr/>
        </p:nvSpPr>
        <p:spPr>
          <a:xfrm>
            <a:off x="56029" y="157381"/>
            <a:ext cx="1577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Electric baton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4ECDCB-FCFE-B94E-49F9-5A704DA9A8A0}"/>
              </a:ext>
            </a:extLst>
          </p:cNvPr>
          <p:cNvGrpSpPr/>
          <p:nvPr/>
        </p:nvGrpSpPr>
        <p:grpSpPr>
          <a:xfrm>
            <a:off x="3998356" y="1243852"/>
            <a:ext cx="4206859" cy="5021203"/>
            <a:chOff x="3998356" y="1243852"/>
            <a:chExt cx="4206859" cy="50212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1FEF438-3478-64B6-CC15-A3D7D61F23A1}"/>
                </a:ext>
              </a:extLst>
            </p:cNvPr>
            <p:cNvGrpSpPr/>
            <p:nvPr/>
          </p:nvGrpSpPr>
          <p:grpSpPr>
            <a:xfrm rot="382868">
              <a:off x="3998356" y="2132518"/>
              <a:ext cx="1516750" cy="4132537"/>
              <a:chOff x="4218645" y="2436873"/>
              <a:chExt cx="1516750" cy="4132537"/>
            </a:xfrm>
          </p:grpSpPr>
          <p:sp>
            <p:nvSpPr>
              <p:cNvPr id="3" name="Cylinder 2">
                <a:extLst>
                  <a:ext uri="{FF2B5EF4-FFF2-40B4-BE49-F238E27FC236}">
                    <a16:creationId xmlns:a16="http://schemas.microsoft.com/office/drawing/2014/main" id="{02820697-A966-F192-BBDA-A2B2391FFB34}"/>
                  </a:ext>
                </a:extLst>
              </p:cNvPr>
              <p:cNvSpPr/>
              <p:nvPr/>
            </p:nvSpPr>
            <p:spPr>
              <a:xfrm rot="2029391">
                <a:off x="5175853" y="2436873"/>
                <a:ext cx="400884" cy="4132537"/>
              </a:xfrm>
              <a:prstGeom prst="can">
                <a:avLst/>
              </a:prstGeom>
              <a:gradFill flip="none" rotWithShape="1">
                <a:gsLst>
                  <a:gs pos="62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lin ang="18900000" scaled="1"/>
                <a:tileRect/>
              </a:gra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E9CEFA27-2026-0F4E-8DA7-B8795D470E22}"/>
                  </a:ext>
                </a:extLst>
              </p:cNvPr>
              <p:cNvSpPr/>
              <p:nvPr/>
            </p:nvSpPr>
            <p:spPr>
              <a:xfrm rot="18231384">
                <a:off x="3904960" y="5089239"/>
                <a:ext cx="1863436" cy="429491"/>
              </a:xfrm>
              <a:prstGeom prst="roundRect">
                <a:avLst/>
              </a:prstGeom>
              <a:gradFill>
                <a:gsLst>
                  <a:gs pos="75000">
                    <a:schemeClr val="bg2">
                      <a:lumMod val="2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lin ang="5400000" scaled="1"/>
              </a:gra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6AE7A16B-3582-2C4A-1AB7-2735476E3C2E}"/>
                  </a:ext>
                </a:extLst>
              </p:cNvPr>
              <p:cNvSpPr/>
              <p:nvPr/>
            </p:nvSpPr>
            <p:spPr>
              <a:xfrm rot="12017559">
                <a:off x="4218645" y="5516866"/>
                <a:ext cx="768492" cy="459050"/>
              </a:xfrm>
              <a:prstGeom prst="arc">
                <a:avLst>
                  <a:gd name="adj1" fmla="val 14572103"/>
                  <a:gd name="adj2" fmla="val 2021512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128D2B92-C799-4B09-A33A-3774A4B3F8C7}"/>
                  </a:ext>
                </a:extLst>
              </p:cNvPr>
              <p:cNvSpPr/>
              <p:nvPr/>
            </p:nvSpPr>
            <p:spPr>
              <a:xfrm rot="12017559">
                <a:off x="4347178" y="5325334"/>
                <a:ext cx="768492" cy="459050"/>
              </a:xfrm>
              <a:prstGeom prst="arc">
                <a:avLst>
                  <a:gd name="adj1" fmla="val 14572103"/>
                  <a:gd name="adj2" fmla="val 2021512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85F5203F-53E1-F7E7-081C-82D455765555}"/>
                  </a:ext>
                </a:extLst>
              </p:cNvPr>
              <p:cNvSpPr/>
              <p:nvPr/>
            </p:nvSpPr>
            <p:spPr>
              <a:xfrm rot="12017559">
                <a:off x="4500784" y="5088977"/>
                <a:ext cx="768492" cy="459050"/>
              </a:xfrm>
              <a:prstGeom prst="arc">
                <a:avLst>
                  <a:gd name="adj1" fmla="val 14572103"/>
                  <a:gd name="adj2" fmla="val 2021512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1BAE4D70-E827-CB24-6E9D-168A62E89838}"/>
                  </a:ext>
                </a:extLst>
              </p:cNvPr>
              <p:cNvSpPr/>
              <p:nvPr/>
            </p:nvSpPr>
            <p:spPr>
              <a:xfrm rot="12017559">
                <a:off x="4653271" y="4864604"/>
                <a:ext cx="768492" cy="459050"/>
              </a:xfrm>
              <a:prstGeom prst="arc">
                <a:avLst>
                  <a:gd name="adj1" fmla="val 14572103"/>
                  <a:gd name="adj2" fmla="val 2021512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CF345031-1298-6D01-ACEF-E924B21D017E}"/>
                  </a:ext>
                </a:extLst>
              </p:cNvPr>
              <p:cNvSpPr/>
              <p:nvPr/>
            </p:nvSpPr>
            <p:spPr>
              <a:xfrm rot="12017559">
                <a:off x="4814417" y="4640230"/>
                <a:ext cx="768492" cy="459050"/>
              </a:xfrm>
              <a:prstGeom prst="arc">
                <a:avLst>
                  <a:gd name="adj1" fmla="val 14572103"/>
                  <a:gd name="adj2" fmla="val 2021512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6D739B0-DADD-8A64-E125-8E4253B2AC5D}"/>
                  </a:ext>
                </a:extLst>
              </p:cNvPr>
              <p:cNvSpPr/>
              <p:nvPr/>
            </p:nvSpPr>
            <p:spPr>
              <a:xfrm rot="12017559">
                <a:off x="4966903" y="4394782"/>
                <a:ext cx="768492" cy="459050"/>
              </a:xfrm>
              <a:prstGeom prst="arc">
                <a:avLst>
                  <a:gd name="adj1" fmla="val 14572103"/>
                  <a:gd name="adj2" fmla="val 20042656"/>
                </a:avLst>
              </a:prstGeom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5731F0DE-C5D6-0196-4A03-57E091B3A438}"/>
                </a:ext>
              </a:extLst>
            </p:cNvPr>
            <p:cNvSpPr/>
            <p:nvPr/>
          </p:nvSpPr>
          <p:spPr>
            <a:xfrm rot="13233652">
              <a:off x="6279776" y="1243852"/>
              <a:ext cx="1337983" cy="1786741"/>
            </a:xfrm>
            <a:prstGeom prst="blockArc">
              <a:avLst>
                <a:gd name="adj1" fmla="val 10898246"/>
                <a:gd name="adj2" fmla="val 21444762"/>
                <a:gd name="adj3" fmla="val 16652"/>
              </a:avLst>
            </a:prstGeom>
            <a:gradFill flip="none" rotWithShape="1">
              <a:gsLst>
                <a:gs pos="0">
                  <a:schemeClr val="bg2">
                    <a:lumMod val="10000"/>
                  </a:schemeClr>
                </a:gs>
                <a:gs pos="73000">
                  <a:schemeClr val="bg2">
                    <a:lumMod val="25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13EB6AA2-E376-B51F-BC7B-6AB7D9DC3357}"/>
                </a:ext>
              </a:extLst>
            </p:cNvPr>
            <p:cNvSpPr/>
            <p:nvPr/>
          </p:nvSpPr>
          <p:spPr>
            <a:xfrm>
              <a:off x="6387352" y="1532963"/>
              <a:ext cx="363070" cy="369794"/>
            </a:xfrm>
            <a:prstGeom prst="flowChartConnector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Connector 7">
              <a:extLst>
                <a:ext uri="{FF2B5EF4-FFF2-40B4-BE49-F238E27FC236}">
                  <a16:creationId xmlns:a16="http://schemas.microsoft.com/office/drawing/2014/main" id="{385BDE19-4C3C-00EC-AC97-DFAFE1E6E1B8}"/>
                </a:ext>
              </a:extLst>
            </p:cNvPr>
            <p:cNvSpPr/>
            <p:nvPr/>
          </p:nvSpPr>
          <p:spPr>
            <a:xfrm>
              <a:off x="7265894" y="2217907"/>
              <a:ext cx="363070" cy="369794"/>
            </a:xfrm>
            <a:prstGeom prst="flowChartConnector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Explosion: 14 Points 23">
              <a:extLst>
                <a:ext uri="{FF2B5EF4-FFF2-40B4-BE49-F238E27FC236}">
                  <a16:creationId xmlns:a16="http://schemas.microsoft.com/office/drawing/2014/main" id="{4EC8049E-AC66-6AE9-C80C-EE130906838A}"/>
                </a:ext>
              </a:extLst>
            </p:cNvPr>
            <p:cNvSpPr/>
            <p:nvPr/>
          </p:nvSpPr>
          <p:spPr>
            <a:xfrm rot="2544197">
              <a:off x="6304295" y="1478844"/>
              <a:ext cx="1900920" cy="944702"/>
            </a:xfrm>
            <a:prstGeom prst="irregularSeal2">
              <a:avLst/>
            </a:prstGeom>
            <a:gradFill>
              <a:gsLst>
                <a:gs pos="40000">
                  <a:schemeClr val="accent3">
                    <a:lumMod val="0"/>
                    <a:lumOff val="100000"/>
                  </a:schemeClr>
                </a:gs>
                <a:gs pos="66000">
                  <a:schemeClr val="accent5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61666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5C5811-3080-CE43-B160-E9AFD018B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B52E971-189A-01BD-2B34-0DF66E6975F9}"/>
              </a:ext>
            </a:extLst>
          </p:cNvPr>
          <p:cNvSpPr txBox="1"/>
          <p:nvPr/>
        </p:nvSpPr>
        <p:spPr>
          <a:xfrm>
            <a:off x="56029" y="157381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Detonator mine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1313918-9DC9-6471-A036-4664D94ADC0F}"/>
              </a:ext>
            </a:extLst>
          </p:cNvPr>
          <p:cNvGrpSpPr/>
          <p:nvPr/>
        </p:nvGrpSpPr>
        <p:grpSpPr>
          <a:xfrm>
            <a:off x="2919132" y="2489756"/>
            <a:ext cx="6353735" cy="1779685"/>
            <a:chOff x="2919132" y="2489756"/>
            <a:chExt cx="6353735" cy="1779685"/>
          </a:xfrm>
        </p:grpSpPr>
        <p:sp>
          <p:nvSpPr>
            <p:cNvPr id="5" name="Flowchart: Magnetic Disk 4">
              <a:extLst>
                <a:ext uri="{FF2B5EF4-FFF2-40B4-BE49-F238E27FC236}">
                  <a16:creationId xmlns:a16="http://schemas.microsoft.com/office/drawing/2014/main" id="{044CA64D-3F7C-C7D4-2CA0-E396550673FD}"/>
                </a:ext>
              </a:extLst>
            </p:cNvPr>
            <p:cNvSpPr/>
            <p:nvPr/>
          </p:nvSpPr>
          <p:spPr>
            <a:xfrm>
              <a:off x="2919132" y="2588559"/>
              <a:ext cx="6353735" cy="1680882"/>
            </a:xfrm>
            <a:prstGeom prst="flowChartMagneticDisk">
              <a:avLst/>
            </a:prstGeom>
            <a:gradFill flip="none" rotWithShape="1">
              <a:gsLst>
                <a:gs pos="0">
                  <a:schemeClr val="bg2">
                    <a:lumMod val="10000"/>
                  </a:schemeClr>
                </a:gs>
                <a:gs pos="79000">
                  <a:schemeClr val="bg2">
                    <a:lumMod val="25000"/>
                  </a:schemeClr>
                </a:gs>
                <a:gs pos="100000">
                  <a:schemeClr val="accent3">
                    <a:lumMod val="7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lowchart: Magnetic Disk 5">
              <a:extLst>
                <a:ext uri="{FF2B5EF4-FFF2-40B4-BE49-F238E27FC236}">
                  <a16:creationId xmlns:a16="http://schemas.microsoft.com/office/drawing/2014/main" id="{0AB8FEC8-D06B-563D-B5A3-260BA6336B97}"/>
                </a:ext>
              </a:extLst>
            </p:cNvPr>
            <p:cNvSpPr/>
            <p:nvPr/>
          </p:nvSpPr>
          <p:spPr>
            <a:xfrm>
              <a:off x="4573119" y="2489756"/>
              <a:ext cx="3045758" cy="412376"/>
            </a:xfrm>
            <a:prstGeom prst="flowChartMagneticDisk">
              <a:avLst/>
            </a:prstGeom>
            <a:gradFill>
              <a:gsLst>
                <a:gs pos="0">
                  <a:srgbClr val="480000"/>
                </a:gs>
                <a:gs pos="96000">
                  <a:srgbClr val="C00000"/>
                </a:gs>
              </a:gsLst>
              <a:path path="circle">
                <a:fillToRect t="100000" r="10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Moon 8">
              <a:extLst>
                <a:ext uri="{FF2B5EF4-FFF2-40B4-BE49-F238E27FC236}">
                  <a16:creationId xmlns:a16="http://schemas.microsoft.com/office/drawing/2014/main" id="{D362133E-ABCE-A293-8D92-3906A8B2FD31}"/>
                </a:ext>
              </a:extLst>
            </p:cNvPr>
            <p:cNvSpPr/>
            <p:nvPr/>
          </p:nvSpPr>
          <p:spPr>
            <a:xfrm flipV="1">
              <a:off x="3052931" y="2695944"/>
              <a:ext cx="1155132" cy="336559"/>
            </a:xfrm>
            <a:prstGeom prst="moon">
              <a:avLst>
                <a:gd name="adj" fmla="val 39312"/>
              </a:avLst>
            </a:prstGeom>
            <a:solidFill>
              <a:srgbClr val="0070C0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 w="381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8" name="Moon 17">
              <a:extLst>
                <a:ext uri="{FF2B5EF4-FFF2-40B4-BE49-F238E27FC236}">
                  <a16:creationId xmlns:a16="http://schemas.microsoft.com/office/drawing/2014/main" id="{C1BF1F3C-136B-8410-FBFE-C611B01D5624}"/>
                </a:ext>
              </a:extLst>
            </p:cNvPr>
            <p:cNvSpPr/>
            <p:nvPr/>
          </p:nvSpPr>
          <p:spPr>
            <a:xfrm flipH="1" flipV="1">
              <a:off x="7983934" y="2695944"/>
              <a:ext cx="1155132" cy="336559"/>
            </a:xfrm>
            <a:prstGeom prst="moon">
              <a:avLst>
                <a:gd name="adj" fmla="val 39312"/>
              </a:avLst>
            </a:prstGeom>
            <a:solidFill>
              <a:srgbClr val="0070C0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 w="38100"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4547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4C30F0-4B26-D473-F50D-CE6C119E8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ADC8AAF9-2219-80E4-F86C-2793B8B875FE}"/>
              </a:ext>
            </a:extLst>
          </p:cNvPr>
          <p:cNvSpPr txBox="1"/>
          <p:nvPr/>
        </p:nvSpPr>
        <p:spPr>
          <a:xfrm>
            <a:off x="56029" y="157381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Metallic Whip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4A12640-01B2-DEA8-A750-2D89E3EEBBFC}"/>
              </a:ext>
            </a:extLst>
          </p:cNvPr>
          <p:cNvGrpSpPr/>
          <p:nvPr/>
        </p:nvGrpSpPr>
        <p:grpSpPr>
          <a:xfrm>
            <a:off x="3708988" y="391108"/>
            <a:ext cx="4774024" cy="6075784"/>
            <a:chOff x="3582872" y="365362"/>
            <a:chExt cx="4774024" cy="6075784"/>
          </a:xfrm>
        </p:grpSpPr>
        <p:sp>
          <p:nvSpPr>
            <p:cNvPr id="49" name="Flowchart: Display 48">
              <a:extLst>
                <a:ext uri="{FF2B5EF4-FFF2-40B4-BE49-F238E27FC236}">
                  <a16:creationId xmlns:a16="http://schemas.microsoft.com/office/drawing/2014/main" id="{C2EB9EC4-5360-1529-A833-60C5D3E9AC12}"/>
                </a:ext>
              </a:extLst>
            </p:cNvPr>
            <p:cNvSpPr/>
            <p:nvPr/>
          </p:nvSpPr>
          <p:spPr>
            <a:xfrm rot="9930777">
              <a:off x="3582872" y="5916494"/>
              <a:ext cx="1301887" cy="367091"/>
            </a:xfrm>
            <a:prstGeom prst="flowChartDisplay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72000">
                  <a:srgbClr val="312F2F"/>
                </a:gs>
                <a:gs pos="39000">
                  <a:schemeClr val="bg2">
                    <a:lumMod val="5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ACDD1E1-AD91-BAFD-D6CB-8E6591A7C163}"/>
                </a:ext>
              </a:extLst>
            </p:cNvPr>
            <p:cNvGrpSpPr/>
            <p:nvPr/>
          </p:nvGrpSpPr>
          <p:grpSpPr>
            <a:xfrm>
              <a:off x="3768798" y="365362"/>
              <a:ext cx="4588098" cy="6075784"/>
              <a:chOff x="3768798" y="365362"/>
              <a:chExt cx="4588098" cy="6075784"/>
            </a:xfrm>
          </p:grpSpPr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C04249DF-65D0-2999-2997-69941D7A4F59}"/>
                  </a:ext>
                </a:extLst>
              </p:cNvPr>
              <p:cNvSpPr/>
              <p:nvPr/>
            </p:nvSpPr>
            <p:spPr>
              <a:xfrm rot="9135788">
                <a:off x="4481678" y="5710396"/>
                <a:ext cx="671266" cy="367091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lowchart: Display 25">
                <a:extLst>
                  <a:ext uri="{FF2B5EF4-FFF2-40B4-BE49-F238E27FC236}">
                    <a16:creationId xmlns:a16="http://schemas.microsoft.com/office/drawing/2014/main" id="{58B203D9-EA07-4BF7-BAC8-E38E0DF60340}"/>
                  </a:ext>
                </a:extLst>
              </p:cNvPr>
              <p:cNvSpPr/>
              <p:nvPr/>
            </p:nvSpPr>
            <p:spPr>
              <a:xfrm rot="8106002">
                <a:off x="4833206" y="5458002"/>
                <a:ext cx="665471" cy="360643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isplay 1">
                <a:extLst>
                  <a:ext uri="{FF2B5EF4-FFF2-40B4-BE49-F238E27FC236}">
                    <a16:creationId xmlns:a16="http://schemas.microsoft.com/office/drawing/2014/main" id="{D952F7D9-1CC7-65D9-1E88-DDC283FED3DC}"/>
                  </a:ext>
                </a:extLst>
              </p:cNvPr>
              <p:cNvSpPr/>
              <p:nvPr/>
            </p:nvSpPr>
            <p:spPr>
              <a:xfrm rot="7194371">
                <a:off x="4810158" y="4882040"/>
                <a:ext cx="1529463" cy="342900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Flowchart: Display 2">
                <a:extLst>
                  <a:ext uri="{FF2B5EF4-FFF2-40B4-BE49-F238E27FC236}">
                    <a16:creationId xmlns:a16="http://schemas.microsoft.com/office/drawing/2014/main" id="{34442166-86B6-2073-33E1-3EE46ED68215}"/>
                  </a:ext>
                </a:extLst>
              </p:cNvPr>
              <p:cNvSpPr/>
              <p:nvPr/>
            </p:nvSpPr>
            <p:spPr>
              <a:xfrm rot="6922515">
                <a:off x="5058788" y="4429883"/>
                <a:ext cx="1529463" cy="342900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Flowchart: Display 3">
                <a:extLst>
                  <a:ext uri="{FF2B5EF4-FFF2-40B4-BE49-F238E27FC236}">
                    <a16:creationId xmlns:a16="http://schemas.microsoft.com/office/drawing/2014/main" id="{3A6978E1-D40C-CFB5-3760-43E881C88632}"/>
                  </a:ext>
                </a:extLst>
              </p:cNvPr>
              <p:cNvSpPr/>
              <p:nvPr/>
            </p:nvSpPr>
            <p:spPr>
              <a:xfrm rot="6577993">
                <a:off x="5364987" y="4178249"/>
                <a:ext cx="1157184" cy="342900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lowchart: Display 6">
                <a:extLst>
                  <a:ext uri="{FF2B5EF4-FFF2-40B4-BE49-F238E27FC236}">
                    <a16:creationId xmlns:a16="http://schemas.microsoft.com/office/drawing/2014/main" id="{E20441F8-D28B-7731-7C6E-B52E3283935D}"/>
                  </a:ext>
                </a:extLst>
              </p:cNvPr>
              <p:cNvSpPr/>
              <p:nvPr/>
            </p:nvSpPr>
            <p:spPr>
              <a:xfrm rot="6107111">
                <a:off x="5529237" y="3550205"/>
                <a:ext cx="1220499" cy="357480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3284CCC-A07A-7E19-534E-F0E78F116228}"/>
                  </a:ext>
                </a:extLst>
              </p:cNvPr>
              <p:cNvSpPr/>
              <p:nvPr/>
            </p:nvSpPr>
            <p:spPr>
              <a:xfrm rot="5662026">
                <a:off x="5624499" y="2932863"/>
                <a:ext cx="1220499" cy="357480"/>
              </a:xfrm>
              <a:prstGeom prst="flowChartDisplay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34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0A058B7B-AB42-52EB-3C36-3A9F19FAC926}"/>
                  </a:ext>
                </a:extLst>
              </p:cNvPr>
              <p:cNvGrpSpPr/>
              <p:nvPr/>
            </p:nvGrpSpPr>
            <p:grpSpPr>
              <a:xfrm>
                <a:off x="5930131" y="365362"/>
                <a:ext cx="2426765" cy="2699389"/>
                <a:chOff x="6182362" y="416853"/>
                <a:chExt cx="2426765" cy="2699389"/>
              </a:xfrm>
            </p:grpSpPr>
            <p:sp>
              <p:nvSpPr>
                <p:cNvPr id="10" name="Flowchart: Display 9">
                  <a:extLst>
                    <a:ext uri="{FF2B5EF4-FFF2-40B4-BE49-F238E27FC236}">
                      <a16:creationId xmlns:a16="http://schemas.microsoft.com/office/drawing/2014/main" id="{257CC632-9F2D-94BC-2387-44AD824E94B7}"/>
                    </a:ext>
                  </a:extLst>
                </p:cNvPr>
                <p:cNvSpPr/>
                <p:nvPr/>
              </p:nvSpPr>
              <p:spPr>
                <a:xfrm rot="5119453">
                  <a:off x="5992408" y="2429811"/>
                  <a:ext cx="1016964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" name="Flowchart: Display 10">
                  <a:extLst>
                    <a:ext uri="{FF2B5EF4-FFF2-40B4-BE49-F238E27FC236}">
                      <a16:creationId xmlns:a16="http://schemas.microsoft.com/office/drawing/2014/main" id="{843F6346-96F8-5B00-5DAC-52E381E63755}"/>
                    </a:ext>
                  </a:extLst>
                </p:cNvPr>
                <p:cNvSpPr/>
                <p:nvPr/>
              </p:nvSpPr>
              <p:spPr>
                <a:xfrm rot="4553656">
                  <a:off x="6113003" y="1908514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Flowchart: Display 11">
                  <a:extLst>
                    <a:ext uri="{FF2B5EF4-FFF2-40B4-BE49-F238E27FC236}">
                      <a16:creationId xmlns:a16="http://schemas.microsoft.com/office/drawing/2014/main" id="{DC9A6E2F-FD33-9C87-0B1F-376914442964}"/>
                    </a:ext>
                  </a:extLst>
                </p:cNvPr>
                <p:cNvSpPr/>
                <p:nvPr/>
              </p:nvSpPr>
              <p:spPr>
                <a:xfrm rot="4979716">
                  <a:off x="6033723" y="1562663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Flowchart: Display 12">
                  <a:extLst>
                    <a:ext uri="{FF2B5EF4-FFF2-40B4-BE49-F238E27FC236}">
                      <a16:creationId xmlns:a16="http://schemas.microsoft.com/office/drawing/2014/main" id="{68657A19-6CA5-CF71-6567-9BCA14DD7236}"/>
                    </a:ext>
                  </a:extLst>
                </p:cNvPr>
                <p:cNvSpPr/>
                <p:nvPr/>
              </p:nvSpPr>
              <p:spPr>
                <a:xfrm rot="6032931">
                  <a:off x="6037669" y="1216812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Flowchart: Display 13">
                  <a:extLst>
                    <a:ext uri="{FF2B5EF4-FFF2-40B4-BE49-F238E27FC236}">
                      <a16:creationId xmlns:a16="http://schemas.microsoft.com/office/drawing/2014/main" id="{FFEFC31B-28E9-6B05-06E5-EDA089DAC746}"/>
                    </a:ext>
                  </a:extLst>
                </p:cNvPr>
                <p:cNvSpPr/>
                <p:nvPr/>
              </p:nvSpPr>
              <p:spPr>
                <a:xfrm rot="7331615">
                  <a:off x="6157811" y="894069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Flowchart: Display 14">
                  <a:extLst>
                    <a:ext uri="{FF2B5EF4-FFF2-40B4-BE49-F238E27FC236}">
                      <a16:creationId xmlns:a16="http://schemas.microsoft.com/office/drawing/2014/main" id="{E49C0327-C344-B0CE-A4A5-1B099B064B56}"/>
                    </a:ext>
                  </a:extLst>
                </p:cNvPr>
                <p:cNvSpPr/>
                <p:nvPr/>
              </p:nvSpPr>
              <p:spPr>
                <a:xfrm rot="8482166">
                  <a:off x="6399942" y="611797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lowchart: Display 15">
                  <a:extLst>
                    <a:ext uri="{FF2B5EF4-FFF2-40B4-BE49-F238E27FC236}">
                      <a16:creationId xmlns:a16="http://schemas.microsoft.com/office/drawing/2014/main" id="{EC93EFEF-543C-4933-3F52-607C2ED66A76}"/>
                    </a:ext>
                  </a:extLst>
                </p:cNvPr>
                <p:cNvSpPr/>
                <p:nvPr/>
              </p:nvSpPr>
              <p:spPr>
                <a:xfrm rot="9836741">
                  <a:off x="6682904" y="452161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lowchart: Display 18">
                  <a:extLst>
                    <a:ext uri="{FF2B5EF4-FFF2-40B4-BE49-F238E27FC236}">
                      <a16:creationId xmlns:a16="http://schemas.microsoft.com/office/drawing/2014/main" id="{CAB92980-78FD-B22F-4D5C-C08E3AE2D0A9}"/>
                    </a:ext>
                  </a:extLst>
                </p:cNvPr>
                <p:cNvSpPr/>
                <p:nvPr/>
              </p:nvSpPr>
              <p:spPr>
                <a:xfrm rot="11190802">
                  <a:off x="7027569" y="416853"/>
                  <a:ext cx="653175" cy="355898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Flowchart: Display 19">
                  <a:extLst>
                    <a:ext uri="{FF2B5EF4-FFF2-40B4-BE49-F238E27FC236}">
                      <a16:creationId xmlns:a16="http://schemas.microsoft.com/office/drawing/2014/main" id="{157B0638-717C-F9ED-1F1E-90E7539BCF46}"/>
                    </a:ext>
                  </a:extLst>
                </p:cNvPr>
                <p:cNvSpPr/>
                <p:nvPr/>
              </p:nvSpPr>
              <p:spPr>
                <a:xfrm rot="11739348">
                  <a:off x="7372235" y="478741"/>
                  <a:ext cx="653175" cy="330699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Flowchart: Display 20">
                  <a:extLst>
                    <a:ext uri="{FF2B5EF4-FFF2-40B4-BE49-F238E27FC236}">
                      <a16:creationId xmlns:a16="http://schemas.microsoft.com/office/drawing/2014/main" id="{B942541C-BF6E-E6D9-4066-76C01C6A101F}"/>
                    </a:ext>
                  </a:extLst>
                </p:cNvPr>
                <p:cNvSpPr/>
                <p:nvPr/>
              </p:nvSpPr>
              <p:spPr>
                <a:xfrm rot="12125902">
                  <a:off x="7679180" y="635186"/>
                  <a:ext cx="591626" cy="296763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Flowchart: Display 21">
                  <a:extLst>
                    <a:ext uri="{FF2B5EF4-FFF2-40B4-BE49-F238E27FC236}">
                      <a16:creationId xmlns:a16="http://schemas.microsoft.com/office/drawing/2014/main" id="{3E9D36C1-64F2-B7A1-7BCF-5E3DEE056E3A}"/>
                    </a:ext>
                  </a:extLst>
                </p:cNvPr>
                <p:cNvSpPr/>
                <p:nvPr/>
              </p:nvSpPr>
              <p:spPr>
                <a:xfrm rot="12947573">
                  <a:off x="7942369" y="839586"/>
                  <a:ext cx="551265" cy="237775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Flowchart: Display 22">
                  <a:extLst>
                    <a:ext uri="{FF2B5EF4-FFF2-40B4-BE49-F238E27FC236}">
                      <a16:creationId xmlns:a16="http://schemas.microsoft.com/office/drawing/2014/main" id="{719BE268-9F07-3340-B92A-0BD5B296D5B0}"/>
                    </a:ext>
                  </a:extLst>
                </p:cNvPr>
                <p:cNvSpPr/>
                <p:nvPr/>
              </p:nvSpPr>
              <p:spPr>
                <a:xfrm rot="13920807">
                  <a:off x="8175306" y="1053788"/>
                  <a:ext cx="465396" cy="233207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Flowchart: Display 23">
                  <a:extLst>
                    <a:ext uri="{FF2B5EF4-FFF2-40B4-BE49-F238E27FC236}">
                      <a16:creationId xmlns:a16="http://schemas.microsoft.com/office/drawing/2014/main" id="{7749E357-B977-CFD5-AA76-AAA833356533}"/>
                    </a:ext>
                  </a:extLst>
                </p:cNvPr>
                <p:cNvSpPr/>
                <p:nvPr/>
              </p:nvSpPr>
              <p:spPr>
                <a:xfrm rot="14788730">
                  <a:off x="8336451" y="1271638"/>
                  <a:ext cx="349318" cy="196034"/>
                </a:xfrm>
                <a:prstGeom prst="flowChartDisplay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34000">
                      <a:schemeClr val="accent3">
                        <a:lumMod val="0"/>
                        <a:lumOff val="100000"/>
                      </a:schemeClr>
                    </a:gs>
                    <a:gs pos="100000">
                      <a:schemeClr val="accent3">
                        <a:lumMod val="100000"/>
                      </a:schemeClr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0" name="Arc 49">
                <a:extLst>
                  <a:ext uri="{FF2B5EF4-FFF2-40B4-BE49-F238E27FC236}">
                    <a16:creationId xmlns:a16="http://schemas.microsoft.com/office/drawing/2014/main" id="{597445FB-4142-6361-B768-0B1C3B686D54}"/>
                  </a:ext>
                </a:extLst>
              </p:cNvPr>
              <p:cNvSpPr/>
              <p:nvPr/>
            </p:nvSpPr>
            <p:spPr>
              <a:xfrm rot="12810072">
                <a:off x="3768798" y="5758930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F0A17D63-3620-5C0E-BA00-C3AFACB386BE}"/>
                  </a:ext>
                </a:extLst>
              </p:cNvPr>
              <p:cNvSpPr/>
              <p:nvPr/>
            </p:nvSpPr>
            <p:spPr>
              <a:xfrm rot="12810072">
                <a:off x="3849281" y="5735172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0CE1B802-FED9-2301-F189-B84E54D0AEE8}"/>
                  </a:ext>
                </a:extLst>
              </p:cNvPr>
              <p:cNvSpPr/>
              <p:nvPr/>
            </p:nvSpPr>
            <p:spPr>
              <a:xfrm rot="12810072">
                <a:off x="3929765" y="5711413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Arc 52">
                <a:extLst>
                  <a:ext uri="{FF2B5EF4-FFF2-40B4-BE49-F238E27FC236}">
                    <a16:creationId xmlns:a16="http://schemas.microsoft.com/office/drawing/2014/main" id="{534D5BE5-759F-3DEE-CAC6-44BD6735CBFF}"/>
                  </a:ext>
                </a:extLst>
              </p:cNvPr>
              <p:cNvSpPr/>
              <p:nvPr/>
            </p:nvSpPr>
            <p:spPr>
              <a:xfrm rot="12810072">
                <a:off x="4013103" y="5692637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234D71B6-E049-935D-4982-C92F66050CD7}"/>
                  </a:ext>
                </a:extLst>
              </p:cNvPr>
              <p:cNvSpPr/>
              <p:nvPr/>
            </p:nvSpPr>
            <p:spPr>
              <a:xfrm rot="12810072">
                <a:off x="4096441" y="5671504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>
                <a:extLst>
                  <a:ext uri="{FF2B5EF4-FFF2-40B4-BE49-F238E27FC236}">
                    <a16:creationId xmlns:a16="http://schemas.microsoft.com/office/drawing/2014/main" id="{FC301598-2B5C-B754-4368-F16EF8F1ADB2}"/>
                  </a:ext>
                </a:extLst>
              </p:cNvPr>
              <p:cNvSpPr/>
              <p:nvPr/>
            </p:nvSpPr>
            <p:spPr>
              <a:xfrm rot="12810072">
                <a:off x="4179779" y="5658679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Arc 55">
                <a:extLst>
                  <a:ext uri="{FF2B5EF4-FFF2-40B4-BE49-F238E27FC236}">
                    <a16:creationId xmlns:a16="http://schemas.microsoft.com/office/drawing/2014/main" id="{8909CBB4-7E0E-C9C2-AD63-71558B8A7579}"/>
                  </a:ext>
                </a:extLst>
              </p:cNvPr>
              <p:cNvSpPr/>
              <p:nvPr/>
            </p:nvSpPr>
            <p:spPr>
              <a:xfrm rot="12810072">
                <a:off x="4275790" y="5634919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Arc 56">
                <a:extLst>
                  <a:ext uri="{FF2B5EF4-FFF2-40B4-BE49-F238E27FC236}">
                    <a16:creationId xmlns:a16="http://schemas.microsoft.com/office/drawing/2014/main" id="{B1C68189-322B-E2D9-158F-317E71722308}"/>
                  </a:ext>
                </a:extLst>
              </p:cNvPr>
              <p:cNvSpPr/>
              <p:nvPr/>
            </p:nvSpPr>
            <p:spPr>
              <a:xfrm rot="12810072">
                <a:off x="4363172" y="5611158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Arc 57">
                <a:extLst>
                  <a:ext uri="{FF2B5EF4-FFF2-40B4-BE49-F238E27FC236}">
                    <a16:creationId xmlns:a16="http://schemas.microsoft.com/office/drawing/2014/main" id="{E7CCADE6-9B29-B1C8-5958-0736FD0F9683}"/>
                  </a:ext>
                </a:extLst>
              </p:cNvPr>
              <p:cNvSpPr/>
              <p:nvPr/>
            </p:nvSpPr>
            <p:spPr>
              <a:xfrm rot="12661509">
                <a:off x="4437402" y="5577751"/>
                <a:ext cx="556260" cy="682216"/>
              </a:xfrm>
              <a:prstGeom prst="arc">
                <a:avLst>
                  <a:gd name="adj1" fmla="val 16200000"/>
                  <a:gd name="adj2" fmla="val 20450621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7977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EE32C-4B3C-DF2D-7C9D-EA108863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623DA0-3B37-A49E-12C4-F8301312C717}"/>
              </a:ext>
            </a:extLst>
          </p:cNvPr>
          <p:cNvSpPr txBox="1"/>
          <p:nvPr/>
        </p:nvSpPr>
        <p:spPr>
          <a:xfrm>
            <a:off x="56029" y="157381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Daggers</a:t>
            </a: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113159D-22F5-1F5B-AE00-750E00BF6CA1}"/>
              </a:ext>
            </a:extLst>
          </p:cNvPr>
          <p:cNvGrpSpPr/>
          <p:nvPr/>
        </p:nvGrpSpPr>
        <p:grpSpPr>
          <a:xfrm>
            <a:off x="3405086" y="342047"/>
            <a:ext cx="4495347" cy="6173906"/>
            <a:chOff x="3405086" y="342047"/>
            <a:chExt cx="4495347" cy="6173906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D6CFEEA5-1EDD-920B-A072-B0BF5028342F}"/>
                </a:ext>
              </a:extLst>
            </p:cNvPr>
            <p:cNvGrpSpPr/>
            <p:nvPr/>
          </p:nvGrpSpPr>
          <p:grpSpPr>
            <a:xfrm>
              <a:off x="3405086" y="342047"/>
              <a:ext cx="3297852" cy="6114166"/>
              <a:chOff x="3462236" y="395561"/>
              <a:chExt cx="3297852" cy="6114166"/>
            </a:xfrm>
          </p:grpSpPr>
          <p:sp>
            <p:nvSpPr>
              <p:cNvPr id="67" name="Flowchart: Manual Input 66">
                <a:extLst>
                  <a:ext uri="{FF2B5EF4-FFF2-40B4-BE49-F238E27FC236}">
                    <a16:creationId xmlns:a16="http://schemas.microsoft.com/office/drawing/2014/main" id="{7A1BF263-D7BD-76F7-0F61-1BC86668B36C}"/>
                  </a:ext>
                </a:extLst>
              </p:cNvPr>
              <p:cNvSpPr/>
              <p:nvPr/>
            </p:nvSpPr>
            <p:spPr>
              <a:xfrm flipH="1">
                <a:off x="4659731" y="395561"/>
                <a:ext cx="773374" cy="3572211"/>
              </a:xfrm>
              <a:prstGeom prst="flowChartManualInput">
                <a:avLst/>
              </a:prstGeom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40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Flowchart: Manual Input 67">
                <a:extLst>
                  <a:ext uri="{FF2B5EF4-FFF2-40B4-BE49-F238E27FC236}">
                    <a16:creationId xmlns:a16="http://schemas.microsoft.com/office/drawing/2014/main" id="{168FF320-7181-D7C9-3597-E5929785C1D5}"/>
                  </a:ext>
                </a:extLst>
              </p:cNvPr>
              <p:cNvSpPr/>
              <p:nvPr/>
            </p:nvSpPr>
            <p:spPr>
              <a:xfrm flipH="1">
                <a:off x="4804289" y="533356"/>
                <a:ext cx="773374" cy="3572211"/>
              </a:xfrm>
              <a:prstGeom prst="flowChartManualInput">
                <a:avLst/>
              </a:prstGeom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40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047651C4-52A5-CC9E-3FBA-D521152F970C}"/>
                  </a:ext>
                </a:extLst>
              </p:cNvPr>
              <p:cNvCxnSpPr/>
              <p:nvPr/>
            </p:nvCxnSpPr>
            <p:spPr>
              <a:xfrm flipH="1">
                <a:off x="5352677" y="1397106"/>
                <a:ext cx="0" cy="2264879"/>
              </a:xfrm>
              <a:prstGeom prst="line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6F126835-178B-ED7B-9D0B-D710A1A931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6492" y="849642"/>
                <a:ext cx="396185" cy="371372"/>
              </a:xfrm>
              <a:prstGeom prst="line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Rectangle: Rounded Corners 70">
                <a:extLst>
                  <a:ext uri="{FF2B5EF4-FFF2-40B4-BE49-F238E27FC236}">
                    <a16:creationId xmlns:a16="http://schemas.microsoft.com/office/drawing/2014/main" id="{7DDEF642-782D-2023-1608-3CD3D512054B}"/>
                  </a:ext>
                </a:extLst>
              </p:cNvPr>
              <p:cNvSpPr/>
              <p:nvPr/>
            </p:nvSpPr>
            <p:spPr>
              <a:xfrm flipH="1">
                <a:off x="4803639" y="4015113"/>
                <a:ext cx="630109" cy="2440639"/>
              </a:xfrm>
              <a:prstGeom prst="roundRect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6000">
                    <a:schemeClr val="tx1">
                      <a:lumMod val="85000"/>
                      <a:lumOff val="15000"/>
                    </a:schemeClr>
                  </a:gs>
                  <a:gs pos="100000">
                    <a:srgbClr val="0F0F0F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Arrow: Chevron 71">
                <a:extLst>
                  <a:ext uri="{FF2B5EF4-FFF2-40B4-BE49-F238E27FC236}">
                    <a16:creationId xmlns:a16="http://schemas.microsoft.com/office/drawing/2014/main" id="{F992FDE4-F5A1-54CF-5FBB-727A4EDE711A}"/>
                  </a:ext>
                </a:extLst>
              </p:cNvPr>
              <p:cNvSpPr/>
              <p:nvPr/>
            </p:nvSpPr>
            <p:spPr>
              <a:xfrm rot="5400000" flipH="1">
                <a:off x="4772430" y="2724194"/>
                <a:ext cx="692525" cy="2763371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Arrow: Chevron 73">
                <a:extLst>
                  <a:ext uri="{FF2B5EF4-FFF2-40B4-BE49-F238E27FC236}">
                    <a16:creationId xmlns:a16="http://schemas.microsoft.com/office/drawing/2014/main" id="{EED9B9A0-E7DE-4FBB-6F4E-1F4E331BB87A}"/>
                  </a:ext>
                </a:extLst>
              </p:cNvPr>
              <p:cNvSpPr/>
              <p:nvPr/>
            </p:nvSpPr>
            <p:spPr>
              <a:xfrm rot="10102118">
                <a:off x="3462236" y="4233011"/>
                <a:ext cx="771497" cy="650829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rapezoid 74">
                <a:extLst>
                  <a:ext uri="{FF2B5EF4-FFF2-40B4-BE49-F238E27FC236}">
                    <a16:creationId xmlns:a16="http://schemas.microsoft.com/office/drawing/2014/main" id="{9BCE119E-C76F-CDDC-4233-2E62BC9B5CF9}"/>
                  </a:ext>
                </a:extLst>
              </p:cNvPr>
              <p:cNvSpPr/>
              <p:nvPr/>
            </p:nvSpPr>
            <p:spPr>
              <a:xfrm flipH="1">
                <a:off x="4580532" y="5924967"/>
                <a:ext cx="1076325" cy="584760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Arc 75">
                <a:extLst>
                  <a:ext uri="{FF2B5EF4-FFF2-40B4-BE49-F238E27FC236}">
                    <a16:creationId xmlns:a16="http://schemas.microsoft.com/office/drawing/2014/main" id="{F6B1DA23-12B3-264C-89C7-C764C943D82C}"/>
                  </a:ext>
                </a:extLst>
              </p:cNvPr>
              <p:cNvSpPr/>
              <p:nvPr/>
            </p:nvSpPr>
            <p:spPr>
              <a:xfrm rot="14632918" flipH="1">
                <a:off x="4734373" y="3430515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Arc 76">
                <a:extLst>
                  <a:ext uri="{FF2B5EF4-FFF2-40B4-BE49-F238E27FC236}">
                    <a16:creationId xmlns:a16="http://schemas.microsoft.com/office/drawing/2014/main" id="{5C816891-91B6-AA9C-ECF3-359EC5BD218C}"/>
                  </a:ext>
                </a:extLst>
              </p:cNvPr>
              <p:cNvSpPr/>
              <p:nvPr/>
            </p:nvSpPr>
            <p:spPr>
              <a:xfrm rot="14632918" flipH="1">
                <a:off x="4734373" y="3686011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Arc 77">
                <a:extLst>
                  <a:ext uri="{FF2B5EF4-FFF2-40B4-BE49-F238E27FC236}">
                    <a16:creationId xmlns:a16="http://schemas.microsoft.com/office/drawing/2014/main" id="{B0007DA9-2FF1-A852-EE46-3DDCE370532B}"/>
                  </a:ext>
                </a:extLst>
              </p:cNvPr>
              <p:cNvSpPr/>
              <p:nvPr/>
            </p:nvSpPr>
            <p:spPr>
              <a:xfrm rot="14632918" flipH="1">
                <a:off x="4734373" y="3941508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Arc 78">
                <a:extLst>
                  <a:ext uri="{FF2B5EF4-FFF2-40B4-BE49-F238E27FC236}">
                    <a16:creationId xmlns:a16="http://schemas.microsoft.com/office/drawing/2014/main" id="{F5BB5622-A3C9-5CDA-F683-553B72382BDB}"/>
                  </a:ext>
                </a:extLst>
              </p:cNvPr>
              <p:cNvSpPr/>
              <p:nvPr/>
            </p:nvSpPr>
            <p:spPr>
              <a:xfrm rot="14632918" flipH="1">
                <a:off x="4734373" y="4186850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C3E6A1A3-02DF-05C5-D5B7-57306AC2051D}"/>
                  </a:ext>
                </a:extLst>
              </p:cNvPr>
              <p:cNvSpPr/>
              <p:nvPr/>
            </p:nvSpPr>
            <p:spPr>
              <a:xfrm flipH="1">
                <a:off x="4580533" y="6280910"/>
                <a:ext cx="1076325" cy="134553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Trapezoid 80">
                <a:extLst>
                  <a:ext uri="{FF2B5EF4-FFF2-40B4-BE49-F238E27FC236}">
                    <a16:creationId xmlns:a16="http://schemas.microsoft.com/office/drawing/2014/main" id="{6D6FB002-6A2A-0892-3F2F-E6426B21EC3B}"/>
                  </a:ext>
                </a:extLst>
              </p:cNvPr>
              <p:cNvSpPr/>
              <p:nvPr/>
            </p:nvSpPr>
            <p:spPr>
              <a:xfrm flipH="1">
                <a:off x="4580534" y="6052093"/>
                <a:ext cx="1076325" cy="134553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Arrow: Chevron 81">
                <a:extLst>
                  <a:ext uri="{FF2B5EF4-FFF2-40B4-BE49-F238E27FC236}">
                    <a16:creationId xmlns:a16="http://schemas.microsoft.com/office/drawing/2014/main" id="{FDF23F26-F2A9-FBE8-8B3A-BC8EDBEC42B3}"/>
                  </a:ext>
                </a:extLst>
              </p:cNvPr>
              <p:cNvSpPr/>
              <p:nvPr/>
            </p:nvSpPr>
            <p:spPr>
              <a:xfrm rot="11497882" flipH="1">
                <a:off x="5988591" y="4233011"/>
                <a:ext cx="771497" cy="650829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A590ADF-2D53-DC40-1DCB-AAFC7AE664B4}"/>
                </a:ext>
              </a:extLst>
            </p:cNvPr>
            <p:cNvGrpSpPr/>
            <p:nvPr/>
          </p:nvGrpSpPr>
          <p:grpSpPr>
            <a:xfrm>
              <a:off x="4602581" y="401787"/>
              <a:ext cx="3297852" cy="6114166"/>
              <a:chOff x="3462236" y="395561"/>
              <a:chExt cx="3297852" cy="6114166"/>
            </a:xfrm>
          </p:grpSpPr>
          <p:sp>
            <p:nvSpPr>
              <p:cNvPr id="85" name="Flowchart: Manual Input 84">
                <a:extLst>
                  <a:ext uri="{FF2B5EF4-FFF2-40B4-BE49-F238E27FC236}">
                    <a16:creationId xmlns:a16="http://schemas.microsoft.com/office/drawing/2014/main" id="{7B8C3C12-3D19-D3DB-8B44-57332FFDCA08}"/>
                  </a:ext>
                </a:extLst>
              </p:cNvPr>
              <p:cNvSpPr/>
              <p:nvPr/>
            </p:nvSpPr>
            <p:spPr>
              <a:xfrm flipH="1">
                <a:off x="4659731" y="395561"/>
                <a:ext cx="773374" cy="3572211"/>
              </a:xfrm>
              <a:prstGeom prst="flowChartManualInput">
                <a:avLst/>
              </a:prstGeom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40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lowchart: Manual Input 85">
                <a:extLst>
                  <a:ext uri="{FF2B5EF4-FFF2-40B4-BE49-F238E27FC236}">
                    <a16:creationId xmlns:a16="http://schemas.microsoft.com/office/drawing/2014/main" id="{D4B85844-ECEB-D301-F528-D23F5769DA48}"/>
                  </a:ext>
                </a:extLst>
              </p:cNvPr>
              <p:cNvSpPr/>
              <p:nvPr/>
            </p:nvSpPr>
            <p:spPr>
              <a:xfrm flipH="1">
                <a:off x="4804289" y="533356"/>
                <a:ext cx="773374" cy="3572211"/>
              </a:xfrm>
              <a:prstGeom prst="flowChartManualInput">
                <a:avLst/>
              </a:prstGeom>
              <a:gradFill flip="none" rotWithShape="1"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40000">
                    <a:schemeClr val="accent3">
                      <a:lumMod val="0"/>
                      <a:lumOff val="100000"/>
                    </a:schemeClr>
                  </a:gs>
                  <a:gs pos="100000">
                    <a:schemeClr val="accent3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FD7664D7-8CC9-B25B-AF46-8079ACCAE3EB}"/>
                  </a:ext>
                </a:extLst>
              </p:cNvPr>
              <p:cNvCxnSpPr/>
              <p:nvPr/>
            </p:nvCxnSpPr>
            <p:spPr>
              <a:xfrm flipH="1">
                <a:off x="5352677" y="1397106"/>
                <a:ext cx="0" cy="2264879"/>
              </a:xfrm>
              <a:prstGeom prst="line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98B255FF-332A-6BCF-9087-14A9E4C8F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6492" y="849642"/>
                <a:ext cx="396185" cy="371372"/>
              </a:xfrm>
              <a:prstGeom prst="line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BECB6356-ED67-3873-31BE-8D2D8D1F8B68}"/>
                  </a:ext>
                </a:extLst>
              </p:cNvPr>
              <p:cNvSpPr/>
              <p:nvPr/>
            </p:nvSpPr>
            <p:spPr>
              <a:xfrm flipH="1">
                <a:off x="4803639" y="4015113"/>
                <a:ext cx="630109" cy="2440639"/>
              </a:xfrm>
              <a:prstGeom prst="roundRect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6000">
                    <a:schemeClr val="tx1">
                      <a:lumMod val="85000"/>
                      <a:lumOff val="15000"/>
                    </a:schemeClr>
                  </a:gs>
                  <a:gs pos="100000">
                    <a:srgbClr val="0F0F0F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Arrow: Chevron 89">
                <a:extLst>
                  <a:ext uri="{FF2B5EF4-FFF2-40B4-BE49-F238E27FC236}">
                    <a16:creationId xmlns:a16="http://schemas.microsoft.com/office/drawing/2014/main" id="{63981D12-0E1B-B072-77E7-6467E46F5FD0}"/>
                  </a:ext>
                </a:extLst>
              </p:cNvPr>
              <p:cNvSpPr/>
              <p:nvPr/>
            </p:nvSpPr>
            <p:spPr>
              <a:xfrm rot="5400000" flipH="1">
                <a:off x="4772430" y="2724194"/>
                <a:ext cx="692525" cy="2763371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Arrow: Chevron 90">
                <a:extLst>
                  <a:ext uri="{FF2B5EF4-FFF2-40B4-BE49-F238E27FC236}">
                    <a16:creationId xmlns:a16="http://schemas.microsoft.com/office/drawing/2014/main" id="{1F6FD7C8-CE64-A389-AC89-667857F7DAFC}"/>
                  </a:ext>
                </a:extLst>
              </p:cNvPr>
              <p:cNvSpPr/>
              <p:nvPr/>
            </p:nvSpPr>
            <p:spPr>
              <a:xfrm rot="10102118">
                <a:off x="3462236" y="4233011"/>
                <a:ext cx="771497" cy="650829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Trapezoid 91">
                <a:extLst>
                  <a:ext uri="{FF2B5EF4-FFF2-40B4-BE49-F238E27FC236}">
                    <a16:creationId xmlns:a16="http://schemas.microsoft.com/office/drawing/2014/main" id="{8699A0E5-8298-9376-DC2C-F92497AD30DF}"/>
                  </a:ext>
                </a:extLst>
              </p:cNvPr>
              <p:cNvSpPr/>
              <p:nvPr/>
            </p:nvSpPr>
            <p:spPr>
              <a:xfrm flipH="1">
                <a:off x="4580532" y="5924967"/>
                <a:ext cx="1076325" cy="584760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Arc 92">
                <a:extLst>
                  <a:ext uri="{FF2B5EF4-FFF2-40B4-BE49-F238E27FC236}">
                    <a16:creationId xmlns:a16="http://schemas.microsoft.com/office/drawing/2014/main" id="{D545E7A0-1F3C-F6BD-3890-7560424D53F2}"/>
                  </a:ext>
                </a:extLst>
              </p:cNvPr>
              <p:cNvSpPr/>
              <p:nvPr/>
            </p:nvSpPr>
            <p:spPr>
              <a:xfrm rot="14632918" flipH="1">
                <a:off x="4734373" y="3430515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Arc 93">
                <a:extLst>
                  <a:ext uri="{FF2B5EF4-FFF2-40B4-BE49-F238E27FC236}">
                    <a16:creationId xmlns:a16="http://schemas.microsoft.com/office/drawing/2014/main" id="{20B12851-107F-4E07-FF36-08D3C626C8C4}"/>
                  </a:ext>
                </a:extLst>
              </p:cNvPr>
              <p:cNvSpPr/>
              <p:nvPr/>
            </p:nvSpPr>
            <p:spPr>
              <a:xfrm rot="14632918" flipH="1">
                <a:off x="4734373" y="3686011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id="{1878098D-1043-4DC7-0540-76EB8A0B5B88}"/>
                  </a:ext>
                </a:extLst>
              </p:cNvPr>
              <p:cNvSpPr/>
              <p:nvPr/>
            </p:nvSpPr>
            <p:spPr>
              <a:xfrm rot="14632918" flipH="1">
                <a:off x="4734373" y="3941508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Arc 95">
                <a:extLst>
                  <a:ext uri="{FF2B5EF4-FFF2-40B4-BE49-F238E27FC236}">
                    <a16:creationId xmlns:a16="http://schemas.microsoft.com/office/drawing/2014/main" id="{6BA32E64-C0A8-38D3-7AE6-2FF0B28851F7}"/>
                  </a:ext>
                </a:extLst>
              </p:cNvPr>
              <p:cNvSpPr/>
              <p:nvPr/>
            </p:nvSpPr>
            <p:spPr>
              <a:xfrm rot="14632918" flipH="1">
                <a:off x="4734373" y="4186850"/>
                <a:ext cx="863445" cy="1027995"/>
              </a:xfrm>
              <a:prstGeom prst="arc">
                <a:avLst>
                  <a:gd name="adj1" fmla="val 17328157"/>
                  <a:gd name="adj2" fmla="val 693512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rapezoid 96">
                <a:extLst>
                  <a:ext uri="{FF2B5EF4-FFF2-40B4-BE49-F238E27FC236}">
                    <a16:creationId xmlns:a16="http://schemas.microsoft.com/office/drawing/2014/main" id="{27F0CB7A-330E-BA5F-FAF9-7B932751CBB2}"/>
                  </a:ext>
                </a:extLst>
              </p:cNvPr>
              <p:cNvSpPr/>
              <p:nvPr/>
            </p:nvSpPr>
            <p:spPr>
              <a:xfrm flipH="1">
                <a:off x="4580533" y="6280910"/>
                <a:ext cx="1076325" cy="134553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Trapezoid 97">
                <a:extLst>
                  <a:ext uri="{FF2B5EF4-FFF2-40B4-BE49-F238E27FC236}">
                    <a16:creationId xmlns:a16="http://schemas.microsoft.com/office/drawing/2014/main" id="{BF2FE256-0322-DE66-B8C6-CC35BAC02B14}"/>
                  </a:ext>
                </a:extLst>
              </p:cNvPr>
              <p:cNvSpPr/>
              <p:nvPr/>
            </p:nvSpPr>
            <p:spPr>
              <a:xfrm flipH="1">
                <a:off x="4580534" y="6052093"/>
                <a:ext cx="1076325" cy="134553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Arrow: Chevron 98">
                <a:extLst>
                  <a:ext uri="{FF2B5EF4-FFF2-40B4-BE49-F238E27FC236}">
                    <a16:creationId xmlns:a16="http://schemas.microsoft.com/office/drawing/2014/main" id="{5DEF22F1-86B1-C6CE-BD79-66C21AC2E9C4}"/>
                  </a:ext>
                </a:extLst>
              </p:cNvPr>
              <p:cNvSpPr/>
              <p:nvPr/>
            </p:nvSpPr>
            <p:spPr>
              <a:xfrm rot="11497882" flipH="1">
                <a:off x="5988591" y="4233011"/>
                <a:ext cx="771497" cy="650829"/>
              </a:xfrm>
              <a:prstGeom prst="chevron">
                <a:avLst/>
              </a:prstGeom>
              <a:gradFill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49000">
                    <a:schemeClr val="bg2">
                      <a:lumMod val="50000"/>
                    </a:schemeClr>
                  </a:gs>
                  <a:gs pos="77000">
                    <a:schemeClr val="bg2">
                      <a:lumMod val="2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655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B5F5B-B25D-7DBF-85AB-BF5BE6C34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D5B9780-F2C0-9550-0E01-6C1144FFD477}"/>
              </a:ext>
            </a:extLst>
          </p:cNvPr>
          <p:cNvSpPr txBox="1"/>
          <p:nvPr/>
        </p:nvSpPr>
        <p:spPr>
          <a:xfrm>
            <a:off x="171450" y="157381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Passive health regen vial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8C68A6C-9BF0-DA0B-3F8A-97C518E0D319}"/>
              </a:ext>
            </a:extLst>
          </p:cNvPr>
          <p:cNvGrpSpPr/>
          <p:nvPr/>
        </p:nvGrpSpPr>
        <p:grpSpPr>
          <a:xfrm>
            <a:off x="5709397" y="470645"/>
            <a:ext cx="773206" cy="5392272"/>
            <a:chOff x="5709397" y="470645"/>
            <a:chExt cx="773206" cy="5392272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CF5D90EE-7DA6-46E0-50D1-8E0AF82D4E85}"/>
                </a:ext>
              </a:extLst>
            </p:cNvPr>
            <p:cNvSpPr/>
            <p:nvPr/>
          </p:nvSpPr>
          <p:spPr>
            <a:xfrm>
              <a:off x="5709397" y="995082"/>
              <a:ext cx="773206" cy="4867835"/>
            </a:xfrm>
            <a:prstGeom prst="can">
              <a:avLst>
                <a:gd name="adj" fmla="val 57174"/>
              </a:avLst>
            </a:prstGeom>
            <a:solidFill>
              <a:schemeClr val="bg1">
                <a:lumMod val="8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Cylinder 6">
              <a:extLst>
                <a:ext uri="{FF2B5EF4-FFF2-40B4-BE49-F238E27FC236}">
                  <a16:creationId xmlns:a16="http://schemas.microsoft.com/office/drawing/2014/main" id="{78D50ED5-7D1C-53F9-AD7D-A782E9E5C3DD}"/>
                </a:ext>
              </a:extLst>
            </p:cNvPr>
            <p:cNvSpPr/>
            <p:nvPr/>
          </p:nvSpPr>
          <p:spPr>
            <a:xfrm>
              <a:off x="5709397" y="1492624"/>
              <a:ext cx="773206" cy="4370293"/>
            </a:xfrm>
            <a:prstGeom prst="can">
              <a:avLst>
                <a:gd name="adj" fmla="val 57174"/>
              </a:avLst>
            </a:prstGeom>
            <a:gradFill>
              <a:gsLst>
                <a:gs pos="100000">
                  <a:srgbClr val="7030A0"/>
                </a:gs>
                <a:gs pos="49000">
                  <a:srgbClr val="E7478F"/>
                </a:gs>
                <a:gs pos="0">
                  <a:srgbClr val="FF0000">
                    <a:tint val="23500"/>
                    <a:satMod val="160000"/>
                  </a:srgb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lowchart: Connector 10">
              <a:extLst>
                <a:ext uri="{FF2B5EF4-FFF2-40B4-BE49-F238E27FC236}">
                  <a16:creationId xmlns:a16="http://schemas.microsoft.com/office/drawing/2014/main" id="{91474034-9575-D925-420E-63C15266FED9}"/>
                </a:ext>
              </a:extLst>
            </p:cNvPr>
            <p:cNvSpPr/>
            <p:nvPr/>
          </p:nvSpPr>
          <p:spPr>
            <a:xfrm>
              <a:off x="6274173" y="995082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lowchart: Connector 14">
              <a:extLst>
                <a:ext uri="{FF2B5EF4-FFF2-40B4-BE49-F238E27FC236}">
                  <a16:creationId xmlns:a16="http://schemas.microsoft.com/office/drawing/2014/main" id="{97025A2A-F875-59F1-FB07-F15CE4D414A0}"/>
                </a:ext>
              </a:extLst>
            </p:cNvPr>
            <p:cNvSpPr/>
            <p:nvPr/>
          </p:nvSpPr>
          <p:spPr>
            <a:xfrm>
              <a:off x="5813613" y="900952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lowchart: Connector 15">
              <a:extLst>
                <a:ext uri="{FF2B5EF4-FFF2-40B4-BE49-F238E27FC236}">
                  <a16:creationId xmlns:a16="http://schemas.microsoft.com/office/drawing/2014/main" id="{44530758-B17F-DFA1-4F74-DEFA6DBCE6C6}"/>
                </a:ext>
              </a:extLst>
            </p:cNvPr>
            <p:cNvSpPr/>
            <p:nvPr/>
          </p:nvSpPr>
          <p:spPr>
            <a:xfrm>
              <a:off x="6169958" y="605116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357D79F7-610B-969F-63B4-9A41A1D08782}"/>
                </a:ext>
              </a:extLst>
            </p:cNvPr>
            <p:cNvSpPr/>
            <p:nvPr/>
          </p:nvSpPr>
          <p:spPr>
            <a:xfrm>
              <a:off x="5813613" y="1452283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35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lowchart: Connector 18">
              <a:extLst>
                <a:ext uri="{FF2B5EF4-FFF2-40B4-BE49-F238E27FC236}">
                  <a16:creationId xmlns:a16="http://schemas.microsoft.com/office/drawing/2014/main" id="{59104A8C-781C-81C0-F999-C0C94114D8A0}"/>
                </a:ext>
              </a:extLst>
            </p:cNvPr>
            <p:cNvSpPr/>
            <p:nvPr/>
          </p:nvSpPr>
          <p:spPr>
            <a:xfrm>
              <a:off x="6022043" y="1183341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Flowchart: Connector 19">
              <a:extLst>
                <a:ext uri="{FF2B5EF4-FFF2-40B4-BE49-F238E27FC236}">
                  <a16:creationId xmlns:a16="http://schemas.microsoft.com/office/drawing/2014/main" id="{859004B9-11F1-8BB6-BCF7-81FA948C2F6E}"/>
                </a:ext>
              </a:extLst>
            </p:cNvPr>
            <p:cNvSpPr/>
            <p:nvPr/>
          </p:nvSpPr>
          <p:spPr>
            <a:xfrm>
              <a:off x="5781116" y="470645"/>
              <a:ext cx="208430" cy="188259"/>
            </a:xfrm>
            <a:prstGeom prst="flowChartConnector">
              <a:avLst/>
            </a:prstGeom>
            <a:gradFill flip="none" rotWithShape="1">
              <a:gsLst>
                <a:gs pos="0">
                  <a:srgbClr val="7030A0"/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7445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12211A-5239-F317-FFD2-3FD3C250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CC887B-A590-B29C-3106-9FAA7DC9E685}"/>
              </a:ext>
            </a:extLst>
          </p:cNvPr>
          <p:cNvSpPr txBox="1"/>
          <p:nvPr/>
        </p:nvSpPr>
        <p:spPr>
          <a:xfrm>
            <a:off x="171450" y="157381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Force push bracelet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F7BE096-49D2-99D4-B38E-1607E6FE4CAF}"/>
              </a:ext>
            </a:extLst>
          </p:cNvPr>
          <p:cNvGrpSpPr/>
          <p:nvPr/>
        </p:nvGrpSpPr>
        <p:grpSpPr>
          <a:xfrm>
            <a:off x="2572793" y="883190"/>
            <a:ext cx="6591989" cy="4074278"/>
            <a:chOff x="2572793" y="883190"/>
            <a:chExt cx="6591989" cy="4074278"/>
          </a:xfrm>
        </p:grpSpPr>
        <p:sp>
          <p:nvSpPr>
            <p:cNvPr id="10" name="Cylinder 9">
              <a:extLst>
                <a:ext uri="{FF2B5EF4-FFF2-40B4-BE49-F238E27FC236}">
                  <a16:creationId xmlns:a16="http://schemas.microsoft.com/office/drawing/2014/main" id="{1CEAC687-E151-CB7E-2384-84052A42080F}"/>
                </a:ext>
              </a:extLst>
            </p:cNvPr>
            <p:cNvSpPr/>
            <p:nvPr/>
          </p:nvSpPr>
          <p:spPr>
            <a:xfrm rot="1776128">
              <a:off x="2572793" y="2923093"/>
              <a:ext cx="6137564" cy="997527"/>
            </a:xfrm>
            <a:prstGeom prst="can">
              <a:avLst>
                <a:gd name="adj" fmla="val 40972"/>
              </a:avLst>
            </a:prstGeom>
            <a:gradFill flip="none" rotWithShape="1">
              <a:gsLst>
                <a:gs pos="25000">
                  <a:schemeClr val="accent1">
                    <a:lumMod val="50000"/>
                    <a:shade val="30000"/>
                    <a:satMod val="115000"/>
                  </a:schemeClr>
                </a:gs>
                <a:gs pos="69000">
                  <a:schemeClr val="accent1">
                    <a:lumMod val="50000"/>
                    <a:shade val="67500"/>
                    <a:satMod val="115000"/>
                  </a:schemeClr>
                </a:gs>
                <a:gs pos="79000">
                  <a:schemeClr val="accent1">
                    <a:lumMod val="50000"/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2276257-3B95-1395-0C43-516D3DA1B3EF}"/>
                </a:ext>
              </a:extLst>
            </p:cNvPr>
            <p:cNvSpPr/>
            <p:nvPr/>
          </p:nvSpPr>
          <p:spPr>
            <a:xfrm rot="1794446">
              <a:off x="3122025" y="3045048"/>
              <a:ext cx="5293936" cy="23536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Cylinder 3">
              <a:extLst>
                <a:ext uri="{FF2B5EF4-FFF2-40B4-BE49-F238E27FC236}">
                  <a16:creationId xmlns:a16="http://schemas.microsoft.com/office/drawing/2014/main" id="{1AAF28C8-B2FF-113D-8EBD-CCE2CE6497D0}"/>
                </a:ext>
              </a:extLst>
            </p:cNvPr>
            <p:cNvSpPr/>
            <p:nvPr/>
          </p:nvSpPr>
          <p:spPr>
            <a:xfrm rot="1776128">
              <a:off x="3027218" y="2154382"/>
              <a:ext cx="6137564" cy="997527"/>
            </a:xfrm>
            <a:prstGeom prst="can">
              <a:avLst>
                <a:gd name="adj" fmla="val 40972"/>
              </a:avLst>
            </a:prstGeom>
            <a:gradFill>
              <a:gsLst>
                <a:gs pos="25000">
                  <a:schemeClr val="accent1">
                    <a:lumMod val="50000"/>
                    <a:shade val="30000"/>
                    <a:satMod val="115000"/>
                  </a:schemeClr>
                </a:gs>
                <a:gs pos="69000">
                  <a:schemeClr val="accent1">
                    <a:lumMod val="50000"/>
                    <a:shade val="67500"/>
                    <a:satMod val="115000"/>
                  </a:schemeClr>
                </a:gs>
                <a:gs pos="79000">
                  <a:schemeClr val="accent1">
                    <a:lumMod val="50000"/>
                    <a:shade val="100000"/>
                    <a:satMod val="115000"/>
                  </a:schemeClr>
                </a:gs>
              </a:gsLst>
              <a:lin ang="108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EBF0DD-7781-045F-90B8-277E3D3F8EE8}"/>
                </a:ext>
              </a:extLst>
            </p:cNvPr>
            <p:cNvSpPr/>
            <p:nvPr/>
          </p:nvSpPr>
          <p:spPr>
            <a:xfrm rot="1794446">
              <a:off x="3593080" y="2269194"/>
              <a:ext cx="5293936" cy="23536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9666101-4BBF-6827-1CF5-2E3C702CC11D}"/>
                </a:ext>
              </a:extLst>
            </p:cNvPr>
            <p:cNvSpPr/>
            <p:nvPr/>
          </p:nvSpPr>
          <p:spPr>
            <a:xfrm rot="1887350">
              <a:off x="3171654" y="1269105"/>
              <a:ext cx="206740" cy="647236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ECDBBF-E3A2-88BE-DFF6-1058BC8B193B}"/>
                </a:ext>
              </a:extLst>
            </p:cNvPr>
            <p:cNvSpPr/>
            <p:nvPr/>
          </p:nvSpPr>
          <p:spPr>
            <a:xfrm rot="18316438">
              <a:off x="3103785" y="1737461"/>
              <a:ext cx="147591" cy="279109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4925DB1-1894-307A-C162-8F4211649FFB}"/>
                </a:ext>
              </a:extLst>
            </p:cNvPr>
            <p:cNvSpPr/>
            <p:nvPr/>
          </p:nvSpPr>
          <p:spPr>
            <a:xfrm rot="17994773">
              <a:off x="3324795" y="1251898"/>
              <a:ext cx="289922" cy="293507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Cylinder 14">
              <a:extLst>
                <a:ext uri="{FF2B5EF4-FFF2-40B4-BE49-F238E27FC236}">
                  <a16:creationId xmlns:a16="http://schemas.microsoft.com/office/drawing/2014/main" id="{7F03B247-5080-34FD-98D5-FE4BE0DEA4A5}"/>
                </a:ext>
              </a:extLst>
            </p:cNvPr>
            <p:cNvSpPr/>
            <p:nvPr/>
          </p:nvSpPr>
          <p:spPr>
            <a:xfrm rot="2020825">
              <a:off x="3689528" y="883190"/>
              <a:ext cx="577168" cy="261503"/>
            </a:xfrm>
            <a:prstGeom prst="can">
              <a:avLst/>
            </a:prstGeom>
            <a:gradFill flip="none" rotWithShape="1">
              <a:gsLst>
                <a:gs pos="0">
                  <a:schemeClr val="accent5">
                    <a:lumMod val="89000"/>
                  </a:schemeClr>
                </a:gs>
                <a:gs pos="23000">
                  <a:schemeClr val="accent5">
                    <a:lumMod val="89000"/>
                  </a:schemeClr>
                </a:gs>
                <a:gs pos="69000">
                  <a:schemeClr val="accent5">
                    <a:lumMod val="75000"/>
                  </a:schemeClr>
                </a:gs>
                <a:gs pos="97000">
                  <a:schemeClr val="accent5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ylinder 15">
              <a:extLst>
                <a:ext uri="{FF2B5EF4-FFF2-40B4-BE49-F238E27FC236}">
                  <a16:creationId xmlns:a16="http://schemas.microsoft.com/office/drawing/2014/main" id="{18FBCEA4-14A1-5A11-128A-A034AA722478}"/>
                </a:ext>
              </a:extLst>
            </p:cNvPr>
            <p:cNvSpPr/>
            <p:nvPr/>
          </p:nvSpPr>
          <p:spPr>
            <a:xfrm rot="1441594">
              <a:off x="8177997" y="3440990"/>
              <a:ext cx="577168" cy="261503"/>
            </a:xfrm>
            <a:prstGeom prst="can">
              <a:avLst/>
            </a:prstGeom>
            <a:gradFill flip="none" rotWithShape="1">
              <a:gsLst>
                <a:gs pos="0">
                  <a:schemeClr val="accent5">
                    <a:lumMod val="89000"/>
                  </a:schemeClr>
                </a:gs>
                <a:gs pos="23000">
                  <a:schemeClr val="accent5">
                    <a:lumMod val="89000"/>
                  </a:schemeClr>
                </a:gs>
                <a:gs pos="69000">
                  <a:schemeClr val="accent5">
                    <a:lumMod val="75000"/>
                  </a:schemeClr>
                </a:gs>
                <a:gs pos="97000">
                  <a:schemeClr val="accent5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ardrop 17">
              <a:extLst>
                <a:ext uri="{FF2B5EF4-FFF2-40B4-BE49-F238E27FC236}">
                  <a16:creationId xmlns:a16="http://schemas.microsoft.com/office/drawing/2014/main" id="{6806A69F-1384-9E7E-C895-D0A158524DB8}"/>
                </a:ext>
              </a:extLst>
            </p:cNvPr>
            <p:cNvSpPr/>
            <p:nvPr/>
          </p:nvSpPr>
          <p:spPr>
            <a:xfrm rot="21449786">
              <a:off x="3100063" y="2033674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2CE23D46-FDF8-7526-DA46-60EDEA3970E2}"/>
                </a:ext>
              </a:extLst>
            </p:cNvPr>
            <p:cNvSpPr/>
            <p:nvPr/>
          </p:nvSpPr>
          <p:spPr>
            <a:xfrm rot="21449786">
              <a:off x="3704120" y="2479455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ardrop 19">
              <a:extLst>
                <a:ext uri="{FF2B5EF4-FFF2-40B4-BE49-F238E27FC236}">
                  <a16:creationId xmlns:a16="http://schemas.microsoft.com/office/drawing/2014/main" id="{D6054307-54D9-1259-C8C9-CDE18418C5DB}"/>
                </a:ext>
              </a:extLst>
            </p:cNvPr>
            <p:cNvSpPr/>
            <p:nvPr/>
          </p:nvSpPr>
          <p:spPr>
            <a:xfrm rot="21449786">
              <a:off x="4298188" y="2841592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ardrop 20">
              <a:extLst>
                <a:ext uri="{FF2B5EF4-FFF2-40B4-BE49-F238E27FC236}">
                  <a16:creationId xmlns:a16="http://schemas.microsoft.com/office/drawing/2014/main" id="{4F2E935D-5327-B132-D4EB-2C4A30E7B83F}"/>
                </a:ext>
              </a:extLst>
            </p:cNvPr>
            <p:cNvSpPr/>
            <p:nvPr/>
          </p:nvSpPr>
          <p:spPr>
            <a:xfrm rot="21449786">
              <a:off x="4882165" y="3194781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ardrop 21">
              <a:extLst>
                <a:ext uri="{FF2B5EF4-FFF2-40B4-BE49-F238E27FC236}">
                  <a16:creationId xmlns:a16="http://schemas.microsoft.com/office/drawing/2014/main" id="{619D1F80-B98B-2E3C-4946-94EE28335CDF}"/>
                </a:ext>
              </a:extLst>
            </p:cNvPr>
            <p:cNvSpPr/>
            <p:nvPr/>
          </p:nvSpPr>
          <p:spPr>
            <a:xfrm rot="21449786">
              <a:off x="5502479" y="3556918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ardrop 22">
              <a:extLst>
                <a:ext uri="{FF2B5EF4-FFF2-40B4-BE49-F238E27FC236}">
                  <a16:creationId xmlns:a16="http://schemas.microsoft.com/office/drawing/2014/main" id="{8FBD5B22-1CCA-EE4F-8933-A4C31122E795}"/>
                </a:ext>
              </a:extLst>
            </p:cNvPr>
            <p:cNvSpPr/>
            <p:nvPr/>
          </p:nvSpPr>
          <p:spPr>
            <a:xfrm rot="21449786">
              <a:off x="6137012" y="3903618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ardrop 23">
              <a:extLst>
                <a:ext uri="{FF2B5EF4-FFF2-40B4-BE49-F238E27FC236}">
                  <a16:creationId xmlns:a16="http://schemas.microsoft.com/office/drawing/2014/main" id="{4371A162-26EE-EE75-9987-FD930BCB20EC}"/>
                </a:ext>
              </a:extLst>
            </p:cNvPr>
            <p:cNvSpPr/>
            <p:nvPr/>
          </p:nvSpPr>
          <p:spPr>
            <a:xfrm rot="21449786">
              <a:off x="6849276" y="4265756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ardrop 24">
              <a:extLst>
                <a:ext uri="{FF2B5EF4-FFF2-40B4-BE49-F238E27FC236}">
                  <a16:creationId xmlns:a16="http://schemas.microsoft.com/office/drawing/2014/main" id="{63F722DC-24DB-90F7-CB8F-22CD159B1452}"/>
                </a:ext>
              </a:extLst>
            </p:cNvPr>
            <p:cNvSpPr/>
            <p:nvPr/>
          </p:nvSpPr>
          <p:spPr>
            <a:xfrm rot="21449786">
              <a:off x="7562787" y="4610086"/>
              <a:ext cx="345369" cy="347382"/>
            </a:xfrm>
            <a:prstGeom prst="teardrop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6331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6FA632-4B17-535C-9497-739F6552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E583689-29CA-4D64-BC03-9B068BBFA1D2}"/>
              </a:ext>
            </a:extLst>
          </p:cNvPr>
          <p:cNvSpPr txBox="1"/>
          <p:nvPr/>
        </p:nvSpPr>
        <p:spPr>
          <a:xfrm>
            <a:off x="171450" y="157381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Light Shield Barrier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4BC8A1C-7C47-A67C-87F1-2091D4F5377E}"/>
              </a:ext>
            </a:extLst>
          </p:cNvPr>
          <p:cNvGrpSpPr/>
          <p:nvPr/>
        </p:nvGrpSpPr>
        <p:grpSpPr>
          <a:xfrm>
            <a:off x="3733800" y="1112520"/>
            <a:ext cx="4724400" cy="4632960"/>
            <a:chOff x="3733800" y="1112520"/>
            <a:chExt cx="4724400" cy="4632960"/>
          </a:xfrm>
        </p:grpSpPr>
        <p:sp>
          <p:nvSpPr>
            <p:cNvPr id="3" name="Flowchart: Connector 2">
              <a:extLst>
                <a:ext uri="{FF2B5EF4-FFF2-40B4-BE49-F238E27FC236}">
                  <a16:creationId xmlns:a16="http://schemas.microsoft.com/office/drawing/2014/main" id="{97BD81D1-6967-62EE-35D9-94B8CB2A61F4}"/>
                </a:ext>
              </a:extLst>
            </p:cNvPr>
            <p:cNvSpPr/>
            <p:nvPr/>
          </p:nvSpPr>
          <p:spPr>
            <a:xfrm>
              <a:off x="3733800" y="1112520"/>
              <a:ext cx="4724400" cy="4632960"/>
            </a:xfrm>
            <a:prstGeom prst="flowChartConnector">
              <a:avLst/>
            </a:prstGeom>
            <a:gradFill flip="none" rotWithShape="1">
              <a:gsLst>
                <a:gs pos="30000">
                  <a:schemeClr val="accent3">
                    <a:lumMod val="60000"/>
                    <a:lumOff val="4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6200000" scaled="1"/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Connector 1">
              <a:extLst>
                <a:ext uri="{FF2B5EF4-FFF2-40B4-BE49-F238E27FC236}">
                  <a16:creationId xmlns:a16="http://schemas.microsoft.com/office/drawing/2014/main" id="{B26435C8-0497-397C-72E6-6D88FBE17B9B}"/>
                </a:ext>
              </a:extLst>
            </p:cNvPr>
            <p:cNvSpPr/>
            <p:nvPr/>
          </p:nvSpPr>
          <p:spPr>
            <a:xfrm>
              <a:off x="3954780" y="1264920"/>
              <a:ext cx="4282440" cy="4328160"/>
            </a:xfrm>
            <a:prstGeom prst="flowChartConnector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30000">
                  <a:schemeClr val="accent3">
                    <a:lumMod val="97000"/>
                    <a:lumOff val="3000"/>
                  </a:schemeClr>
                </a:gs>
                <a:gs pos="100000">
                  <a:schemeClr val="bg1"/>
                </a:gs>
              </a:gsLst>
              <a:lin ang="16200000" scaled="1"/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lgDash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4888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81779-1FA7-BF29-E82D-7EFE7573C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688C4A9-6221-1DA4-EFE3-EB5F53DD3ACC}"/>
              </a:ext>
            </a:extLst>
          </p:cNvPr>
          <p:cNvSpPr txBox="1"/>
          <p:nvPr/>
        </p:nvSpPr>
        <p:spPr>
          <a:xfrm>
            <a:off x="0" y="39617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Warhammer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2BA43ED-555B-BE47-7998-277560D28BBE}"/>
              </a:ext>
            </a:extLst>
          </p:cNvPr>
          <p:cNvGrpSpPr/>
          <p:nvPr/>
        </p:nvGrpSpPr>
        <p:grpSpPr>
          <a:xfrm>
            <a:off x="4080571" y="1372293"/>
            <a:ext cx="4030858" cy="5089088"/>
            <a:chOff x="3848222" y="1531620"/>
            <a:chExt cx="4030858" cy="5089088"/>
          </a:xfrm>
        </p:grpSpPr>
        <p:sp>
          <p:nvSpPr>
            <p:cNvPr id="26" name="Flowchart: Merge 25">
              <a:extLst>
                <a:ext uri="{FF2B5EF4-FFF2-40B4-BE49-F238E27FC236}">
                  <a16:creationId xmlns:a16="http://schemas.microsoft.com/office/drawing/2014/main" id="{D97630C1-9580-FF37-0FB0-804E0E2DF24E}"/>
                </a:ext>
              </a:extLst>
            </p:cNvPr>
            <p:cNvSpPr/>
            <p:nvPr/>
          </p:nvSpPr>
          <p:spPr>
            <a:xfrm rot="1636666">
              <a:off x="5592949" y="2931674"/>
              <a:ext cx="824233" cy="255951"/>
            </a:xfrm>
            <a:prstGeom prst="flowChartMerge">
              <a:avLst/>
            </a:prstGeom>
            <a:solidFill>
              <a:schemeClr val="bg2">
                <a:lumMod val="2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6ED3601-1000-150B-780F-D1C1D95A11B3}"/>
                </a:ext>
              </a:extLst>
            </p:cNvPr>
            <p:cNvGrpSpPr/>
            <p:nvPr/>
          </p:nvGrpSpPr>
          <p:grpSpPr>
            <a:xfrm>
              <a:off x="3848222" y="1936155"/>
              <a:ext cx="2463551" cy="4684553"/>
              <a:chOff x="3795267" y="1873810"/>
              <a:chExt cx="2463551" cy="4684553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FE182E0D-C278-81BE-EA0D-4CE1B60CCA3E}"/>
                  </a:ext>
                </a:extLst>
              </p:cNvPr>
              <p:cNvSpPr/>
              <p:nvPr/>
            </p:nvSpPr>
            <p:spPr>
              <a:xfrm rot="1793344">
                <a:off x="5032050" y="1873810"/>
                <a:ext cx="400884" cy="4684553"/>
              </a:xfrm>
              <a:prstGeom prst="can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</a:schemeClr>
                  </a:gs>
                  <a:gs pos="67000">
                    <a:schemeClr val="bg2">
                      <a:lumMod val="50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7A90DF1-61C8-74A7-B9A1-F8920F7E662E}"/>
                  </a:ext>
                </a:extLst>
              </p:cNvPr>
              <p:cNvGrpSpPr/>
              <p:nvPr/>
            </p:nvGrpSpPr>
            <p:grpSpPr>
              <a:xfrm>
                <a:off x="4131859" y="4602808"/>
                <a:ext cx="1281215" cy="1502164"/>
                <a:chOff x="4131859" y="4602808"/>
                <a:chExt cx="1281215" cy="1502164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D0147C35-A37C-155A-C27B-DFCD16238765}"/>
                    </a:ext>
                  </a:extLst>
                </p:cNvPr>
                <p:cNvSpPr/>
                <p:nvPr/>
              </p:nvSpPr>
              <p:spPr>
                <a:xfrm rot="1773739">
                  <a:off x="4351836" y="4602808"/>
                  <a:ext cx="469766" cy="1502164"/>
                </a:xfrm>
                <a:prstGeom prst="roundRect">
                  <a:avLst/>
                </a:prstGeom>
                <a:solidFill>
                  <a:schemeClr val="accent4">
                    <a:lumMod val="50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Arc 11">
                  <a:extLst>
                    <a:ext uri="{FF2B5EF4-FFF2-40B4-BE49-F238E27FC236}">
                      <a16:creationId xmlns:a16="http://schemas.microsoft.com/office/drawing/2014/main" id="{851A7379-9233-AD97-003F-60F8F04F6F5E}"/>
                    </a:ext>
                  </a:extLst>
                </p:cNvPr>
                <p:cNvSpPr/>
                <p:nvPr/>
              </p:nvSpPr>
              <p:spPr>
                <a:xfrm rot="12085056">
                  <a:off x="4542132" y="4992998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Arc 12">
                  <a:extLst>
                    <a:ext uri="{FF2B5EF4-FFF2-40B4-BE49-F238E27FC236}">
                      <a16:creationId xmlns:a16="http://schemas.microsoft.com/office/drawing/2014/main" id="{9BB5BB3F-236B-27D8-CAC5-443D3C0B7410}"/>
                    </a:ext>
                  </a:extLst>
                </p:cNvPr>
                <p:cNvSpPr/>
                <p:nvPr/>
              </p:nvSpPr>
              <p:spPr>
                <a:xfrm rot="12085056">
                  <a:off x="4437655" y="5176737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DAD11E68-3DC5-895B-936F-0594A9D00FF3}"/>
                    </a:ext>
                  </a:extLst>
                </p:cNvPr>
                <p:cNvSpPr/>
                <p:nvPr/>
              </p:nvSpPr>
              <p:spPr>
                <a:xfrm rot="12085056">
                  <a:off x="4333178" y="5358023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Arc 14">
                  <a:extLst>
                    <a:ext uri="{FF2B5EF4-FFF2-40B4-BE49-F238E27FC236}">
                      <a16:creationId xmlns:a16="http://schemas.microsoft.com/office/drawing/2014/main" id="{200E6813-FA44-5D89-6F75-924E10462530}"/>
                    </a:ext>
                  </a:extLst>
                </p:cNvPr>
                <p:cNvSpPr/>
                <p:nvPr/>
              </p:nvSpPr>
              <p:spPr>
                <a:xfrm rot="12085056">
                  <a:off x="4236336" y="553078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Arc 15">
                  <a:extLst>
                    <a:ext uri="{FF2B5EF4-FFF2-40B4-BE49-F238E27FC236}">
                      <a16:creationId xmlns:a16="http://schemas.microsoft.com/office/drawing/2014/main" id="{26A30456-48A8-AE02-8A11-CE7C5EC2667B}"/>
                    </a:ext>
                  </a:extLst>
                </p:cNvPr>
                <p:cNvSpPr/>
                <p:nvPr/>
              </p:nvSpPr>
              <p:spPr>
                <a:xfrm rot="12085056">
                  <a:off x="4131859" y="571639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E880E1A-BBE6-D199-CE2E-31D2D635217A}"/>
                  </a:ext>
                </a:extLst>
              </p:cNvPr>
              <p:cNvGrpSpPr/>
              <p:nvPr/>
            </p:nvGrpSpPr>
            <p:grpSpPr>
              <a:xfrm>
                <a:off x="4977603" y="3130072"/>
                <a:ext cx="1281215" cy="1502164"/>
                <a:chOff x="4131859" y="4602808"/>
                <a:chExt cx="1281215" cy="1502164"/>
              </a:xfrm>
            </p:grpSpPr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51D4E722-223F-0D2A-72B3-55B824DFD683}"/>
                    </a:ext>
                  </a:extLst>
                </p:cNvPr>
                <p:cNvSpPr/>
                <p:nvPr/>
              </p:nvSpPr>
              <p:spPr>
                <a:xfrm rot="1773739">
                  <a:off x="4351836" y="4602808"/>
                  <a:ext cx="469766" cy="1502164"/>
                </a:xfrm>
                <a:prstGeom prst="roundRect">
                  <a:avLst/>
                </a:prstGeom>
                <a:solidFill>
                  <a:schemeClr val="accent4">
                    <a:lumMod val="50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Arc 19">
                  <a:extLst>
                    <a:ext uri="{FF2B5EF4-FFF2-40B4-BE49-F238E27FC236}">
                      <a16:creationId xmlns:a16="http://schemas.microsoft.com/office/drawing/2014/main" id="{2141D523-8728-006F-F3C7-6DB20D32945D}"/>
                    </a:ext>
                  </a:extLst>
                </p:cNvPr>
                <p:cNvSpPr/>
                <p:nvPr/>
              </p:nvSpPr>
              <p:spPr>
                <a:xfrm rot="12085056">
                  <a:off x="4542132" y="4992998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Arc 20">
                  <a:extLst>
                    <a:ext uri="{FF2B5EF4-FFF2-40B4-BE49-F238E27FC236}">
                      <a16:creationId xmlns:a16="http://schemas.microsoft.com/office/drawing/2014/main" id="{4C1B845D-159B-13AD-838E-AB596D31C03A}"/>
                    </a:ext>
                  </a:extLst>
                </p:cNvPr>
                <p:cNvSpPr/>
                <p:nvPr/>
              </p:nvSpPr>
              <p:spPr>
                <a:xfrm rot="12085056">
                  <a:off x="4437655" y="5176737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Arc 21">
                  <a:extLst>
                    <a:ext uri="{FF2B5EF4-FFF2-40B4-BE49-F238E27FC236}">
                      <a16:creationId xmlns:a16="http://schemas.microsoft.com/office/drawing/2014/main" id="{F674CDF9-5919-ED41-50F3-E66DEFD046B6}"/>
                    </a:ext>
                  </a:extLst>
                </p:cNvPr>
                <p:cNvSpPr/>
                <p:nvPr/>
              </p:nvSpPr>
              <p:spPr>
                <a:xfrm rot="12085056">
                  <a:off x="4333178" y="5358023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Arc 22">
                  <a:extLst>
                    <a:ext uri="{FF2B5EF4-FFF2-40B4-BE49-F238E27FC236}">
                      <a16:creationId xmlns:a16="http://schemas.microsoft.com/office/drawing/2014/main" id="{367611B6-0F5B-A7C3-B012-62E3E63F4796}"/>
                    </a:ext>
                  </a:extLst>
                </p:cNvPr>
                <p:cNvSpPr/>
                <p:nvPr/>
              </p:nvSpPr>
              <p:spPr>
                <a:xfrm rot="12085056">
                  <a:off x="4236336" y="553078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Arc 23">
                  <a:extLst>
                    <a:ext uri="{FF2B5EF4-FFF2-40B4-BE49-F238E27FC236}">
                      <a16:creationId xmlns:a16="http://schemas.microsoft.com/office/drawing/2014/main" id="{FDFF34E7-86E3-FCD2-FDEE-B8F4708D7204}"/>
                    </a:ext>
                  </a:extLst>
                </p:cNvPr>
                <p:cNvSpPr/>
                <p:nvPr/>
              </p:nvSpPr>
              <p:spPr>
                <a:xfrm rot="12085056">
                  <a:off x="4131859" y="571639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5634D7B7-2248-43B7-4963-03FAE3488EA3}"/>
                  </a:ext>
                </a:extLst>
              </p:cNvPr>
              <p:cNvSpPr/>
              <p:nvPr/>
            </p:nvSpPr>
            <p:spPr>
              <a:xfrm rot="1685217">
                <a:off x="3795267" y="6141496"/>
                <a:ext cx="524028" cy="186799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85000"/>
                  <a:lumOff val="1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" name="Flowchart: Alternate Process 3">
              <a:extLst>
                <a:ext uri="{FF2B5EF4-FFF2-40B4-BE49-F238E27FC236}">
                  <a16:creationId xmlns:a16="http://schemas.microsoft.com/office/drawing/2014/main" id="{7E1AFB78-C3BC-5E09-CD16-04586F73DFB0}"/>
                </a:ext>
              </a:extLst>
            </p:cNvPr>
            <p:cNvSpPr/>
            <p:nvPr/>
          </p:nvSpPr>
          <p:spPr>
            <a:xfrm rot="1669506">
              <a:off x="4968240" y="1531620"/>
              <a:ext cx="2910840" cy="153162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40000">
                  <a:schemeClr val="accent3">
                    <a:lumMod val="75000"/>
                  </a:schemeClr>
                </a:gs>
                <a:gs pos="69000">
                  <a:schemeClr val="accent3">
                    <a:lumMod val="50000"/>
                  </a:schemeClr>
                </a:gs>
                <a:gs pos="97000">
                  <a:schemeClr val="bg2">
                    <a:lumMod val="2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BC1E220E-DD77-4199-A598-2CC260891054}"/>
                </a:ext>
              </a:extLst>
            </p:cNvPr>
            <p:cNvSpPr/>
            <p:nvPr/>
          </p:nvSpPr>
          <p:spPr>
            <a:xfrm rot="12085056">
              <a:off x="4710095" y="4859068"/>
              <a:ext cx="870942" cy="159719"/>
            </a:xfrm>
            <a:prstGeom prst="arc">
              <a:avLst>
                <a:gd name="adj1" fmla="val 15052338"/>
                <a:gd name="adj2" fmla="val 0"/>
              </a:avLst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Star: 4 Points 27">
              <a:extLst>
                <a:ext uri="{FF2B5EF4-FFF2-40B4-BE49-F238E27FC236}">
                  <a16:creationId xmlns:a16="http://schemas.microsoft.com/office/drawing/2014/main" id="{D00B6964-DAA6-63E9-DBB6-361691C83FD5}"/>
                </a:ext>
              </a:extLst>
            </p:cNvPr>
            <p:cNvSpPr/>
            <p:nvPr/>
          </p:nvSpPr>
          <p:spPr>
            <a:xfrm rot="1750452">
              <a:off x="5424851" y="1741041"/>
              <a:ext cx="1890957" cy="1087975"/>
            </a:xfrm>
            <a:prstGeom prst="star4">
              <a:avLst/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751D3489-861B-DC59-1827-A09DFBCD0037}"/>
                </a:ext>
              </a:extLst>
            </p:cNvPr>
            <p:cNvSpPr/>
            <p:nvPr/>
          </p:nvSpPr>
          <p:spPr>
            <a:xfrm rot="12085056">
              <a:off x="5542715" y="3401320"/>
              <a:ext cx="870942" cy="159719"/>
            </a:xfrm>
            <a:prstGeom prst="arc">
              <a:avLst>
                <a:gd name="adj1" fmla="val 15052338"/>
                <a:gd name="adj2" fmla="val 0"/>
              </a:avLst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222489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7162D-FC89-359A-DF96-F1ADC6305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2DB3A2A-80D3-F94D-AD1D-34B77A288244}"/>
              </a:ext>
            </a:extLst>
          </p:cNvPr>
          <p:cNvSpPr txBox="1"/>
          <p:nvPr/>
        </p:nvSpPr>
        <p:spPr>
          <a:xfrm>
            <a:off x="117764" y="67326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Deployable Barrier Wall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537C35D-4789-BF8F-B09F-2F338304A998}"/>
              </a:ext>
            </a:extLst>
          </p:cNvPr>
          <p:cNvGrpSpPr/>
          <p:nvPr/>
        </p:nvGrpSpPr>
        <p:grpSpPr>
          <a:xfrm>
            <a:off x="2597727" y="1515342"/>
            <a:ext cx="6993080" cy="3697430"/>
            <a:chOff x="2597727" y="1515342"/>
            <a:chExt cx="6993080" cy="369743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F82EB76-C700-4A16-DA7A-942820CD7961}"/>
                </a:ext>
              </a:extLst>
            </p:cNvPr>
            <p:cNvSpPr/>
            <p:nvPr/>
          </p:nvSpPr>
          <p:spPr>
            <a:xfrm>
              <a:off x="2653145" y="4087091"/>
              <a:ext cx="6885709" cy="1125681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ame 2">
              <a:extLst>
                <a:ext uri="{FF2B5EF4-FFF2-40B4-BE49-F238E27FC236}">
                  <a16:creationId xmlns:a16="http://schemas.microsoft.com/office/drawing/2014/main" id="{2036CFBF-3EEE-544F-E9AE-52C788EEFB7E}"/>
                </a:ext>
              </a:extLst>
            </p:cNvPr>
            <p:cNvSpPr/>
            <p:nvPr/>
          </p:nvSpPr>
          <p:spPr>
            <a:xfrm>
              <a:off x="5242210" y="1515342"/>
              <a:ext cx="1707574" cy="426027"/>
            </a:xfrm>
            <a:prstGeom prst="frame">
              <a:avLst>
                <a:gd name="adj1" fmla="val 38064"/>
              </a:avLst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AE63D2-57F8-08ED-9C56-EF73D141105C}"/>
                </a:ext>
              </a:extLst>
            </p:cNvPr>
            <p:cNvSpPr/>
            <p:nvPr/>
          </p:nvSpPr>
          <p:spPr>
            <a:xfrm>
              <a:off x="2653144" y="2961410"/>
              <a:ext cx="6885709" cy="1125681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DBD55F2-6168-9852-64C9-E53DE5AE2E21}"/>
                </a:ext>
              </a:extLst>
            </p:cNvPr>
            <p:cNvSpPr/>
            <p:nvPr/>
          </p:nvSpPr>
          <p:spPr>
            <a:xfrm>
              <a:off x="2653143" y="1835729"/>
              <a:ext cx="6885709" cy="1125681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C54D9E2-FE96-B76B-0611-0B20065D9E8E}"/>
                </a:ext>
              </a:extLst>
            </p:cNvPr>
            <p:cNvSpPr/>
            <p:nvPr/>
          </p:nvSpPr>
          <p:spPr>
            <a:xfrm>
              <a:off x="2757052" y="2149187"/>
              <a:ext cx="6677890" cy="498763"/>
            </a:xfrm>
            <a:prstGeom prst="rect">
              <a:avLst/>
            </a:prstGeom>
            <a:gradFill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C0CA629-3A5F-6696-60DD-4C84D88C46E2}"/>
                </a:ext>
              </a:extLst>
            </p:cNvPr>
            <p:cNvSpPr/>
            <p:nvPr/>
          </p:nvSpPr>
          <p:spPr>
            <a:xfrm>
              <a:off x="2757052" y="3274868"/>
              <a:ext cx="6677890" cy="498763"/>
            </a:xfrm>
            <a:prstGeom prst="rect">
              <a:avLst/>
            </a:prstGeom>
            <a:gradFill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75D4B2-7465-1A39-2B40-DB596AE5B119}"/>
                </a:ext>
              </a:extLst>
            </p:cNvPr>
            <p:cNvSpPr/>
            <p:nvPr/>
          </p:nvSpPr>
          <p:spPr>
            <a:xfrm>
              <a:off x="2757052" y="4400549"/>
              <a:ext cx="6677890" cy="498763"/>
            </a:xfrm>
            <a:prstGeom prst="rect">
              <a:avLst/>
            </a:prstGeom>
            <a:gradFill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Half Frame 40">
              <a:extLst>
                <a:ext uri="{FF2B5EF4-FFF2-40B4-BE49-F238E27FC236}">
                  <a16:creationId xmlns:a16="http://schemas.microsoft.com/office/drawing/2014/main" id="{891A8074-F602-7076-8E46-EBB18601E78A}"/>
                </a:ext>
              </a:extLst>
            </p:cNvPr>
            <p:cNvSpPr/>
            <p:nvPr/>
          </p:nvSpPr>
          <p:spPr>
            <a:xfrm>
              <a:off x="2597727" y="1779855"/>
              <a:ext cx="367146" cy="369332"/>
            </a:xfrm>
            <a:prstGeom prst="halfFrame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2" name="Half Frame 41">
              <a:extLst>
                <a:ext uri="{FF2B5EF4-FFF2-40B4-BE49-F238E27FC236}">
                  <a16:creationId xmlns:a16="http://schemas.microsoft.com/office/drawing/2014/main" id="{594CABCF-EBBF-CDC5-EAF3-2559181F7A98}"/>
                </a:ext>
              </a:extLst>
            </p:cNvPr>
            <p:cNvSpPr/>
            <p:nvPr/>
          </p:nvSpPr>
          <p:spPr>
            <a:xfrm flipH="1">
              <a:off x="9223661" y="1779855"/>
              <a:ext cx="367146" cy="369332"/>
            </a:xfrm>
            <a:prstGeom prst="halfFrame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53603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chemeClr val="accent3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1E9EB-0031-8196-48B9-66420F036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D177C28-83F6-6722-E448-3924833B1CD6}"/>
              </a:ext>
            </a:extLst>
          </p:cNvPr>
          <p:cNvSpPr txBox="1"/>
          <p:nvPr/>
        </p:nvSpPr>
        <p:spPr>
          <a:xfrm>
            <a:off x="69273" y="67326"/>
            <a:ext cx="255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Grapple Hook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819C7C7-C600-E68D-DD81-5599F32C0BFB}"/>
              </a:ext>
            </a:extLst>
          </p:cNvPr>
          <p:cNvGrpSpPr/>
          <p:nvPr/>
        </p:nvGrpSpPr>
        <p:grpSpPr>
          <a:xfrm>
            <a:off x="3801005" y="898821"/>
            <a:ext cx="4589989" cy="5060358"/>
            <a:chOff x="3425243" y="1345065"/>
            <a:chExt cx="4589989" cy="5060358"/>
          </a:xfrm>
        </p:grpSpPr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0F6A6F74-6B1C-6847-78D4-642B8B425E67}"/>
                </a:ext>
              </a:extLst>
            </p:cNvPr>
            <p:cNvSpPr/>
            <p:nvPr/>
          </p:nvSpPr>
          <p:spPr>
            <a:xfrm rot="1989468">
              <a:off x="5222786" y="3526119"/>
              <a:ext cx="538942" cy="546864"/>
            </a:xfrm>
            <a:prstGeom prst="flowChartAlternateProcess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lowchart: Display 47">
              <a:extLst>
                <a:ext uri="{FF2B5EF4-FFF2-40B4-BE49-F238E27FC236}">
                  <a16:creationId xmlns:a16="http://schemas.microsoft.com/office/drawing/2014/main" id="{A9F40164-A04F-EFA0-1085-99F972043E36}"/>
                </a:ext>
              </a:extLst>
            </p:cNvPr>
            <p:cNvSpPr/>
            <p:nvPr/>
          </p:nvSpPr>
          <p:spPr>
            <a:xfrm rot="7344306">
              <a:off x="5377706" y="2509830"/>
              <a:ext cx="1311055" cy="523734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Display 48">
              <a:extLst>
                <a:ext uri="{FF2B5EF4-FFF2-40B4-BE49-F238E27FC236}">
                  <a16:creationId xmlns:a16="http://schemas.microsoft.com/office/drawing/2014/main" id="{EDF08350-6F8D-099C-E7A1-A34BCD26CD64}"/>
                </a:ext>
              </a:extLst>
            </p:cNvPr>
            <p:cNvSpPr/>
            <p:nvPr/>
          </p:nvSpPr>
          <p:spPr>
            <a:xfrm rot="9140402">
              <a:off x="5979953" y="1997800"/>
              <a:ext cx="1082605" cy="537066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Pentagon 29">
              <a:extLst>
                <a:ext uri="{FF2B5EF4-FFF2-40B4-BE49-F238E27FC236}">
                  <a16:creationId xmlns:a16="http://schemas.microsoft.com/office/drawing/2014/main" id="{982ABCDB-BE2D-9301-7DB5-0BBCB2AA85F2}"/>
                </a:ext>
              </a:extLst>
            </p:cNvPr>
            <p:cNvSpPr/>
            <p:nvPr/>
          </p:nvSpPr>
          <p:spPr>
            <a:xfrm rot="1989303">
              <a:off x="4447310" y="2985655"/>
              <a:ext cx="2840182" cy="741218"/>
            </a:xfrm>
            <a:prstGeom prst="pentagon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lowchart: Display 30">
              <a:extLst>
                <a:ext uri="{FF2B5EF4-FFF2-40B4-BE49-F238E27FC236}">
                  <a16:creationId xmlns:a16="http://schemas.microsoft.com/office/drawing/2014/main" id="{56BA10AF-2EE5-3909-D1A7-28DAEC96547F}"/>
                </a:ext>
              </a:extLst>
            </p:cNvPr>
            <p:cNvSpPr/>
            <p:nvPr/>
          </p:nvSpPr>
          <p:spPr>
            <a:xfrm rot="6853003">
              <a:off x="4287724" y="1957385"/>
              <a:ext cx="1599747" cy="617897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lowchart: Display 32">
              <a:extLst>
                <a:ext uri="{FF2B5EF4-FFF2-40B4-BE49-F238E27FC236}">
                  <a16:creationId xmlns:a16="http://schemas.microsoft.com/office/drawing/2014/main" id="{099185A9-EE7D-A6F6-BFD3-3362926A4D3F}"/>
                </a:ext>
              </a:extLst>
            </p:cNvPr>
            <p:cNvSpPr/>
            <p:nvPr/>
          </p:nvSpPr>
          <p:spPr>
            <a:xfrm rot="9895699">
              <a:off x="4985843" y="1345065"/>
              <a:ext cx="1599747" cy="617897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lowchart: Display 34">
              <a:extLst>
                <a:ext uri="{FF2B5EF4-FFF2-40B4-BE49-F238E27FC236}">
                  <a16:creationId xmlns:a16="http://schemas.microsoft.com/office/drawing/2014/main" id="{506CAB1B-6F05-265E-8196-627810028DB3}"/>
                </a:ext>
              </a:extLst>
            </p:cNvPr>
            <p:cNvSpPr/>
            <p:nvPr/>
          </p:nvSpPr>
          <p:spPr>
            <a:xfrm rot="8574834">
              <a:off x="6415485" y="3375673"/>
              <a:ext cx="1599747" cy="617897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lowchart: Display 35">
              <a:extLst>
                <a:ext uri="{FF2B5EF4-FFF2-40B4-BE49-F238E27FC236}">
                  <a16:creationId xmlns:a16="http://schemas.microsoft.com/office/drawing/2014/main" id="{C2EDF4B5-E3BB-4D04-D002-1E483C324726}"/>
                </a:ext>
              </a:extLst>
            </p:cNvPr>
            <p:cNvSpPr/>
            <p:nvPr/>
          </p:nvSpPr>
          <p:spPr>
            <a:xfrm rot="5638837">
              <a:off x="6805865" y="2646879"/>
              <a:ext cx="1599747" cy="617897"/>
            </a:xfrm>
            <a:prstGeom prst="flowChartDisplay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: Top Corners Rounded 43">
              <a:extLst>
                <a:ext uri="{FF2B5EF4-FFF2-40B4-BE49-F238E27FC236}">
                  <a16:creationId xmlns:a16="http://schemas.microsoft.com/office/drawing/2014/main" id="{E908A135-C1D7-230D-11CA-EBF5F868229A}"/>
                </a:ext>
              </a:extLst>
            </p:cNvPr>
            <p:cNvSpPr/>
            <p:nvPr/>
          </p:nvSpPr>
          <p:spPr>
            <a:xfrm rot="1988952">
              <a:off x="4076577" y="3699634"/>
              <a:ext cx="2022764" cy="1427563"/>
            </a:xfrm>
            <a:prstGeom prst="round2SameRect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ABF6901D-AC38-E341-6410-75F5AD3364AD}"/>
                </a:ext>
              </a:extLst>
            </p:cNvPr>
            <p:cNvSpPr/>
            <p:nvPr/>
          </p:nvSpPr>
          <p:spPr>
            <a:xfrm rot="2001328">
              <a:off x="4588231" y="3575601"/>
              <a:ext cx="2124660" cy="202858"/>
            </a:xfrm>
            <a:prstGeom prst="roundRect">
              <a:avLst/>
            </a:prstGeom>
            <a:gradFill flip="none" rotWithShape="1">
              <a:gsLst>
                <a:gs pos="0">
                  <a:schemeClr val="bg2">
                    <a:lumMod val="25000"/>
                    <a:shade val="30000"/>
                    <a:satMod val="115000"/>
                  </a:schemeClr>
                </a:gs>
                <a:gs pos="50000">
                  <a:schemeClr val="bg2">
                    <a:lumMod val="25000"/>
                    <a:shade val="67500"/>
                    <a:satMod val="115000"/>
                  </a:schemeClr>
                </a:gs>
                <a:gs pos="100000">
                  <a:schemeClr val="bg2">
                    <a:lumMod val="25000"/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B50D83C-F70E-2969-9C35-7266B648A9E7}"/>
                </a:ext>
              </a:extLst>
            </p:cNvPr>
            <p:cNvGrpSpPr/>
            <p:nvPr/>
          </p:nvGrpSpPr>
          <p:grpSpPr>
            <a:xfrm>
              <a:off x="3425243" y="4953617"/>
              <a:ext cx="2101156" cy="1451806"/>
              <a:chOff x="3425243" y="4953617"/>
              <a:chExt cx="2101156" cy="1451806"/>
            </a:xfrm>
          </p:grpSpPr>
          <p:sp>
            <p:nvSpPr>
              <p:cNvPr id="50" name="Frame 49">
                <a:extLst>
                  <a:ext uri="{FF2B5EF4-FFF2-40B4-BE49-F238E27FC236}">
                    <a16:creationId xmlns:a16="http://schemas.microsoft.com/office/drawing/2014/main" id="{64F95410-DB74-EE19-822B-3D8BC8E3A593}"/>
                  </a:ext>
                </a:extLst>
              </p:cNvPr>
              <p:cNvSpPr/>
              <p:nvPr/>
            </p:nvSpPr>
            <p:spPr>
              <a:xfrm rot="1997504">
                <a:off x="3425243" y="4953617"/>
                <a:ext cx="2101156" cy="807257"/>
              </a:xfrm>
              <a:prstGeom prst="frame">
                <a:avLst>
                  <a:gd name="adj1" fmla="val 29800"/>
                </a:avLst>
              </a:prstGeom>
              <a:gradFill flip="none" rotWithShape="1">
                <a:gsLst>
                  <a:gs pos="0">
                    <a:schemeClr val="accent1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1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Flowchart: Alternate Process 51">
                <a:extLst>
                  <a:ext uri="{FF2B5EF4-FFF2-40B4-BE49-F238E27FC236}">
                    <a16:creationId xmlns:a16="http://schemas.microsoft.com/office/drawing/2014/main" id="{C0D2D20F-F55D-12DC-BFD4-AED942937CE2}"/>
                  </a:ext>
                </a:extLst>
              </p:cNvPr>
              <p:cNvSpPr/>
              <p:nvPr/>
            </p:nvSpPr>
            <p:spPr>
              <a:xfrm rot="2017610">
                <a:off x="3594533" y="5434284"/>
                <a:ext cx="1453577" cy="336535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27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Arc 52">
                <a:extLst>
                  <a:ext uri="{FF2B5EF4-FFF2-40B4-BE49-F238E27FC236}">
                    <a16:creationId xmlns:a16="http://schemas.microsoft.com/office/drawing/2014/main" id="{14875025-646A-9F18-CF2C-B09658E4228C}"/>
                  </a:ext>
                </a:extLst>
              </p:cNvPr>
              <p:cNvSpPr/>
              <p:nvPr/>
            </p:nvSpPr>
            <p:spPr>
              <a:xfrm rot="17912323">
                <a:off x="3495018" y="5399311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60052269-3688-6648-4702-3D7A51D8392B}"/>
                  </a:ext>
                </a:extLst>
              </p:cNvPr>
              <p:cNvSpPr/>
              <p:nvPr/>
            </p:nvSpPr>
            <p:spPr>
              <a:xfrm rot="17912323">
                <a:off x="3652615" y="5504272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>
                <a:extLst>
                  <a:ext uri="{FF2B5EF4-FFF2-40B4-BE49-F238E27FC236}">
                    <a16:creationId xmlns:a16="http://schemas.microsoft.com/office/drawing/2014/main" id="{64BD2F37-8BB7-30A1-C10D-B55C6B6F9C3A}"/>
                  </a:ext>
                </a:extLst>
              </p:cNvPr>
              <p:cNvSpPr/>
              <p:nvPr/>
            </p:nvSpPr>
            <p:spPr>
              <a:xfrm rot="17912323">
                <a:off x="3810211" y="5609231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Arc 55">
                <a:extLst>
                  <a:ext uri="{FF2B5EF4-FFF2-40B4-BE49-F238E27FC236}">
                    <a16:creationId xmlns:a16="http://schemas.microsoft.com/office/drawing/2014/main" id="{E3C56FD3-AD2A-F5AB-5095-3571AC882B2A}"/>
                  </a:ext>
                </a:extLst>
              </p:cNvPr>
              <p:cNvSpPr/>
              <p:nvPr/>
            </p:nvSpPr>
            <p:spPr>
              <a:xfrm rot="17912323">
                <a:off x="3952441" y="5701943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Arc 56">
                <a:extLst>
                  <a:ext uri="{FF2B5EF4-FFF2-40B4-BE49-F238E27FC236}">
                    <a16:creationId xmlns:a16="http://schemas.microsoft.com/office/drawing/2014/main" id="{789ACB1C-017B-9DAE-EB35-D59C2CC892A8}"/>
                  </a:ext>
                </a:extLst>
              </p:cNvPr>
              <p:cNvSpPr/>
              <p:nvPr/>
            </p:nvSpPr>
            <p:spPr>
              <a:xfrm rot="17912323">
                <a:off x="4106297" y="5806902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Arc 57">
                <a:extLst>
                  <a:ext uri="{FF2B5EF4-FFF2-40B4-BE49-F238E27FC236}">
                    <a16:creationId xmlns:a16="http://schemas.microsoft.com/office/drawing/2014/main" id="{89F50388-1C2F-FC57-B31D-CFB6E3C34CDC}"/>
                  </a:ext>
                </a:extLst>
              </p:cNvPr>
              <p:cNvSpPr/>
              <p:nvPr/>
            </p:nvSpPr>
            <p:spPr>
              <a:xfrm rot="17912323">
                <a:off x="4261833" y="5907196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Arc 59">
                <a:extLst>
                  <a:ext uri="{FF2B5EF4-FFF2-40B4-BE49-F238E27FC236}">
                    <a16:creationId xmlns:a16="http://schemas.microsoft.com/office/drawing/2014/main" id="{CBAA9A72-54B7-B21A-1F1D-C702D8223CEF}"/>
                  </a:ext>
                </a:extLst>
              </p:cNvPr>
              <p:cNvSpPr/>
              <p:nvPr/>
            </p:nvSpPr>
            <p:spPr>
              <a:xfrm rot="17912323">
                <a:off x="4404736" y="6007876"/>
                <a:ext cx="659195" cy="135899"/>
              </a:xfrm>
              <a:prstGeom prst="arc">
                <a:avLst/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" name="Arrow: Chevron 61">
              <a:extLst>
                <a:ext uri="{FF2B5EF4-FFF2-40B4-BE49-F238E27FC236}">
                  <a16:creationId xmlns:a16="http://schemas.microsoft.com/office/drawing/2014/main" id="{A6D67C8F-D45C-13EE-37FC-4E48DFC4D2EB}"/>
                </a:ext>
              </a:extLst>
            </p:cNvPr>
            <p:cNvSpPr/>
            <p:nvPr/>
          </p:nvSpPr>
          <p:spPr>
            <a:xfrm rot="18162385">
              <a:off x="4582485" y="3550346"/>
              <a:ext cx="1069250" cy="1615556"/>
            </a:xfrm>
            <a:prstGeom prst="chevron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71CBD2C9-B3FA-C057-C3BB-E581FB017184}"/>
                </a:ext>
              </a:extLst>
            </p:cNvPr>
            <p:cNvSpPr/>
            <p:nvPr/>
          </p:nvSpPr>
          <p:spPr>
            <a:xfrm>
              <a:off x="4680083" y="2555533"/>
              <a:ext cx="382778" cy="347305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50000"/>
                    <a:tint val="66000"/>
                    <a:satMod val="160000"/>
                  </a:schemeClr>
                </a:gs>
                <a:gs pos="50000">
                  <a:schemeClr val="bg2">
                    <a:lumMod val="50000"/>
                    <a:tint val="44500"/>
                    <a:satMod val="160000"/>
                  </a:schemeClr>
                </a:gs>
                <a:gs pos="100000">
                  <a:schemeClr val="bg2">
                    <a:lumMod val="50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712FC43-0DDA-232B-84E4-86FF49D2A55A}"/>
                </a:ext>
              </a:extLst>
            </p:cNvPr>
            <p:cNvSpPr/>
            <p:nvPr/>
          </p:nvSpPr>
          <p:spPr>
            <a:xfrm>
              <a:off x="5100701" y="1597239"/>
              <a:ext cx="382778" cy="347305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50000"/>
                    <a:tint val="66000"/>
                    <a:satMod val="160000"/>
                  </a:schemeClr>
                </a:gs>
                <a:gs pos="50000">
                  <a:schemeClr val="bg2">
                    <a:lumMod val="50000"/>
                    <a:tint val="44500"/>
                    <a:satMod val="160000"/>
                  </a:schemeClr>
                </a:gs>
                <a:gs pos="100000">
                  <a:schemeClr val="bg2">
                    <a:lumMod val="50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6D8A308-83AE-A6B4-0E5A-C46D24489A9C}"/>
                </a:ext>
              </a:extLst>
            </p:cNvPr>
            <p:cNvSpPr/>
            <p:nvPr/>
          </p:nvSpPr>
          <p:spPr>
            <a:xfrm>
              <a:off x="6652342" y="3828541"/>
              <a:ext cx="382778" cy="347305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50000"/>
                    <a:tint val="66000"/>
                    <a:satMod val="160000"/>
                  </a:schemeClr>
                </a:gs>
                <a:gs pos="50000">
                  <a:schemeClr val="bg2">
                    <a:lumMod val="50000"/>
                    <a:tint val="44500"/>
                    <a:satMod val="160000"/>
                  </a:schemeClr>
                </a:gs>
                <a:gs pos="100000">
                  <a:schemeClr val="bg2">
                    <a:lumMod val="50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A7E199A-4BA0-83E1-1128-19EC1BD79FD2}"/>
                </a:ext>
              </a:extLst>
            </p:cNvPr>
            <p:cNvSpPr/>
            <p:nvPr/>
          </p:nvSpPr>
          <p:spPr>
            <a:xfrm>
              <a:off x="7390831" y="3291828"/>
              <a:ext cx="382778" cy="347305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50000"/>
                    <a:tint val="66000"/>
                    <a:satMod val="160000"/>
                  </a:schemeClr>
                </a:gs>
                <a:gs pos="50000">
                  <a:schemeClr val="bg2">
                    <a:lumMod val="50000"/>
                    <a:tint val="44500"/>
                    <a:satMod val="160000"/>
                  </a:schemeClr>
                </a:gs>
                <a:gs pos="100000">
                  <a:schemeClr val="bg2">
                    <a:lumMod val="50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3FD850D-216F-7EEB-A306-F5287685A0B8}"/>
                </a:ext>
              </a:extLst>
            </p:cNvPr>
            <p:cNvSpPr/>
            <p:nvPr/>
          </p:nvSpPr>
          <p:spPr>
            <a:xfrm rot="2002759">
              <a:off x="4477302" y="4650035"/>
              <a:ext cx="764768" cy="229940"/>
            </a:xfrm>
            <a:prstGeom prst="rect">
              <a:avLst/>
            </a:prstGeom>
            <a:gradFill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4445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912279-2B98-AF7A-60DE-5989D4848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6E7B032-B171-B8FD-BBE2-E48FFC12F8C8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Beam Sword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8B4FBC-8A6A-AD49-E924-A6286D3CB891}"/>
              </a:ext>
            </a:extLst>
          </p:cNvPr>
          <p:cNvGrpSpPr/>
          <p:nvPr/>
        </p:nvGrpSpPr>
        <p:grpSpPr>
          <a:xfrm>
            <a:off x="1562851" y="2167212"/>
            <a:ext cx="9815002" cy="3754887"/>
            <a:chOff x="1156451" y="1876927"/>
            <a:chExt cx="9815002" cy="3754887"/>
          </a:xfrm>
        </p:grpSpPr>
        <p:sp>
          <p:nvSpPr>
            <p:cNvPr id="43" name="Flowchart: Delay 42">
              <a:extLst>
                <a:ext uri="{FF2B5EF4-FFF2-40B4-BE49-F238E27FC236}">
                  <a16:creationId xmlns:a16="http://schemas.microsoft.com/office/drawing/2014/main" id="{69377D06-1192-67CB-86DB-738A0DA23584}"/>
                </a:ext>
              </a:extLst>
            </p:cNvPr>
            <p:cNvSpPr/>
            <p:nvPr/>
          </p:nvSpPr>
          <p:spPr>
            <a:xfrm rot="19516687">
              <a:off x="3748912" y="1891477"/>
              <a:ext cx="7204306" cy="510241"/>
            </a:xfrm>
            <a:prstGeom prst="flowChartDelay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38100">
              <a:noFill/>
            </a:ln>
            <a:effectLst>
              <a:glow rad="228600">
                <a:schemeClr val="accent5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A252618-1B84-7E87-3F2A-7875E4E1C084}"/>
                </a:ext>
              </a:extLst>
            </p:cNvPr>
            <p:cNvGrpSpPr/>
            <p:nvPr/>
          </p:nvGrpSpPr>
          <p:grpSpPr>
            <a:xfrm rot="3321516">
              <a:off x="2507096" y="3353434"/>
              <a:ext cx="927735" cy="3629025"/>
              <a:chOff x="4824412" y="1506855"/>
              <a:chExt cx="927735" cy="3629025"/>
            </a:xfrm>
          </p:grpSpPr>
          <p:sp>
            <p:nvSpPr>
              <p:cNvPr id="27" name="Cylinder 26">
                <a:extLst>
                  <a:ext uri="{FF2B5EF4-FFF2-40B4-BE49-F238E27FC236}">
                    <a16:creationId xmlns:a16="http://schemas.microsoft.com/office/drawing/2014/main" id="{32758128-2932-B9FF-5466-559327B50989}"/>
                  </a:ext>
                </a:extLst>
              </p:cNvPr>
              <p:cNvSpPr/>
              <p:nvPr/>
            </p:nvSpPr>
            <p:spPr>
              <a:xfrm>
                <a:off x="4922520" y="1543050"/>
                <a:ext cx="731520" cy="3592830"/>
              </a:xfrm>
              <a:prstGeom prst="can">
                <a:avLst/>
              </a:prstGeom>
              <a:gradFill flip="none" rotWithShape="1">
                <a:gsLst>
                  <a:gs pos="0">
                    <a:schemeClr val="accent3">
                      <a:lumMod val="75000"/>
                      <a:tint val="66000"/>
                      <a:satMod val="160000"/>
                    </a:schemeClr>
                  </a:gs>
                  <a:gs pos="50000">
                    <a:schemeClr val="accent3">
                      <a:lumMod val="75000"/>
                      <a:tint val="44500"/>
                      <a:satMod val="160000"/>
                    </a:schemeClr>
                  </a:gs>
                  <a:gs pos="100000">
                    <a:schemeClr val="accent3">
                      <a:lumMod val="7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Flowchart: Alternate Process 2">
                <a:extLst>
                  <a:ext uri="{FF2B5EF4-FFF2-40B4-BE49-F238E27FC236}">
                    <a16:creationId xmlns:a16="http://schemas.microsoft.com/office/drawing/2014/main" id="{DE2747C9-D3D8-453A-ED94-7508FB5196D3}"/>
                  </a:ext>
                </a:extLst>
              </p:cNvPr>
              <p:cNvSpPr/>
              <p:nvPr/>
            </p:nvSpPr>
            <p:spPr>
              <a:xfrm>
                <a:off x="4872990" y="291465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Flowchart: Alternate Process 3">
                <a:extLst>
                  <a:ext uri="{FF2B5EF4-FFF2-40B4-BE49-F238E27FC236}">
                    <a16:creationId xmlns:a16="http://schemas.microsoft.com/office/drawing/2014/main" id="{5A6F8DCA-F3F8-3390-492B-36517350BCA4}"/>
                  </a:ext>
                </a:extLst>
              </p:cNvPr>
              <p:cNvSpPr/>
              <p:nvPr/>
            </p:nvSpPr>
            <p:spPr>
              <a:xfrm>
                <a:off x="4872990" y="392811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Flowchart: Alternate Process 4">
                <a:extLst>
                  <a:ext uri="{FF2B5EF4-FFF2-40B4-BE49-F238E27FC236}">
                    <a16:creationId xmlns:a16="http://schemas.microsoft.com/office/drawing/2014/main" id="{EED38917-6890-E45F-DE9F-3E3735187294}"/>
                  </a:ext>
                </a:extLst>
              </p:cNvPr>
              <p:cNvSpPr/>
              <p:nvPr/>
            </p:nvSpPr>
            <p:spPr>
              <a:xfrm>
                <a:off x="4872990" y="414909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Flowchart: Alternate Process 5">
                <a:extLst>
                  <a:ext uri="{FF2B5EF4-FFF2-40B4-BE49-F238E27FC236}">
                    <a16:creationId xmlns:a16="http://schemas.microsoft.com/office/drawing/2014/main" id="{9AC40108-45D2-32B1-7353-2C95FE940A02}"/>
                  </a:ext>
                </a:extLst>
              </p:cNvPr>
              <p:cNvSpPr/>
              <p:nvPr/>
            </p:nvSpPr>
            <p:spPr>
              <a:xfrm>
                <a:off x="4872990" y="437007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lowchart: Alternate Process 6">
                <a:extLst>
                  <a:ext uri="{FF2B5EF4-FFF2-40B4-BE49-F238E27FC236}">
                    <a16:creationId xmlns:a16="http://schemas.microsoft.com/office/drawing/2014/main" id="{08E58C70-920D-9C5B-9DA6-58C5B29583FB}"/>
                  </a:ext>
                </a:extLst>
              </p:cNvPr>
              <p:cNvSpPr/>
              <p:nvPr/>
            </p:nvSpPr>
            <p:spPr>
              <a:xfrm>
                <a:off x="4872990" y="459105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Flowchart: Alternate Process 10">
                <a:extLst>
                  <a:ext uri="{FF2B5EF4-FFF2-40B4-BE49-F238E27FC236}">
                    <a16:creationId xmlns:a16="http://schemas.microsoft.com/office/drawing/2014/main" id="{57CCF3DE-3A2E-A940-AB33-F6DBAEB3C210}"/>
                  </a:ext>
                </a:extLst>
              </p:cNvPr>
              <p:cNvSpPr/>
              <p:nvPr/>
            </p:nvSpPr>
            <p:spPr>
              <a:xfrm>
                <a:off x="4872990" y="269367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lowchart: Alternate Process 30">
                <a:extLst>
                  <a:ext uri="{FF2B5EF4-FFF2-40B4-BE49-F238E27FC236}">
                    <a16:creationId xmlns:a16="http://schemas.microsoft.com/office/drawing/2014/main" id="{D1B98C94-FBE0-8749-B7AF-3090B1C2A03E}"/>
                  </a:ext>
                </a:extLst>
              </p:cNvPr>
              <p:cNvSpPr/>
              <p:nvPr/>
            </p:nvSpPr>
            <p:spPr>
              <a:xfrm>
                <a:off x="4872990" y="481203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lowchart: Alternate Process 31">
                <a:extLst>
                  <a:ext uri="{FF2B5EF4-FFF2-40B4-BE49-F238E27FC236}">
                    <a16:creationId xmlns:a16="http://schemas.microsoft.com/office/drawing/2014/main" id="{64E14666-0F7D-E2FD-ABF0-FE18631D8FD8}"/>
                  </a:ext>
                </a:extLst>
              </p:cNvPr>
              <p:cNvSpPr/>
              <p:nvPr/>
            </p:nvSpPr>
            <p:spPr>
              <a:xfrm>
                <a:off x="4872990" y="2472690"/>
                <a:ext cx="830580" cy="137160"/>
              </a:xfrm>
              <a:prstGeom prst="flowChartAlternateProcess">
                <a:avLst/>
              </a:prstGeom>
              <a:gradFill flip="none" rotWithShape="1">
                <a:gsLst>
                  <a:gs pos="0">
                    <a:schemeClr val="bg2">
                      <a:lumMod val="25000"/>
                      <a:shade val="30000"/>
                      <a:satMod val="115000"/>
                    </a:schemeClr>
                  </a:gs>
                  <a:gs pos="50000">
                    <a:schemeClr val="bg2">
                      <a:lumMod val="25000"/>
                      <a:shade val="67500"/>
                      <a:satMod val="115000"/>
                    </a:schemeClr>
                  </a:gs>
                  <a:gs pos="100000">
                    <a:schemeClr val="bg2">
                      <a:lumMod val="2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C2E2CDF2-2233-C16B-27D0-52411DA114BD}"/>
                  </a:ext>
                </a:extLst>
              </p:cNvPr>
              <p:cNvSpPr/>
              <p:nvPr/>
            </p:nvSpPr>
            <p:spPr>
              <a:xfrm>
                <a:off x="5288280" y="3108960"/>
                <a:ext cx="270510" cy="782955"/>
              </a:xfrm>
              <a:prstGeom prst="cube">
                <a:avLst>
                  <a:gd name="adj" fmla="val 16549"/>
                </a:avLst>
              </a:prstGeom>
              <a:gradFill flip="none" rotWithShape="1">
                <a:gsLst>
                  <a:gs pos="0">
                    <a:schemeClr val="bg2">
                      <a:lumMod val="50000"/>
                      <a:shade val="30000"/>
                      <a:satMod val="115000"/>
                    </a:schemeClr>
                  </a:gs>
                  <a:gs pos="50000">
                    <a:schemeClr val="bg2">
                      <a:lumMod val="50000"/>
                      <a:shade val="67500"/>
                      <a:satMod val="115000"/>
                    </a:schemeClr>
                  </a:gs>
                  <a:gs pos="100000">
                    <a:schemeClr val="bg2">
                      <a:lumMod val="5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1CA7099-3648-2EA8-1B63-E763D9287D1D}"/>
                  </a:ext>
                </a:extLst>
              </p:cNvPr>
              <p:cNvSpPr/>
              <p:nvPr/>
            </p:nvSpPr>
            <p:spPr>
              <a:xfrm>
                <a:off x="4987290" y="3188970"/>
                <a:ext cx="236220" cy="240030"/>
              </a:xfrm>
              <a:prstGeom prst="ellipse">
                <a:avLst/>
              </a:prstGeom>
              <a:gradFill>
                <a:gsLst>
                  <a:gs pos="0">
                    <a:schemeClr val="bg2">
                      <a:lumMod val="50000"/>
                      <a:shade val="30000"/>
                      <a:satMod val="115000"/>
                    </a:schemeClr>
                  </a:gs>
                  <a:gs pos="50000">
                    <a:schemeClr val="bg2">
                      <a:lumMod val="50000"/>
                      <a:shade val="67500"/>
                      <a:satMod val="115000"/>
                    </a:schemeClr>
                  </a:gs>
                  <a:gs pos="100000">
                    <a:schemeClr val="bg2">
                      <a:lumMod val="50000"/>
                      <a:shade val="100000"/>
                      <a:satMod val="115000"/>
                    </a:schemeClr>
                  </a:gs>
                </a:gsLst>
                <a:lin ang="2700000" scaled="1"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0CE6CEBB-1B21-2F0A-7988-8A6C0BC1ADE1}"/>
                  </a:ext>
                </a:extLst>
              </p:cNvPr>
              <p:cNvSpPr/>
              <p:nvPr/>
            </p:nvSpPr>
            <p:spPr>
              <a:xfrm>
                <a:off x="4987290" y="3526155"/>
                <a:ext cx="236220" cy="240030"/>
              </a:xfrm>
              <a:prstGeom prst="ellipse">
                <a:avLst/>
              </a:prstGeom>
              <a:gradFill>
                <a:gsLst>
                  <a:gs pos="0">
                    <a:schemeClr val="bg2">
                      <a:lumMod val="50000"/>
                      <a:shade val="30000"/>
                      <a:satMod val="115000"/>
                    </a:schemeClr>
                  </a:gs>
                  <a:gs pos="50000">
                    <a:schemeClr val="bg2">
                      <a:lumMod val="50000"/>
                      <a:shade val="67500"/>
                      <a:satMod val="115000"/>
                    </a:schemeClr>
                  </a:gs>
                  <a:gs pos="100000">
                    <a:schemeClr val="bg2">
                      <a:lumMod val="50000"/>
                      <a:shade val="100000"/>
                      <a:satMod val="115000"/>
                    </a:schemeClr>
                  </a:gs>
                </a:gsLst>
                <a:lin ang="2700000" scaled="1"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Cylinder 35">
                <a:extLst>
                  <a:ext uri="{FF2B5EF4-FFF2-40B4-BE49-F238E27FC236}">
                    <a16:creationId xmlns:a16="http://schemas.microsoft.com/office/drawing/2014/main" id="{E5411323-0581-3D97-1865-E0B6642F0FE7}"/>
                  </a:ext>
                </a:extLst>
              </p:cNvPr>
              <p:cNvSpPr/>
              <p:nvPr/>
            </p:nvSpPr>
            <p:spPr>
              <a:xfrm>
                <a:off x="4824412" y="1506855"/>
                <a:ext cx="927735" cy="310515"/>
              </a:xfrm>
              <a:prstGeom prst="can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E90DCD8-7A21-9B66-A1E6-F81D9747D865}"/>
                  </a:ext>
                </a:extLst>
              </p:cNvPr>
              <p:cNvSpPr/>
              <p:nvPr/>
            </p:nvSpPr>
            <p:spPr>
              <a:xfrm>
                <a:off x="5076822" y="1945005"/>
                <a:ext cx="422911" cy="38481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E8105A19-C47E-4A83-1C67-E99A25A8F4A1}"/>
                  </a:ext>
                </a:extLst>
              </p:cNvPr>
              <p:cNvSpPr/>
              <p:nvPr/>
            </p:nvSpPr>
            <p:spPr>
              <a:xfrm>
                <a:off x="5153023" y="2011680"/>
                <a:ext cx="270511" cy="259080"/>
              </a:xfrm>
              <a:prstGeom prst="ellipse">
                <a:avLst/>
              </a:prstGeom>
              <a:solidFill>
                <a:srgbClr val="FE1E1E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2" name="Flowchart: Delay 41">
              <a:extLst>
                <a:ext uri="{FF2B5EF4-FFF2-40B4-BE49-F238E27FC236}">
                  <a16:creationId xmlns:a16="http://schemas.microsoft.com/office/drawing/2014/main" id="{97027864-F941-9D12-B479-337C2DDAB349}"/>
                </a:ext>
              </a:extLst>
            </p:cNvPr>
            <p:cNvSpPr/>
            <p:nvPr/>
          </p:nvSpPr>
          <p:spPr>
            <a:xfrm rot="19516687">
              <a:off x="3767147" y="1876927"/>
              <a:ext cx="7204306" cy="510241"/>
            </a:xfrm>
            <a:prstGeom prst="flowChartDelay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59522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AF8157-6A34-DA8F-AA83-8A77679F6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51A2DD0-71B0-E25C-8524-2B713CE2051E}"/>
              </a:ext>
            </a:extLst>
          </p:cNvPr>
          <p:cNvSpPr txBox="1"/>
          <p:nvPr/>
        </p:nvSpPr>
        <p:spPr>
          <a:xfrm>
            <a:off x="171450" y="157381"/>
            <a:ext cx="2266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Double Pistol Blasters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7323E1E-1226-AD6B-E444-67C221A2B90D}"/>
              </a:ext>
            </a:extLst>
          </p:cNvPr>
          <p:cNvGrpSpPr/>
          <p:nvPr/>
        </p:nvGrpSpPr>
        <p:grpSpPr>
          <a:xfrm>
            <a:off x="1859330" y="2361254"/>
            <a:ext cx="8008224" cy="2675578"/>
            <a:chOff x="1859330" y="2361254"/>
            <a:chExt cx="8008224" cy="26755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B52BBCC-0401-662A-C2A9-E9FE6266AC9C}"/>
                </a:ext>
              </a:extLst>
            </p:cNvPr>
            <p:cNvGrpSpPr/>
            <p:nvPr/>
          </p:nvGrpSpPr>
          <p:grpSpPr>
            <a:xfrm rot="20271883">
              <a:off x="1859330" y="2368694"/>
              <a:ext cx="4231410" cy="2668138"/>
              <a:chOff x="1619250" y="2010375"/>
              <a:chExt cx="4231410" cy="2668138"/>
            </a:xfrm>
          </p:grpSpPr>
          <p:sp>
            <p:nvSpPr>
              <p:cNvPr id="23" name="Flowchart: Data 22">
                <a:extLst>
                  <a:ext uri="{FF2B5EF4-FFF2-40B4-BE49-F238E27FC236}">
                    <a16:creationId xmlns:a16="http://schemas.microsoft.com/office/drawing/2014/main" id="{526866EA-0E60-F2C6-BDF0-EB761AC2A7F1}"/>
                  </a:ext>
                </a:extLst>
              </p:cNvPr>
              <p:cNvSpPr/>
              <p:nvPr/>
            </p:nvSpPr>
            <p:spPr>
              <a:xfrm rot="457852">
                <a:off x="3051157" y="3395275"/>
                <a:ext cx="225354" cy="30328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Block Arc 21">
                <a:extLst>
                  <a:ext uri="{FF2B5EF4-FFF2-40B4-BE49-F238E27FC236}">
                    <a16:creationId xmlns:a16="http://schemas.microsoft.com/office/drawing/2014/main" id="{10A5C750-F6E6-A07C-C822-432DE81F6D5F}"/>
                  </a:ext>
                </a:extLst>
              </p:cNvPr>
              <p:cNvSpPr/>
              <p:nvPr/>
            </p:nvSpPr>
            <p:spPr>
              <a:xfrm rot="8534143">
                <a:off x="2467299" y="2874732"/>
                <a:ext cx="1172080" cy="1142846"/>
              </a:xfrm>
              <a:prstGeom prst="blockArc">
                <a:avLst>
                  <a:gd name="adj1" fmla="val 10800000"/>
                  <a:gd name="adj2" fmla="val 20289918"/>
                  <a:gd name="adj3" fmla="val 14063"/>
                </a:avLst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Flowchart: Data 20">
                <a:extLst>
                  <a:ext uri="{FF2B5EF4-FFF2-40B4-BE49-F238E27FC236}">
                    <a16:creationId xmlns:a16="http://schemas.microsoft.com/office/drawing/2014/main" id="{761FFA12-17F7-8871-020E-E87782C5F976}"/>
                  </a:ext>
                </a:extLst>
              </p:cNvPr>
              <p:cNvSpPr/>
              <p:nvPr/>
            </p:nvSpPr>
            <p:spPr>
              <a:xfrm>
                <a:off x="1628770" y="3199537"/>
                <a:ext cx="1346769" cy="147897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Flowchart: Delay 15">
                <a:extLst>
                  <a:ext uri="{FF2B5EF4-FFF2-40B4-BE49-F238E27FC236}">
                    <a16:creationId xmlns:a16="http://schemas.microsoft.com/office/drawing/2014/main" id="{094E499E-E334-91CD-A520-40CDB6C247B6}"/>
                  </a:ext>
                </a:extLst>
              </p:cNvPr>
              <p:cNvSpPr/>
              <p:nvPr/>
            </p:nvSpPr>
            <p:spPr>
              <a:xfrm rot="10800000">
                <a:off x="1628771" y="2352342"/>
                <a:ext cx="2020778" cy="1076657"/>
              </a:xfrm>
              <a:prstGeom prst="flowChartDelay">
                <a:avLst/>
              </a:prstGeom>
              <a:gradFill flip="none" rotWithShape="1">
                <a:gsLst>
                  <a:gs pos="0">
                    <a:schemeClr val="accent1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1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Flowchart: Alternate Process 12">
                <a:extLst>
                  <a:ext uri="{FF2B5EF4-FFF2-40B4-BE49-F238E27FC236}">
                    <a16:creationId xmlns:a16="http://schemas.microsoft.com/office/drawing/2014/main" id="{FD46BA5E-5BDA-0C92-89AB-21FB6039F221}"/>
                  </a:ext>
                </a:extLst>
              </p:cNvPr>
              <p:cNvSpPr/>
              <p:nvPr/>
            </p:nvSpPr>
            <p:spPr>
              <a:xfrm>
                <a:off x="1619250" y="2148319"/>
                <a:ext cx="1676400" cy="770657"/>
              </a:xfrm>
              <a:prstGeom prst="flowChartAlternateProcess">
                <a:avLst/>
              </a:prstGeom>
              <a:gradFill flip="none" rotWithShape="1">
                <a:gsLst>
                  <a:gs pos="33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9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75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Cylinder 1">
                <a:extLst>
                  <a:ext uri="{FF2B5EF4-FFF2-40B4-BE49-F238E27FC236}">
                    <a16:creationId xmlns:a16="http://schemas.microsoft.com/office/drawing/2014/main" id="{601A4DCD-C694-378A-9017-02B7002CEA6E}"/>
                  </a:ext>
                </a:extLst>
              </p:cNvPr>
              <p:cNvSpPr/>
              <p:nvPr/>
            </p:nvSpPr>
            <p:spPr>
              <a:xfrm rot="5400000">
                <a:off x="4009738" y="980477"/>
                <a:ext cx="592281" cy="3089563"/>
              </a:xfrm>
              <a:prstGeom prst="can">
                <a:avLst/>
              </a:prstGeom>
              <a:gradFill flip="none" rotWithShape="1">
                <a:gsLst>
                  <a:gs pos="2100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5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ata 23">
                <a:extLst>
                  <a:ext uri="{FF2B5EF4-FFF2-40B4-BE49-F238E27FC236}">
                    <a16:creationId xmlns:a16="http://schemas.microsoft.com/office/drawing/2014/main" id="{9884E390-6A05-21F7-8937-7B5A0D64892A}"/>
                  </a:ext>
                </a:extLst>
              </p:cNvPr>
              <p:cNvSpPr/>
              <p:nvPr/>
            </p:nvSpPr>
            <p:spPr>
              <a:xfrm>
                <a:off x="1847558" y="3486734"/>
                <a:ext cx="913539" cy="109797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chemeClr val="accent1">
                      <a:lumMod val="50000"/>
                    </a:schemeClr>
                  </a:gs>
                  <a:gs pos="100000">
                    <a:schemeClr val="tx2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947D8C84-78CF-5758-33BE-65E695664EC2}"/>
                  </a:ext>
                </a:extLst>
              </p:cNvPr>
              <p:cNvSpPr/>
              <p:nvPr/>
            </p:nvSpPr>
            <p:spPr>
              <a:xfrm rot="5400000">
                <a:off x="4465234" y="2092567"/>
                <a:ext cx="367149" cy="2060865"/>
              </a:xfrm>
              <a:prstGeom prst="can">
                <a:avLst/>
              </a:prstGeom>
              <a:gradFill flip="none" rotWithShape="1">
                <a:gsLst>
                  <a:gs pos="2100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5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lowchart: Alternate Process 11">
                <a:extLst>
                  <a:ext uri="{FF2B5EF4-FFF2-40B4-BE49-F238E27FC236}">
                    <a16:creationId xmlns:a16="http://schemas.microsoft.com/office/drawing/2014/main" id="{B96804B6-68B0-4F26-12A6-F8EF0C5D4A7D}"/>
                  </a:ext>
                </a:extLst>
              </p:cNvPr>
              <p:cNvSpPr/>
              <p:nvPr/>
            </p:nvSpPr>
            <p:spPr>
              <a:xfrm>
                <a:off x="3134590" y="2148320"/>
                <a:ext cx="803564" cy="770657"/>
              </a:xfrm>
              <a:prstGeom prst="flowChartAlternateProcess">
                <a:avLst/>
              </a:prstGeom>
              <a:gradFill flip="none" rotWithShape="1">
                <a:gsLst>
                  <a:gs pos="100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7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17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E33F6FB-A4D4-7631-97C4-75CF3738E585}"/>
                  </a:ext>
                </a:extLst>
              </p:cNvPr>
              <p:cNvSpPr/>
              <p:nvPr/>
            </p:nvSpPr>
            <p:spPr>
              <a:xfrm>
                <a:off x="3132209" y="2165350"/>
                <a:ext cx="141216" cy="50799"/>
              </a:xfrm>
              <a:prstGeom prst="rect">
                <a:avLst/>
              </a:prstGeom>
              <a:solidFill>
                <a:srgbClr val="2476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8C5AAF-CF64-C6D0-A8D3-413F180AB0A1}"/>
                  </a:ext>
                </a:extLst>
              </p:cNvPr>
              <p:cNvSpPr/>
              <p:nvPr/>
            </p:nvSpPr>
            <p:spPr>
              <a:xfrm>
                <a:off x="3132209" y="2847372"/>
                <a:ext cx="117799" cy="58122"/>
              </a:xfrm>
              <a:prstGeom prst="rect">
                <a:avLst/>
              </a:prstGeom>
              <a:solidFill>
                <a:srgbClr val="2476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rapezoid 19">
                <a:extLst>
                  <a:ext uri="{FF2B5EF4-FFF2-40B4-BE49-F238E27FC236}">
                    <a16:creationId xmlns:a16="http://schemas.microsoft.com/office/drawing/2014/main" id="{13EEC908-4A5C-63EB-FE35-64B3ECF76A97}"/>
                  </a:ext>
                </a:extLst>
              </p:cNvPr>
              <p:cNvSpPr/>
              <p:nvPr/>
            </p:nvSpPr>
            <p:spPr>
              <a:xfrm>
                <a:off x="5080001" y="2101489"/>
                <a:ext cx="457200" cy="127721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rapezoid 24">
                <a:extLst>
                  <a:ext uri="{FF2B5EF4-FFF2-40B4-BE49-F238E27FC236}">
                    <a16:creationId xmlns:a16="http://schemas.microsoft.com/office/drawing/2014/main" id="{88523994-D8EC-4FC8-4C04-8B41A592CE52}"/>
                  </a:ext>
                </a:extLst>
              </p:cNvPr>
              <p:cNvSpPr/>
              <p:nvPr/>
            </p:nvSpPr>
            <p:spPr>
              <a:xfrm>
                <a:off x="3307772" y="2010375"/>
                <a:ext cx="457200" cy="127721"/>
              </a:xfrm>
              <a:prstGeom prst="trapezoid">
                <a:avLst/>
              </a:prstGeom>
              <a:gradFill>
                <a:gsLst>
                  <a:gs pos="100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7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17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005420D-2A1F-5707-7497-A7B64296664F}"/>
                </a:ext>
              </a:extLst>
            </p:cNvPr>
            <p:cNvGrpSpPr/>
            <p:nvPr/>
          </p:nvGrpSpPr>
          <p:grpSpPr>
            <a:xfrm rot="1328117" flipH="1">
              <a:off x="5636144" y="2361254"/>
              <a:ext cx="4231410" cy="2668138"/>
              <a:chOff x="1619250" y="2010375"/>
              <a:chExt cx="4231410" cy="2668138"/>
            </a:xfrm>
          </p:grpSpPr>
          <p:sp>
            <p:nvSpPr>
              <p:cNvPr id="29" name="Flowchart: Data 28">
                <a:extLst>
                  <a:ext uri="{FF2B5EF4-FFF2-40B4-BE49-F238E27FC236}">
                    <a16:creationId xmlns:a16="http://schemas.microsoft.com/office/drawing/2014/main" id="{9D9ED240-E648-C0A7-F30F-8232E922F406}"/>
                  </a:ext>
                </a:extLst>
              </p:cNvPr>
              <p:cNvSpPr/>
              <p:nvPr/>
            </p:nvSpPr>
            <p:spPr>
              <a:xfrm rot="457852">
                <a:off x="3051157" y="3395275"/>
                <a:ext cx="225354" cy="30328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Block Arc 29">
                <a:extLst>
                  <a:ext uri="{FF2B5EF4-FFF2-40B4-BE49-F238E27FC236}">
                    <a16:creationId xmlns:a16="http://schemas.microsoft.com/office/drawing/2014/main" id="{E267CDE0-F831-4D99-DD38-3A6BEB3DC149}"/>
                  </a:ext>
                </a:extLst>
              </p:cNvPr>
              <p:cNvSpPr/>
              <p:nvPr/>
            </p:nvSpPr>
            <p:spPr>
              <a:xfrm rot="8534143">
                <a:off x="2467299" y="2874732"/>
                <a:ext cx="1172080" cy="1142846"/>
              </a:xfrm>
              <a:prstGeom prst="blockArc">
                <a:avLst>
                  <a:gd name="adj1" fmla="val 10800000"/>
                  <a:gd name="adj2" fmla="val 20289918"/>
                  <a:gd name="adj3" fmla="val 14063"/>
                </a:avLst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Flowchart: Data 39">
                <a:extLst>
                  <a:ext uri="{FF2B5EF4-FFF2-40B4-BE49-F238E27FC236}">
                    <a16:creationId xmlns:a16="http://schemas.microsoft.com/office/drawing/2014/main" id="{DE443B3E-F1FD-8F64-82AB-2ED24918956D}"/>
                  </a:ext>
                </a:extLst>
              </p:cNvPr>
              <p:cNvSpPr/>
              <p:nvPr/>
            </p:nvSpPr>
            <p:spPr>
              <a:xfrm>
                <a:off x="1628770" y="3199537"/>
                <a:ext cx="1346769" cy="147897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rgbClr val="002060"/>
                  </a:gs>
                  <a:gs pos="100000">
                    <a:srgbClr val="0070C0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Flowchart: Delay 40">
                <a:extLst>
                  <a:ext uri="{FF2B5EF4-FFF2-40B4-BE49-F238E27FC236}">
                    <a16:creationId xmlns:a16="http://schemas.microsoft.com/office/drawing/2014/main" id="{5AE14872-EC86-167D-140A-BE77386BFCBB}"/>
                  </a:ext>
                </a:extLst>
              </p:cNvPr>
              <p:cNvSpPr/>
              <p:nvPr/>
            </p:nvSpPr>
            <p:spPr>
              <a:xfrm rot="10800000">
                <a:off x="1628771" y="2352342"/>
                <a:ext cx="2020778" cy="1076657"/>
              </a:xfrm>
              <a:prstGeom prst="flowChartDelay">
                <a:avLst/>
              </a:prstGeom>
              <a:gradFill flip="none" rotWithShape="1">
                <a:gsLst>
                  <a:gs pos="0">
                    <a:schemeClr val="accent1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1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Alternate Process 44">
                <a:extLst>
                  <a:ext uri="{FF2B5EF4-FFF2-40B4-BE49-F238E27FC236}">
                    <a16:creationId xmlns:a16="http://schemas.microsoft.com/office/drawing/2014/main" id="{5DF07337-1B29-29AC-2680-71C7269FC4F7}"/>
                  </a:ext>
                </a:extLst>
              </p:cNvPr>
              <p:cNvSpPr/>
              <p:nvPr/>
            </p:nvSpPr>
            <p:spPr>
              <a:xfrm>
                <a:off x="1619250" y="2148319"/>
                <a:ext cx="1676400" cy="770657"/>
              </a:xfrm>
              <a:prstGeom prst="flowChartAlternateProcess">
                <a:avLst/>
              </a:prstGeom>
              <a:gradFill flip="none" rotWithShape="1">
                <a:gsLst>
                  <a:gs pos="33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9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75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Cylinder 45">
                <a:extLst>
                  <a:ext uri="{FF2B5EF4-FFF2-40B4-BE49-F238E27FC236}">
                    <a16:creationId xmlns:a16="http://schemas.microsoft.com/office/drawing/2014/main" id="{904484B1-3127-99D6-8E63-17B9F53E2FDB}"/>
                  </a:ext>
                </a:extLst>
              </p:cNvPr>
              <p:cNvSpPr/>
              <p:nvPr/>
            </p:nvSpPr>
            <p:spPr>
              <a:xfrm rot="5400000">
                <a:off x="4009738" y="980477"/>
                <a:ext cx="592281" cy="3089563"/>
              </a:xfrm>
              <a:prstGeom prst="can">
                <a:avLst/>
              </a:prstGeom>
              <a:gradFill flip="none" rotWithShape="1">
                <a:gsLst>
                  <a:gs pos="2100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5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Flowchart: Data 46">
                <a:extLst>
                  <a:ext uri="{FF2B5EF4-FFF2-40B4-BE49-F238E27FC236}">
                    <a16:creationId xmlns:a16="http://schemas.microsoft.com/office/drawing/2014/main" id="{62572C5C-756B-1F18-9925-F9A3BC1AC4F7}"/>
                  </a:ext>
                </a:extLst>
              </p:cNvPr>
              <p:cNvSpPr/>
              <p:nvPr/>
            </p:nvSpPr>
            <p:spPr>
              <a:xfrm>
                <a:off x="1847558" y="3486734"/>
                <a:ext cx="913539" cy="1097976"/>
              </a:xfrm>
              <a:prstGeom prst="flowChartInputOutput">
                <a:avLst/>
              </a:prstGeom>
              <a:gradFill>
                <a:gsLst>
                  <a:gs pos="19000">
                    <a:schemeClr val="tx1">
                      <a:lumMod val="95000"/>
                      <a:lumOff val="5000"/>
                    </a:schemeClr>
                  </a:gs>
                  <a:gs pos="66000">
                    <a:schemeClr val="accent1">
                      <a:lumMod val="50000"/>
                    </a:schemeClr>
                  </a:gs>
                  <a:gs pos="100000">
                    <a:schemeClr val="tx2"/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Cylinder 47">
                <a:extLst>
                  <a:ext uri="{FF2B5EF4-FFF2-40B4-BE49-F238E27FC236}">
                    <a16:creationId xmlns:a16="http://schemas.microsoft.com/office/drawing/2014/main" id="{EE0798DC-2A50-D5AB-A64D-964A19E52B6C}"/>
                  </a:ext>
                </a:extLst>
              </p:cNvPr>
              <p:cNvSpPr/>
              <p:nvPr/>
            </p:nvSpPr>
            <p:spPr>
              <a:xfrm rot="5400000">
                <a:off x="4465234" y="2092567"/>
                <a:ext cx="367149" cy="2060865"/>
              </a:xfrm>
              <a:prstGeom prst="can">
                <a:avLst/>
              </a:prstGeom>
              <a:gradFill flip="none" rotWithShape="1">
                <a:gsLst>
                  <a:gs pos="2100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5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Flowchart: Alternate Process 48">
                <a:extLst>
                  <a:ext uri="{FF2B5EF4-FFF2-40B4-BE49-F238E27FC236}">
                    <a16:creationId xmlns:a16="http://schemas.microsoft.com/office/drawing/2014/main" id="{A6B7A351-DF94-EA34-C7CD-8261723DE22A}"/>
                  </a:ext>
                </a:extLst>
              </p:cNvPr>
              <p:cNvSpPr/>
              <p:nvPr/>
            </p:nvSpPr>
            <p:spPr>
              <a:xfrm>
                <a:off x="3134590" y="2148320"/>
                <a:ext cx="803564" cy="770657"/>
              </a:xfrm>
              <a:prstGeom prst="flowChartAlternateProcess">
                <a:avLst/>
              </a:prstGeom>
              <a:gradFill flip="none" rotWithShape="1">
                <a:gsLst>
                  <a:gs pos="100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7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17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28575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CB7B7C57-93EC-8D22-086A-7C7900E5B8CD}"/>
                  </a:ext>
                </a:extLst>
              </p:cNvPr>
              <p:cNvSpPr/>
              <p:nvPr/>
            </p:nvSpPr>
            <p:spPr>
              <a:xfrm>
                <a:off x="3132209" y="2165350"/>
                <a:ext cx="141216" cy="50799"/>
              </a:xfrm>
              <a:prstGeom prst="rect">
                <a:avLst/>
              </a:prstGeom>
              <a:solidFill>
                <a:srgbClr val="2476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C232E25-7981-CF70-A0AE-1FDE90334009}"/>
                  </a:ext>
                </a:extLst>
              </p:cNvPr>
              <p:cNvSpPr/>
              <p:nvPr/>
            </p:nvSpPr>
            <p:spPr>
              <a:xfrm>
                <a:off x="3132209" y="2847372"/>
                <a:ext cx="117799" cy="58122"/>
              </a:xfrm>
              <a:prstGeom prst="rect">
                <a:avLst/>
              </a:prstGeom>
              <a:solidFill>
                <a:srgbClr val="2476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rapezoid 51">
                <a:extLst>
                  <a:ext uri="{FF2B5EF4-FFF2-40B4-BE49-F238E27FC236}">
                    <a16:creationId xmlns:a16="http://schemas.microsoft.com/office/drawing/2014/main" id="{C3707EE8-4133-65E8-E86C-DF00DFA14996}"/>
                  </a:ext>
                </a:extLst>
              </p:cNvPr>
              <p:cNvSpPr/>
              <p:nvPr/>
            </p:nvSpPr>
            <p:spPr>
              <a:xfrm>
                <a:off x="5080001" y="2101489"/>
                <a:ext cx="457200" cy="127721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7AE993A5-B36F-6D4B-208C-7C334DC6F740}"/>
                  </a:ext>
                </a:extLst>
              </p:cNvPr>
              <p:cNvSpPr/>
              <p:nvPr/>
            </p:nvSpPr>
            <p:spPr>
              <a:xfrm>
                <a:off x="3307772" y="2010375"/>
                <a:ext cx="457200" cy="127721"/>
              </a:xfrm>
              <a:prstGeom prst="trapezoid">
                <a:avLst/>
              </a:prstGeom>
              <a:gradFill>
                <a:gsLst>
                  <a:gs pos="100000">
                    <a:schemeClr val="accent5">
                      <a:lumMod val="75000"/>
                      <a:shade val="30000"/>
                      <a:satMod val="115000"/>
                    </a:schemeClr>
                  </a:gs>
                  <a:gs pos="57000">
                    <a:schemeClr val="accent5">
                      <a:lumMod val="75000"/>
                      <a:shade val="67500"/>
                      <a:satMod val="115000"/>
                    </a:schemeClr>
                  </a:gs>
                  <a:gs pos="17000">
                    <a:schemeClr val="accent5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648365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93B67-10C8-7BFD-969D-2E5BC469B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08AC62D-CCD8-1FFB-7823-8B76EC2BE371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burst grenade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B8B78B-11B3-A5F0-981F-B78D4BB375D6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CA60E0E-25B6-AC5F-56C5-18C1248B88E7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 flip="none" rotWithShape="1">
              <a:gsLst>
                <a:gs pos="100000">
                  <a:schemeClr val="accent6">
                    <a:lumMod val="75000"/>
                  </a:schemeClr>
                </a:gs>
                <a:gs pos="85000">
                  <a:schemeClr val="accent6">
                    <a:lumMod val="75000"/>
                  </a:schemeClr>
                </a:gs>
                <a:gs pos="39000">
                  <a:srgbClr val="0E1509"/>
                </a:gs>
                <a:gs pos="76000">
                  <a:schemeClr val="accent6">
                    <a:lumMod val="5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EF625FE6-C78A-A641-48C2-26AEC0396777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95000"/>
                    <a:lumOff val="5000"/>
                  </a:schemeClr>
                </a:gs>
                <a:gs pos="63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3D788-51D4-F656-90E5-F86A7E28A48F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F28495-9170-60D1-4AEF-E4CE82F58EAE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A98DCB6-CEA7-5E83-ECC9-AAAA59EA2328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C9CB930-AF20-CA17-CCD5-E7CEB2FEE6BE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ACB8B44-BBB1-EB25-3023-977F6CD3637D}"/>
                </a:ext>
              </a:extLst>
            </p:cNvPr>
            <p:cNvGrpSpPr/>
            <p:nvPr/>
          </p:nvGrpSpPr>
          <p:grpSpPr>
            <a:xfrm>
              <a:off x="4918075" y="2359819"/>
              <a:ext cx="666750" cy="666750"/>
              <a:chOff x="4918075" y="2359819"/>
              <a:chExt cx="666750" cy="666750"/>
            </a:xfrm>
          </p:grpSpPr>
          <p:sp>
            <p:nvSpPr>
              <p:cNvPr id="2" name="Diagonal Stripe 1">
                <a:extLst>
                  <a:ext uri="{FF2B5EF4-FFF2-40B4-BE49-F238E27FC236}">
                    <a16:creationId xmlns:a16="http://schemas.microsoft.com/office/drawing/2014/main" id="{BC425797-618F-247B-7A71-2D666F7D7FB7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666750" cy="666750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Diagonal Stripe 14">
                <a:extLst>
                  <a:ext uri="{FF2B5EF4-FFF2-40B4-BE49-F238E27FC236}">
                    <a16:creationId xmlns:a16="http://schemas.microsoft.com/office/drawing/2014/main" id="{F3CB4717-0DBA-0AA7-8D56-1FC980ED164A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234950" cy="245269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D5F1995-055B-128D-F05C-9A369B0DFC2C}"/>
                </a:ext>
              </a:extLst>
            </p:cNvPr>
            <p:cNvGrpSpPr/>
            <p:nvPr/>
          </p:nvGrpSpPr>
          <p:grpSpPr>
            <a:xfrm flipV="1">
              <a:off x="4918075" y="3831432"/>
              <a:ext cx="666750" cy="666750"/>
              <a:chOff x="4918075" y="2359819"/>
              <a:chExt cx="666750" cy="666750"/>
            </a:xfrm>
          </p:grpSpPr>
          <p:sp>
            <p:nvSpPr>
              <p:cNvPr id="19" name="Diagonal Stripe 18">
                <a:extLst>
                  <a:ext uri="{FF2B5EF4-FFF2-40B4-BE49-F238E27FC236}">
                    <a16:creationId xmlns:a16="http://schemas.microsoft.com/office/drawing/2014/main" id="{41B035D8-818C-F529-CC7F-B93167C0FCF6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666750" cy="666750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Diagonal Stripe 19">
                <a:extLst>
                  <a:ext uri="{FF2B5EF4-FFF2-40B4-BE49-F238E27FC236}">
                    <a16:creationId xmlns:a16="http://schemas.microsoft.com/office/drawing/2014/main" id="{6B52ABF3-605E-F218-32AF-D6A1B253232F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234950" cy="245269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FA64C95-A1DC-9D5D-F11A-9740210827DC}"/>
                </a:ext>
              </a:extLst>
            </p:cNvPr>
            <p:cNvGrpSpPr/>
            <p:nvPr/>
          </p:nvGrpSpPr>
          <p:grpSpPr>
            <a:xfrm flipH="1" flipV="1">
              <a:off x="6607177" y="3831432"/>
              <a:ext cx="666750" cy="666750"/>
              <a:chOff x="4918075" y="2359819"/>
              <a:chExt cx="666750" cy="666750"/>
            </a:xfrm>
          </p:grpSpPr>
          <p:sp>
            <p:nvSpPr>
              <p:cNvPr id="22" name="Diagonal Stripe 21">
                <a:extLst>
                  <a:ext uri="{FF2B5EF4-FFF2-40B4-BE49-F238E27FC236}">
                    <a16:creationId xmlns:a16="http://schemas.microsoft.com/office/drawing/2014/main" id="{DB074E7B-FB93-7DA7-8869-3983A4F783A4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666750" cy="666750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Diagonal Stripe 22">
                <a:extLst>
                  <a:ext uri="{FF2B5EF4-FFF2-40B4-BE49-F238E27FC236}">
                    <a16:creationId xmlns:a16="http://schemas.microsoft.com/office/drawing/2014/main" id="{E2BDF7F1-27DA-6EA9-7424-9690710F8EBC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234950" cy="245269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5D6DB5A-856F-7A43-A21F-E320F6BBB83A}"/>
                </a:ext>
              </a:extLst>
            </p:cNvPr>
            <p:cNvGrpSpPr/>
            <p:nvPr/>
          </p:nvGrpSpPr>
          <p:grpSpPr>
            <a:xfrm flipH="1">
              <a:off x="6607177" y="2359819"/>
              <a:ext cx="666750" cy="666750"/>
              <a:chOff x="4918075" y="2359819"/>
              <a:chExt cx="666750" cy="666750"/>
            </a:xfrm>
          </p:grpSpPr>
          <p:sp>
            <p:nvSpPr>
              <p:cNvPr id="25" name="Diagonal Stripe 24">
                <a:extLst>
                  <a:ext uri="{FF2B5EF4-FFF2-40B4-BE49-F238E27FC236}">
                    <a16:creationId xmlns:a16="http://schemas.microsoft.com/office/drawing/2014/main" id="{DA0BE181-31A6-03CB-7A26-46265B0B072A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666750" cy="666750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Diagonal Stripe 25">
                <a:extLst>
                  <a:ext uri="{FF2B5EF4-FFF2-40B4-BE49-F238E27FC236}">
                    <a16:creationId xmlns:a16="http://schemas.microsoft.com/office/drawing/2014/main" id="{1D2173A4-BF89-E8C6-5111-B0943BBAC14E}"/>
                  </a:ext>
                </a:extLst>
              </p:cNvPr>
              <p:cNvSpPr/>
              <p:nvPr/>
            </p:nvSpPr>
            <p:spPr>
              <a:xfrm>
                <a:off x="4918075" y="2359819"/>
                <a:ext cx="234950" cy="245269"/>
              </a:xfrm>
              <a:prstGeom prst="diagStripe">
                <a:avLst/>
              </a:prstGeom>
              <a:solidFill>
                <a:schemeClr val="accent2">
                  <a:lumMod val="50000"/>
                </a:schemeClr>
              </a:soli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8" name="Arrow: Chevron 27">
              <a:extLst>
                <a:ext uri="{FF2B5EF4-FFF2-40B4-BE49-F238E27FC236}">
                  <a16:creationId xmlns:a16="http://schemas.microsoft.com/office/drawing/2014/main" id="{77C4D6E1-3498-193B-F9CC-FDB1260FB835}"/>
                </a:ext>
              </a:extLst>
            </p:cNvPr>
            <p:cNvSpPr/>
            <p:nvPr/>
          </p:nvSpPr>
          <p:spPr>
            <a:xfrm rot="16200000">
              <a:off x="5720558" y="2997794"/>
              <a:ext cx="746522" cy="1145782"/>
            </a:xfrm>
            <a:prstGeom prst="chevron">
              <a:avLst/>
            </a:prstGeom>
            <a:gradFill flip="none" rotWithShape="1">
              <a:gsLst>
                <a:gs pos="0">
                  <a:schemeClr val="accent6">
                    <a:lumMod val="75000"/>
                  </a:schemeClr>
                </a:gs>
                <a:gs pos="59000">
                  <a:srgbClr val="203214"/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Arrow: Chevron 28">
              <a:extLst>
                <a:ext uri="{FF2B5EF4-FFF2-40B4-BE49-F238E27FC236}">
                  <a16:creationId xmlns:a16="http://schemas.microsoft.com/office/drawing/2014/main" id="{9DE38766-4BB6-2764-8039-EDA9E024BB6B}"/>
                </a:ext>
              </a:extLst>
            </p:cNvPr>
            <p:cNvSpPr/>
            <p:nvPr/>
          </p:nvSpPr>
          <p:spPr>
            <a:xfrm rot="16200000">
              <a:off x="5720558" y="2441177"/>
              <a:ext cx="746522" cy="1145782"/>
            </a:xfrm>
            <a:prstGeom prst="chevron">
              <a:avLst/>
            </a:prstGeom>
            <a:gradFill flip="none" rotWithShape="1">
              <a:gsLst>
                <a:gs pos="0">
                  <a:schemeClr val="accent6">
                    <a:lumMod val="75000"/>
                  </a:schemeClr>
                </a:gs>
                <a:gs pos="59000">
                  <a:srgbClr val="203214"/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2559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38EA6E-DAA7-7C24-2ACF-9D71BA04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4D71B41-5402-2B5F-DF45-769BFEE92EE0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ice grenade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AB74B0D-7948-625A-FA05-E264C0874772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77A8D8D-7F54-3EDA-8E6D-99FDCEDD16F0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4000">
                  <a:schemeClr val="accent5">
                    <a:lumMod val="0"/>
                    <a:lumOff val="100000"/>
                  </a:schemeClr>
                </a:gs>
                <a:gs pos="84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Plaque 4">
              <a:extLst>
                <a:ext uri="{FF2B5EF4-FFF2-40B4-BE49-F238E27FC236}">
                  <a16:creationId xmlns:a16="http://schemas.microsoft.com/office/drawing/2014/main" id="{866AEE23-9C3F-D07A-AFD1-02A2A2B48C38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chemeClr val="accent5">
                    <a:lumMod val="5000"/>
                    <a:lumOff val="95000"/>
                  </a:schemeClr>
                </a:gs>
                <a:gs pos="62000">
                  <a:schemeClr val="accent5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8AE2C7-8826-C4DD-A035-0C7649B1427B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133AF5C-12B1-9C4D-4B9D-3F1BAEC75DB4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003C6B2-7522-2920-EA77-31F5879681E7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008439-CA05-DBA5-8481-59F74B832044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Star: 4 Points 47">
              <a:extLst>
                <a:ext uri="{FF2B5EF4-FFF2-40B4-BE49-F238E27FC236}">
                  <a16:creationId xmlns:a16="http://schemas.microsoft.com/office/drawing/2014/main" id="{7CAF2E5D-0E7A-3018-7E09-5565801FFA6D}"/>
                </a:ext>
              </a:extLst>
            </p:cNvPr>
            <p:cNvSpPr/>
            <p:nvPr/>
          </p:nvSpPr>
          <p:spPr>
            <a:xfrm>
              <a:off x="5214380" y="2539178"/>
              <a:ext cx="1763239" cy="1779639"/>
            </a:xfrm>
            <a:prstGeom prst="star4">
              <a:avLst/>
            </a:prstGeom>
            <a:gradFill>
              <a:gsLst>
                <a:gs pos="61000">
                  <a:schemeClr val="accent3">
                    <a:lumMod val="0"/>
                    <a:lumOff val="10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Star: 4 Points 48">
              <a:extLst>
                <a:ext uri="{FF2B5EF4-FFF2-40B4-BE49-F238E27FC236}">
                  <a16:creationId xmlns:a16="http://schemas.microsoft.com/office/drawing/2014/main" id="{25CD9C03-5586-BD05-714F-DB55F84EC544}"/>
                </a:ext>
              </a:extLst>
            </p:cNvPr>
            <p:cNvSpPr/>
            <p:nvPr/>
          </p:nvSpPr>
          <p:spPr>
            <a:xfrm rot="18819453">
              <a:off x="4875944" y="3746549"/>
              <a:ext cx="470601" cy="1014013"/>
            </a:xfrm>
            <a:prstGeom prst="star4">
              <a:avLst/>
            </a:prstGeom>
            <a:gradFill>
              <a:gsLst>
                <a:gs pos="61000">
                  <a:schemeClr val="accent3">
                    <a:lumMod val="0"/>
                    <a:lumOff val="10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Star: 4 Points 49">
              <a:extLst>
                <a:ext uri="{FF2B5EF4-FFF2-40B4-BE49-F238E27FC236}">
                  <a16:creationId xmlns:a16="http://schemas.microsoft.com/office/drawing/2014/main" id="{01445E18-BB77-ED66-B9D4-4CC6A84FEDCB}"/>
                </a:ext>
              </a:extLst>
            </p:cNvPr>
            <p:cNvSpPr/>
            <p:nvPr/>
          </p:nvSpPr>
          <p:spPr>
            <a:xfrm rot="2780547" flipH="1">
              <a:off x="6845458" y="3746549"/>
              <a:ext cx="470601" cy="1014013"/>
            </a:xfrm>
            <a:prstGeom prst="star4">
              <a:avLst/>
            </a:prstGeom>
            <a:gradFill>
              <a:gsLst>
                <a:gs pos="61000">
                  <a:schemeClr val="accent3">
                    <a:lumMod val="0"/>
                    <a:lumOff val="10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Star: 4 Points 50">
              <a:extLst>
                <a:ext uri="{FF2B5EF4-FFF2-40B4-BE49-F238E27FC236}">
                  <a16:creationId xmlns:a16="http://schemas.microsoft.com/office/drawing/2014/main" id="{87C3668B-67D7-4E55-1991-E2DACBD8B7A5}"/>
                </a:ext>
              </a:extLst>
            </p:cNvPr>
            <p:cNvSpPr/>
            <p:nvPr/>
          </p:nvSpPr>
          <p:spPr>
            <a:xfrm rot="18819453" flipH="1" flipV="1">
              <a:off x="6845454" y="2088544"/>
              <a:ext cx="470601" cy="1014013"/>
            </a:xfrm>
            <a:prstGeom prst="star4">
              <a:avLst/>
            </a:prstGeom>
            <a:gradFill>
              <a:gsLst>
                <a:gs pos="61000">
                  <a:schemeClr val="accent3">
                    <a:lumMod val="0"/>
                    <a:lumOff val="10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Star: 4 Points 51">
              <a:extLst>
                <a:ext uri="{FF2B5EF4-FFF2-40B4-BE49-F238E27FC236}">
                  <a16:creationId xmlns:a16="http://schemas.microsoft.com/office/drawing/2014/main" id="{9AFF6363-9764-B29B-66F3-4826F726F702}"/>
                </a:ext>
              </a:extLst>
            </p:cNvPr>
            <p:cNvSpPr/>
            <p:nvPr/>
          </p:nvSpPr>
          <p:spPr>
            <a:xfrm rot="2780547" flipV="1">
              <a:off x="4875944" y="2088544"/>
              <a:ext cx="470601" cy="1014013"/>
            </a:xfrm>
            <a:prstGeom prst="star4">
              <a:avLst/>
            </a:prstGeom>
            <a:gradFill>
              <a:gsLst>
                <a:gs pos="61000">
                  <a:schemeClr val="accent3">
                    <a:lumMod val="0"/>
                    <a:lumOff val="10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8995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E0521F-1FB4-1E10-2878-3C17B40B7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AC037CA-5CC1-3DFE-73DE-45E1EBECC978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flash grenade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F983BAD-0DF6-99CD-EA88-5FA6EE9CEA81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D834548-9DAC-9FDF-A84B-7F4556FFB4C6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Plaque 4">
              <a:extLst>
                <a:ext uri="{FF2B5EF4-FFF2-40B4-BE49-F238E27FC236}">
                  <a16:creationId xmlns:a16="http://schemas.microsoft.com/office/drawing/2014/main" id="{B72EB568-DE45-541F-D945-D54576F420C7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chemeClr val="accent4">
                    <a:lumMod val="60000"/>
                    <a:lumOff val="40000"/>
                  </a:schemeClr>
                </a:gs>
                <a:gs pos="93000">
                  <a:schemeClr val="accent4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602B96F-716B-C521-1940-1C9FD4CEF5B8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96EB4E3-727B-57AB-E50D-DA85F172B31B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CBE6F5-F520-483E-48DB-514FCD124D74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21CC362-28F4-0CB2-06FA-F7EC103D1109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xplosion: 8 Points 1">
              <a:extLst>
                <a:ext uri="{FF2B5EF4-FFF2-40B4-BE49-F238E27FC236}">
                  <a16:creationId xmlns:a16="http://schemas.microsoft.com/office/drawing/2014/main" id="{A0DE46D8-A5EE-7669-E510-B5D994C2035A}"/>
                </a:ext>
              </a:extLst>
            </p:cNvPr>
            <p:cNvSpPr/>
            <p:nvPr/>
          </p:nvSpPr>
          <p:spPr>
            <a:xfrm rot="12836068">
              <a:off x="5472227" y="2794818"/>
              <a:ext cx="1288026" cy="1268361"/>
            </a:xfrm>
            <a:prstGeom prst="irregularSeal1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82BAA79-7EF5-AF12-863F-D2457CEA72FC}"/>
                </a:ext>
              </a:extLst>
            </p:cNvPr>
            <p:cNvSpPr/>
            <p:nvPr/>
          </p:nvSpPr>
          <p:spPr>
            <a:xfrm rot="13944299">
              <a:off x="4910533" y="2326022"/>
              <a:ext cx="383458" cy="521109"/>
            </a:xfrm>
            <a:prstGeom prst="chevron">
              <a:avLst/>
            </a:prstGeom>
            <a:gradFill>
              <a:gsLst>
                <a:gs pos="35000">
                  <a:schemeClr val="accent4">
                    <a:lumMod val="50000"/>
                  </a:schemeClr>
                </a:gs>
                <a:gs pos="81000">
                  <a:schemeClr val="accent4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Arrow: Chevron 7">
              <a:extLst>
                <a:ext uri="{FF2B5EF4-FFF2-40B4-BE49-F238E27FC236}">
                  <a16:creationId xmlns:a16="http://schemas.microsoft.com/office/drawing/2014/main" id="{0E6FD9E0-47CF-68A5-8320-D251E1DD2E11}"/>
                </a:ext>
              </a:extLst>
            </p:cNvPr>
            <p:cNvSpPr/>
            <p:nvPr/>
          </p:nvSpPr>
          <p:spPr>
            <a:xfrm rot="7655701" flipV="1">
              <a:off x="4910533" y="4010866"/>
              <a:ext cx="383458" cy="521109"/>
            </a:xfrm>
            <a:prstGeom prst="chevron">
              <a:avLst/>
            </a:prstGeom>
            <a:gradFill>
              <a:gsLst>
                <a:gs pos="35000">
                  <a:schemeClr val="accent4">
                    <a:lumMod val="50000"/>
                  </a:schemeClr>
                </a:gs>
                <a:gs pos="81000">
                  <a:schemeClr val="accent4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B2516079-490F-A90B-E185-4273C48ABEB9}"/>
                </a:ext>
              </a:extLst>
            </p:cNvPr>
            <p:cNvSpPr/>
            <p:nvPr/>
          </p:nvSpPr>
          <p:spPr>
            <a:xfrm rot="13944299" flipH="1" flipV="1">
              <a:off x="6903674" y="4010866"/>
              <a:ext cx="383458" cy="521109"/>
            </a:xfrm>
            <a:prstGeom prst="chevron">
              <a:avLst/>
            </a:prstGeom>
            <a:gradFill>
              <a:gsLst>
                <a:gs pos="35000">
                  <a:schemeClr val="accent4">
                    <a:lumMod val="50000"/>
                  </a:schemeClr>
                </a:gs>
                <a:gs pos="81000">
                  <a:schemeClr val="accent4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Arrow: Chevron 11">
              <a:extLst>
                <a:ext uri="{FF2B5EF4-FFF2-40B4-BE49-F238E27FC236}">
                  <a16:creationId xmlns:a16="http://schemas.microsoft.com/office/drawing/2014/main" id="{74249DC2-58BC-5336-48E9-A836121938D4}"/>
                </a:ext>
              </a:extLst>
            </p:cNvPr>
            <p:cNvSpPr/>
            <p:nvPr/>
          </p:nvSpPr>
          <p:spPr>
            <a:xfrm rot="7655701" flipH="1">
              <a:off x="6898011" y="2326021"/>
              <a:ext cx="383458" cy="521109"/>
            </a:xfrm>
            <a:prstGeom prst="chevron">
              <a:avLst/>
            </a:prstGeom>
            <a:gradFill>
              <a:gsLst>
                <a:gs pos="35000">
                  <a:schemeClr val="accent4">
                    <a:lumMod val="50000"/>
                  </a:schemeClr>
                </a:gs>
                <a:gs pos="81000">
                  <a:schemeClr val="accent4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85112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3D452-5A86-CF65-954F-33C5DFCF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FA4B76C-EA34-295B-4248-E9242289B867}"/>
              </a:ext>
            </a:extLst>
          </p:cNvPr>
          <p:cNvSpPr txBox="1"/>
          <p:nvPr/>
        </p:nvSpPr>
        <p:spPr>
          <a:xfrm>
            <a:off x="171450" y="157381"/>
            <a:ext cx="208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distract grenade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747168-EE93-F257-A039-3DD12CC37F64}"/>
              </a:ext>
            </a:extLst>
          </p:cNvPr>
          <p:cNvGrpSpPr/>
          <p:nvPr/>
        </p:nvGrpSpPr>
        <p:grpSpPr>
          <a:xfrm>
            <a:off x="4476750" y="1866900"/>
            <a:ext cx="3238500" cy="3124200"/>
            <a:chOff x="4476750" y="1866900"/>
            <a:chExt cx="3238500" cy="31242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42F1499-CBBB-1C8C-18D1-4A2C0EE43F66}"/>
                </a:ext>
              </a:extLst>
            </p:cNvPr>
            <p:cNvSpPr/>
            <p:nvPr/>
          </p:nvSpPr>
          <p:spPr>
            <a:xfrm>
              <a:off x="4476750" y="1866900"/>
              <a:ext cx="3238500" cy="3124200"/>
            </a:xfrm>
            <a:prstGeom prst="ellipse">
              <a:avLst/>
            </a:prstGeom>
            <a:gradFill flip="none" rotWithShape="1">
              <a:gsLst>
                <a:gs pos="0">
                  <a:srgbClr val="480000"/>
                </a:gs>
                <a:gs pos="50000">
                  <a:srgbClr val="FF0000"/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Plaque 4">
              <a:extLst>
                <a:ext uri="{FF2B5EF4-FFF2-40B4-BE49-F238E27FC236}">
                  <a16:creationId xmlns:a16="http://schemas.microsoft.com/office/drawing/2014/main" id="{F7C3F53F-4659-B5AB-A685-B9A5AF5CE52D}"/>
                </a:ext>
              </a:extLst>
            </p:cNvPr>
            <p:cNvSpPr/>
            <p:nvPr/>
          </p:nvSpPr>
          <p:spPr>
            <a:xfrm>
              <a:off x="4530725" y="1921669"/>
              <a:ext cx="3130550" cy="3014662"/>
            </a:xfrm>
            <a:prstGeom prst="plaque">
              <a:avLst>
                <a:gd name="adj" fmla="val 40961"/>
              </a:avLst>
            </a:prstGeom>
            <a:gradFill flip="none" rotWithShape="1">
              <a:gsLst>
                <a:gs pos="0">
                  <a:srgbClr val="FE1E1E"/>
                </a:gs>
                <a:gs pos="93000">
                  <a:schemeClr val="accent4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0BEA82E-4C25-7975-1FC2-4BE2163DF744}"/>
                </a:ext>
              </a:extLst>
            </p:cNvPr>
            <p:cNvCxnSpPr/>
            <p:nvPr/>
          </p:nvCxnSpPr>
          <p:spPr>
            <a:xfrm flipV="1">
              <a:off x="4508500" y="3189287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7734587-95F3-3002-2294-C1D0F3B73381}"/>
                </a:ext>
              </a:extLst>
            </p:cNvPr>
            <p:cNvCxnSpPr/>
            <p:nvPr/>
          </p:nvCxnSpPr>
          <p:spPr>
            <a:xfrm flipV="1">
              <a:off x="7686675" y="3189286"/>
              <a:ext cx="0" cy="47942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396C5D3-21B6-EB5C-21BB-0012C6F3450C}"/>
                </a:ext>
              </a:extLst>
            </p:cNvPr>
            <p:cNvCxnSpPr>
              <a:cxnSpLocks/>
            </p:cNvCxnSpPr>
            <p:nvPr/>
          </p:nvCxnSpPr>
          <p:spPr>
            <a:xfrm>
              <a:off x="5819775" y="1893886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176BC74-9923-BB31-C6D2-7CEC56200523}"/>
                </a:ext>
              </a:extLst>
            </p:cNvPr>
            <p:cNvCxnSpPr>
              <a:cxnSpLocks/>
            </p:cNvCxnSpPr>
            <p:nvPr/>
          </p:nvCxnSpPr>
          <p:spPr>
            <a:xfrm>
              <a:off x="5853112" y="4962522"/>
              <a:ext cx="526256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Arrow: U-Turn 13">
              <a:extLst>
                <a:ext uri="{FF2B5EF4-FFF2-40B4-BE49-F238E27FC236}">
                  <a16:creationId xmlns:a16="http://schemas.microsoft.com/office/drawing/2014/main" id="{9BB7D4FA-0339-028D-3EB5-5295969F2A4C}"/>
                </a:ext>
              </a:extLst>
            </p:cNvPr>
            <p:cNvSpPr/>
            <p:nvPr/>
          </p:nvSpPr>
          <p:spPr>
            <a:xfrm>
              <a:off x="5634611" y="2730912"/>
              <a:ext cx="1012724" cy="668595"/>
            </a:xfrm>
            <a:prstGeom prst="uturnArrow">
              <a:avLst>
                <a:gd name="adj1" fmla="val 25000"/>
                <a:gd name="adj2" fmla="val 25000"/>
                <a:gd name="adj3" fmla="val 25000"/>
                <a:gd name="adj4" fmla="val 43750"/>
                <a:gd name="adj5" fmla="val 100000"/>
              </a:avLst>
            </a:prstGeom>
            <a:gradFill flip="none" rotWithShape="1">
              <a:gsLst>
                <a:gs pos="40000">
                  <a:srgbClr val="480000"/>
                </a:gs>
                <a:gs pos="100000">
                  <a:srgbClr val="FE1E1E"/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Arrow: U-Turn 15">
              <a:extLst>
                <a:ext uri="{FF2B5EF4-FFF2-40B4-BE49-F238E27FC236}">
                  <a16:creationId xmlns:a16="http://schemas.microsoft.com/office/drawing/2014/main" id="{D3B284EA-D133-C5A0-837D-9AC3A846E479}"/>
                </a:ext>
              </a:extLst>
            </p:cNvPr>
            <p:cNvSpPr/>
            <p:nvPr/>
          </p:nvSpPr>
          <p:spPr>
            <a:xfrm rot="10800000">
              <a:off x="5558872" y="3482232"/>
              <a:ext cx="1012724" cy="668595"/>
            </a:xfrm>
            <a:prstGeom prst="uturnArrow">
              <a:avLst>
                <a:gd name="adj1" fmla="val 25000"/>
                <a:gd name="adj2" fmla="val 25000"/>
                <a:gd name="adj3" fmla="val 25000"/>
                <a:gd name="adj4" fmla="val 43750"/>
                <a:gd name="adj5" fmla="val 100000"/>
              </a:avLst>
            </a:prstGeom>
            <a:gradFill flip="none" rotWithShape="1">
              <a:gsLst>
                <a:gs pos="40000">
                  <a:srgbClr val="480000"/>
                </a:gs>
                <a:gs pos="100000">
                  <a:srgbClr val="FE1E1E"/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Moon 16">
              <a:extLst>
                <a:ext uri="{FF2B5EF4-FFF2-40B4-BE49-F238E27FC236}">
                  <a16:creationId xmlns:a16="http://schemas.microsoft.com/office/drawing/2014/main" id="{38BDCE2B-F007-2F2B-FE76-25DA4BDA5F5E}"/>
                </a:ext>
              </a:extLst>
            </p:cNvPr>
            <p:cNvSpPr/>
            <p:nvPr/>
          </p:nvSpPr>
          <p:spPr>
            <a:xfrm rot="2915142">
              <a:off x="4956945" y="2097835"/>
              <a:ext cx="377110" cy="854031"/>
            </a:xfrm>
            <a:prstGeom prst="moon">
              <a:avLst/>
            </a:prstGeom>
            <a:gradFill>
              <a:gsLst>
                <a:gs pos="72000">
                  <a:srgbClr val="062965"/>
                </a:gs>
                <a:gs pos="0">
                  <a:schemeClr val="accent5">
                    <a:lumMod val="50000"/>
                  </a:schemeClr>
                </a:gs>
                <a:gs pos="100000">
                  <a:srgbClr val="00206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17">
              <a:extLst>
                <a:ext uri="{FF2B5EF4-FFF2-40B4-BE49-F238E27FC236}">
                  <a16:creationId xmlns:a16="http://schemas.microsoft.com/office/drawing/2014/main" id="{D3F8CC04-A199-E72D-71A8-A6FA29FCEB28}"/>
                </a:ext>
              </a:extLst>
            </p:cNvPr>
            <p:cNvSpPr/>
            <p:nvPr/>
          </p:nvSpPr>
          <p:spPr>
            <a:xfrm rot="18684858" flipH="1">
              <a:off x="6857947" y="2095379"/>
              <a:ext cx="377110" cy="854031"/>
            </a:xfrm>
            <a:prstGeom prst="moon">
              <a:avLst/>
            </a:prstGeom>
            <a:gradFill>
              <a:gsLst>
                <a:gs pos="72000">
                  <a:srgbClr val="062965"/>
                </a:gs>
                <a:gs pos="0">
                  <a:schemeClr val="accent5">
                    <a:lumMod val="50000"/>
                  </a:schemeClr>
                </a:gs>
                <a:gs pos="100000">
                  <a:srgbClr val="00206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18">
              <a:extLst>
                <a:ext uri="{FF2B5EF4-FFF2-40B4-BE49-F238E27FC236}">
                  <a16:creationId xmlns:a16="http://schemas.microsoft.com/office/drawing/2014/main" id="{1F936462-A902-382A-90C7-BE19A045632E}"/>
                </a:ext>
              </a:extLst>
            </p:cNvPr>
            <p:cNvSpPr/>
            <p:nvPr/>
          </p:nvSpPr>
          <p:spPr>
            <a:xfrm rot="2915142" flipH="1" flipV="1">
              <a:off x="6857947" y="3908591"/>
              <a:ext cx="377110" cy="854031"/>
            </a:xfrm>
            <a:prstGeom prst="moon">
              <a:avLst/>
            </a:prstGeom>
            <a:gradFill>
              <a:gsLst>
                <a:gs pos="72000">
                  <a:srgbClr val="062965"/>
                </a:gs>
                <a:gs pos="0">
                  <a:schemeClr val="accent5">
                    <a:lumMod val="50000"/>
                  </a:schemeClr>
                </a:gs>
                <a:gs pos="100000">
                  <a:srgbClr val="00206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Moon 19">
              <a:extLst>
                <a:ext uri="{FF2B5EF4-FFF2-40B4-BE49-F238E27FC236}">
                  <a16:creationId xmlns:a16="http://schemas.microsoft.com/office/drawing/2014/main" id="{75E15476-0D07-E8F6-6058-DCE3EBC9CA9D}"/>
                </a:ext>
              </a:extLst>
            </p:cNvPr>
            <p:cNvSpPr/>
            <p:nvPr/>
          </p:nvSpPr>
          <p:spPr>
            <a:xfrm rot="18684858" flipV="1">
              <a:off x="4956945" y="3908591"/>
              <a:ext cx="377110" cy="854031"/>
            </a:xfrm>
            <a:prstGeom prst="moon">
              <a:avLst/>
            </a:prstGeom>
            <a:gradFill>
              <a:gsLst>
                <a:gs pos="72000">
                  <a:srgbClr val="062965"/>
                </a:gs>
                <a:gs pos="0">
                  <a:schemeClr val="accent5">
                    <a:lumMod val="50000"/>
                  </a:schemeClr>
                </a:gs>
                <a:gs pos="100000">
                  <a:srgbClr val="00206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400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D72CC-4833-CE8B-84BD-FAB9813B0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238F8A2-DB3E-3DD9-DD0F-997B02873AAD}"/>
              </a:ext>
            </a:extLst>
          </p:cNvPr>
          <p:cNvSpPr txBox="1"/>
          <p:nvPr/>
        </p:nvSpPr>
        <p:spPr>
          <a:xfrm>
            <a:off x="171450" y="157381"/>
            <a:ext cx="2800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Bigger speed boost battery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025755B-89FE-6F89-F384-45CEC7597F34}"/>
              </a:ext>
            </a:extLst>
          </p:cNvPr>
          <p:cNvGrpSpPr/>
          <p:nvPr/>
        </p:nvGrpSpPr>
        <p:grpSpPr>
          <a:xfrm>
            <a:off x="4331073" y="1109382"/>
            <a:ext cx="3692367" cy="4511488"/>
            <a:chOff x="4331073" y="1109382"/>
            <a:chExt cx="3692367" cy="4511488"/>
          </a:xfrm>
        </p:grpSpPr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AEFDBAE1-F82D-46F6-A827-8475D5F101F6}"/>
                </a:ext>
              </a:extLst>
            </p:cNvPr>
            <p:cNvSpPr/>
            <p:nvPr/>
          </p:nvSpPr>
          <p:spPr>
            <a:xfrm>
              <a:off x="4331073" y="1237129"/>
              <a:ext cx="3529853" cy="4383741"/>
            </a:xfrm>
            <a:prstGeom prst="cube">
              <a:avLst>
                <a:gd name="adj" fmla="val 10362"/>
              </a:avLst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35000">
                  <a:schemeClr val="accent1">
                    <a:lumMod val="75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Beveled 7">
              <a:extLst>
                <a:ext uri="{FF2B5EF4-FFF2-40B4-BE49-F238E27FC236}">
                  <a16:creationId xmlns:a16="http://schemas.microsoft.com/office/drawing/2014/main" id="{512BC13A-7B37-EF6C-3105-2BDC18120A98}"/>
                </a:ext>
              </a:extLst>
            </p:cNvPr>
            <p:cNvSpPr/>
            <p:nvPr/>
          </p:nvSpPr>
          <p:spPr>
            <a:xfrm>
              <a:off x="4798385" y="1973494"/>
              <a:ext cx="2238348" cy="3263858"/>
            </a:xfrm>
            <a:prstGeom prst="bevel">
              <a:avLst/>
            </a:prstGeom>
            <a:gradFill>
              <a:gsLst>
                <a:gs pos="0">
                  <a:schemeClr val="accent1">
                    <a:lumMod val="50000"/>
                  </a:schemeClr>
                </a:gs>
                <a:gs pos="91000">
                  <a:schemeClr val="accent5">
                    <a:lumMod val="60000"/>
                    <a:lumOff val="40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4345BA88-68C0-3E0E-48E7-9B7E51CB2331}"/>
                </a:ext>
              </a:extLst>
            </p:cNvPr>
            <p:cNvSpPr/>
            <p:nvPr/>
          </p:nvSpPr>
          <p:spPr>
            <a:xfrm>
              <a:off x="5016873" y="1109382"/>
              <a:ext cx="2158253" cy="423583"/>
            </a:xfrm>
            <a:prstGeom prst="cube">
              <a:avLst>
                <a:gd name="adj" fmla="val 55159"/>
              </a:avLst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8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8C83BDB-6446-85D8-2B91-2C316E687A48}"/>
                </a:ext>
              </a:extLst>
            </p:cNvPr>
            <p:cNvSpPr/>
            <p:nvPr/>
          </p:nvSpPr>
          <p:spPr>
            <a:xfrm>
              <a:off x="4757457" y="1721499"/>
              <a:ext cx="2279276" cy="157727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1FA593C4-3900-EA62-E874-0C06B5480397}"/>
                </a:ext>
              </a:extLst>
            </p:cNvPr>
            <p:cNvSpPr/>
            <p:nvPr/>
          </p:nvSpPr>
          <p:spPr>
            <a:xfrm rot="5400000">
              <a:off x="2961305" y="3253782"/>
              <a:ext cx="3206848" cy="142284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240728BA-AE0B-264E-547D-16A628CD2CCC}"/>
                </a:ext>
              </a:extLst>
            </p:cNvPr>
            <p:cNvSpPr/>
            <p:nvPr/>
          </p:nvSpPr>
          <p:spPr>
            <a:xfrm rot="5400000">
              <a:off x="5620434" y="3253781"/>
              <a:ext cx="3206848" cy="142284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906B7526-6FBE-BA5D-8661-7FED5F0954F1}"/>
                </a:ext>
              </a:extLst>
            </p:cNvPr>
            <p:cNvSpPr/>
            <p:nvPr/>
          </p:nvSpPr>
          <p:spPr>
            <a:xfrm>
              <a:off x="4757457" y="5350247"/>
              <a:ext cx="2279276" cy="157727"/>
            </a:xfrm>
            <a:prstGeom prst="roundRect">
              <a:avLst/>
            </a:prstGeom>
            <a:gradFill flip="none" rotWithShape="1">
              <a:gsLst>
                <a:gs pos="0">
                  <a:schemeClr val="accent4">
                    <a:lumMod val="50000"/>
                  </a:schemeClr>
                </a:gs>
                <a:gs pos="56000">
                  <a:schemeClr val="accent4">
                    <a:lumMod val="75000"/>
                  </a:schemeClr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67C4593-ADF0-AB89-FBCF-E9465EA89CF2}"/>
                </a:ext>
              </a:extLst>
            </p:cNvPr>
            <p:cNvSpPr/>
            <p:nvPr/>
          </p:nvSpPr>
          <p:spPr>
            <a:xfrm>
              <a:off x="7867396" y="1973493"/>
              <a:ext cx="156044" cy="27531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85272ED6-C99B-0366-73B4-DD8E190080E6}"/>
                </a:ext>
              </a:extLst>
            </p:cNvPr>
            <p:cNvGrpSpPr/>
            <p:nvPr/>
          </p:nvGrpSpPr>
          <p:grpSpPr>
            <a:xfrm>
              <a:off x="5136843" y="2343702"/>
              <a:ext cx="1561431" cy="1260386"/>
              <a:chOff x="5130079" y="2363596"/>
              <a:chExt cx="1561431" cy="1260386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93868D9-D6D3-7522-5C84-F5022744BD10}"/>
                  </a:ext>
                </a:extLst>
              </p:cNvPr>
              <p:cNvGrpSpPr/>
              <p:nvPr/>
            </p:nvGrpSpPr>
            <p:grpSpPr>
              <a:xfrm>
                <a:off x="5130079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92E06AE4-8D63-7453-495F-D752D0B8DB4A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10" name="Cylinder 9">
                    <a:extLst>
                      <a:ext uri="{FF2B5EF4-FFF2-40B4-BE49-F238E27FC236}">
                        <a16:creationId xmlns:a16="http://schemas.microsoft.com/office/drawing/2014/main" id="{24B1EAC3-0638-B1D7-764C-630812AC78C9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" name="Lightning Bolt 14">
                    <a:extLst>
                      <a:ext uri="{FF2B5EF4-FFF2-40B4-BE49-F238E27FC236}">
                        <a16:creationId xmlns:a16="http://schemas.microsoft.com/office/drawing/2014/main" id="{7262FC03-EDC5-F2EB-9611-2B81BF505D6B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2" name="Flowchart: Connector 31">
                  <a:extLst>
                    <a:ext uri="{FF2B5EF4-FFF2-40B4-BE49-F238E27FC236}">
                      <a16:creationId xmlns:a16="http://schemas.microsoft.com/office/drawing/2014/main" id="{1912B015-DDC8-38EA-6328-AA805F62CE30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39443A4-0FEA-D4FF-7C3D-88B7CA6B634C}"/>
                  </a:ext>
                </a:extLst>
              </p:cNvPr>
              <p:cNvGrpSpPr/>
              <p:nvPr/>
            </p:nvGrpSpPr>
            <p:grpSpPr>
              <a:xfrm>
                <a:off x="5649266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A24A5BB1-47D6-613C-52A0-459F9D1B19CE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40" name="Cylinder 39">
                    <a:extLst>
                      <a:ext uri="{FF2B5EF4-FFF2-40B4-BE49-F238E27FC236}">
                        <a16:creationId xmlns:a16="http://schemas.microsoft.com/office/drawing/2014/main" id="{14BE653A-0C11-E781-0DE2-7C7338824EF3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" name="Lightning Bolt 40">
                    <a:extLst>
                      <a:ext uri="{FF2B5EF4-FFF2-40B4-BE49-F238E27FC236}">
                        <a16:creationId xmlns:a16="http://schemas.microsoft.com/office/drawing/2014/main" id="{984A2C2E-94BD-CA3B-3AB1-45B6ED289056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39" name="Flowchart: Connector 38">
                  <a:extLst>
                    <a:ext uri="{FF2B5EF4-FFF2-40B4-BE49-F238E27FC236}">
                      <a16:creationId xmlns:a16="http://schemas.microsoft.com/office/drawing/2014/main" id="{B09A09B5-A905-2FF9-368B-490DD8F73C2C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5698CF9F-8BF8-AA7C-C749-B358C44036DE}"/>
                  </a:ext>
                </a:extLst>
              </p:cNvPr>
              <p:cNvGrpSpPr/>
              <p:nvPr/>
            </p:nvGrpSpPr>
            <p:grpSpPr>
              <a:xfrm>
                <a:off x="6176956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8BE04978-8F87-7EC8-667D-3CF663E3CE66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45" name="Cylinder 44">
                    <a:extLst>
                      <a:ext uri="{FF2B5EF4-FFF2-40B4-BE49-F238E27FC236}">
                        <a16:creationId xmlns:a16="http://schemas.microsoft.com/office/drawing/2014/main" id="{9C0248EA-2FB1-7AB5-339C-FD64F416F020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Lightning Bolt 45">
                    <a:extLst>
                      <a:ext uri="{FF2B5EF4-FFF2-40B4-BE49-F238E27FC236}">
                        <a16:creationId xmlns:a16="http://schemas.microsoft.com/office/drawing/2014/main" id="{633DDAED-37AB-2D96-093D-A3080289F9B1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44" name="Flowchart: Connector 43">
                  <a:extLst>
                    <a:ext uri="{FF2B5EF4-FFF2-40B4-BE49-F238E27FC236}">
                      <a16:creationId xmlns:a16="http://schemas.microsoft.com/office/drawing/2014/main" id="{E4F211AA-493E-C46B-2547-3E2E0FDCEFD5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EC41F86-27BB-BD31-0907-60D6238737B7}"/>
                </a:ext>
              </a:extLst>
            </p:cNvPr>
            <p:cNvGrpSpPr/>
            <p:nvPr/>
          </p:nvGrpSpPr>
          <p:grpSpPr>
            <a:xfrm>
              <a:off x="5136843" y="3654513"/>
              <a:ext cx="1561431" cy="1260386"/>
              <a:chOff x="5130079" y="2363596"/>
              <a:chExt cx="1561431" cy="126038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E7231252-3A87-34DF-86FE-C456AB616676}"/>
                  </a:ext>
                </a:extLst>
              </p:cNvPr>
              <p:cNvGrpSpPr/>
              <p:nvPr/>
            </p:nvGrpSpPr>
            <p:grpSpPr>
              <a:xfrm>
                <a:off x="5130079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26DB5DA-9993-414A-89B0-1A21FB48B3D3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62" name="Cylinder 61">
                    <a:extLst>
                      <a:ext uri="{FF2B5EF4-FFF2-40B4-BE49-F238E27FC236}">
                        <a16:creationId xmlns:a16="http://schemas.microsoft.com/office/drawing/2014/main" id="{86ED8086-9DDB-5793-08AF-42BE3CF31C14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" name="Lightning Bolt 62">
                    <a:extLst>
                      <a:ext uri="{FF2B5EF4-FFF2-40B4-BE49-F238E27FC236}">
                        <a16:creationId xmlns:a16="http://schemas.microsoft.com/office/drawing/2014/main" id="{235195B9-4F48-9F3D-3DE5-E4389FD7732D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61" name="Flowchart: Connector 60">
                  <a:extLst>
                    <a:ext uri="{FF2B5EF4-FFF2-40B4-BE49-F238E27FC236}">
                      <a16:creationId xmlns:a16="http://schemas.microsoft.com/office/drawing/2014/main" id="{14783478-403D-BE02-28B4-EC860C101454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40A67F0-CA70-4A30-B577-7FAD1EB933C1}"/>
                  </a:ext>
                </a:extLst>
              </p:cNvPr>
              <p:cNvGrpSpPr/>
              <p:nvPr/>
            </p:nvGrpSpPr>
            <p:grpSpPr>
              <a:xfrm>
                <a:off x="5649266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F2D6D672-D7BA-210C-6027-6A8D737B40BA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58" name="Cylinder 57">
                    <a:extLst>
                      <a:ext uri="{FF2B5EF4-FFF2-40B4-BE49-F238E27FC236}">
                        <a16:creationId xmlns:a16="http://schemas.microsoft.com/office/drawing/2014/main" id="{2F6F7CD2-BC7F-0B03-176F-4F340DA6E91F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" name="Lightning Bolt 58">
                    <a:extLst>
                      <a:ext uri="{FF2B5EF4-FFF2-40B4-BE49-F238E27FC236}">
                        <a16:creationId xmlns:a16="http://schemas.microsoft.com/office/drawing/2014/main" id="{3E93D3B0-C9C3-CFF8-EA8B-7475D8ABF944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57" name="Flowchart: Connector 56">
                  <a:extLst>
                    <a:ext uri="{FF2B5EF4-FFF2-40B4-BE49-F238E27FC236}">
                      <a16:creationId xmlns:a16="http://schemas.microsoft.com/office/drawing/2014/main" id="{05A29CC4-C79F-59BB-166E-F803FD13FC0C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C39AD50-68A0-9D74-E2EB-05EC020E0483}"/>
                  </a:ext>
                </a:extLst>
              </p:cNvPr>
              <p:cNvGrpSpPr/>
              <p:nvPr/>
            </p:nvGrpSpPr>
            <p:grpSpPr>
              <a:xfrm>
                <a:off x="6176956" y="2363596"/>
                <a:ext cx="514554" cy="1260386"/>
                <a:chOff x="5248878" y="2571749"/>
                <a:chExt cx="676835" cy="2020421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256ABAF-2027-5658-2E1F-045BADFEA34E}"/>
                    </a:ext>
                  </a:extLst>
                </p:cNvPr>
                <p:cNvGrpSpPr/>
                <p:nvPr/>
              </p:nvGrpSpPr>
              <p:grpSpPr>
                <a:xfrm>
                  <a:off x="5248878" y="2571749"/>
                  <a:ext cx="676835" cy="2020421"/>
                  <a:chOff x="5248878" y="2571749"/>
                  <a:chExt cx="676835" cy="2020421"/>
                </a:xfrm>
              </p:grpSpPr>
              <p:sp>
                <p:nvSpPr>
                  <p:cNvPr id="54" name="Cylinder 53">
                    <a:extLst>
                      <a:ext uri="{FF2B5EF4-FFF2-40B4-BE49-F238E27FC236}">
                        <a16:creationId xmlns:a16="http://schemas.microsoft.com/office/drawing/2014/main" id="{9F785583-3068-DB18-0041-2997FA9516CF}"/>
                      </a:ext>
                    </a:extLst>
                  </p:cNvPr>
                  <p:cNvSpPr/>
                  <p:nvPr/>
                </p:nvSpPr>
                <p:spPr>
                  <a:xfrm>
                    <a:off x="5338483" y="2571749"/>
                    <a:ext cx="490819" cy="2020421"/>
                  </a:xfrm>
                  <a:prstGeom prst="can">
                    <a:avLst/>
                  </a:prstGeom>
                  <a:gradFill flip="none" rotWithShape="1">
                    <a:gsLst>
                      <a:gs pos="0">
                        <a:schemeClr val="accent4">
                          <a:lumMod val="75000"/>
                        </a:schemeClr>
                      </a:gs>
                      <a:gs pos="50000">
                        <a:schemeClr val="accent4">
                          <a:lumMod val="60000"/>
                          <a:lumOff val="40000"/>
                        </a:schemeClr>
                      </a:gs>
                      <a:gs pos="100000">
                        <a:schemeClr val="accent3">
                          <a:lumMod val="75000"/>
                          <a:shade val="100000"/>
                          <a:satMod val="115000"/>
                        </a:schemeClr>
                      </a:gs>
                    </a:gsLst>
                    <a:lin ang="16200000" scaled="1"/>
                    <a:tileRect/>
                  </a:gra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" name="Lightning Bolt 54">
                    <a:extLst>
                      <a:ext uri="{FF2B5EF4-FFF2-40B4-BE49-F238E27FC236}">
                        <a16:creationId xmlns:a16="http://schemas.microsoft.com/office/drawing/2014/main" id="{284AF4CB-A0A7-E5AF-C846-82E7543B5384}"/>
                      </a:ext>
                    </a:extLst>
                  </p:cNvPr>
                  <p:cNvSpPr/>
                  <p:nvPr/>
                </p:nvSpPr>
                <p:spPr>
                  <a:xfrm rot="1060581">
                    <a:off x="5248878" y="3032312"/>
                    <a:ext cx="676835" cy="1089212"/>
                  </a:xfrm>
                  <a:prstGeom prst="lightningBol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53" name="Flowchart: Connector 52">
                  <a:extLst>
                    <a:ext uri="{FF2B5EF4-FFF2-40B4-BE49-F238E27FC236}">
                      <a16:creationId xmlns:a16="http://schemas.microsoft.com/office/drawing/2014/main" id="{10B6147F-18D0-E845-4F45-B045F00C6ECB}"/>
                    </a:ext>
                  </a:extLst>
                </p:cNvPr>
                <p:cNvSpPr/>
                <p:nvPr/>
              </p:nvSpPr>
              <p:spPr>
                <a:xfrm>
                  <a:off x="5513336" y="2603353"/>
                  <a:ext cx="147918" cy="45719"/>
                </a:xfrm>
                <a:prstGeom prst="flowChartConnec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71369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70606-CC05-6D92-3376-90CC0D385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0A0E765-0446-46BC-C089-21117FD5E6C5}"/>
              </a:ext>
            </a:extLst>
          </p:cNvPr>
          <p:cNvSpPr txBox="1"/>
          <p:nvPr/>
        </p:nvSpPr>
        <p:spPr>
          <a:xfrm>
            <a:off x="171450" y="15738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Medium passive health regen vial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FB7A734-7FA6-D374-BA26-DD71B2805C59}"/>
              </a:ext>
            </a:extLst>
          </p:cNvPr>
          <p:cNvGrpSpPr/>
          <p:nvPr/>
        </p:nvGrpSpPr>
        <p:grpSpPr>
          <a:xfrm>
            <a:off x="4887731" y="732864"/>
            <a:ext cx="1831511" cy="5392272"/>
            <a:chOff x="4887731" y="732864"/>
            <a:chExt cx="1831511" cy="539227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F4B8C99-D8AB-03AD-9EBB-1A6F12EF5F73}"/>
                </a:ext>
              </a:extLst>
            </p:cNvPr>
            <p:cNvGrpSpPr/>
            <p:nvPr/>
          </p:nvGrpSpPr>
          <p:grpSpPr>
            <a:xfrm>
              <a:off x="5419837" y="732864"/>
              <a:ext cx="676163" cy="5392272"/>
              <a:chOff x="5709397" y="470645"/>
              <a:chExt cx="773206" cy="5392272"/>
            </a:xfrm>
          </p:grpSpPr>
          <p:sp>
            <p:nvSpPr>
              <p:cNvPr id="12" name="Cylinder 11">
                <a:extLst>
                  <a:ext uri="{FF2B5EF4-FFF2-40B4-BE49-F238E27FC236}">
                    <a16:creationId xmlns:a16="http://schemas.microsoft.com/office/drawing/2014/main" id="{950375B1-E090-A63F-935C-42F69A3F1679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Cylinder 12">
                <a:extLst>
                  <a:ext uri="{FF2B5EF4-FFF2-40B4-BE49-F238E27FC236}">
                    <a16:creationId xmlns:a16="http://schemas.microsoft.com/office/drawing/2014/main" id="{BCEA18DD-9BC5-20B0-74AC-445EE64B7A8A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Flowchart: Connector 13">
                <a:extLst>
                  <a:ext uri="{FF2B5EF4-FFF2-40B4-BE49-F238E27FC236}">
                    <a16:creationId xmlns:a16="http://schemas.microsoft.com/office/drawing/2014/main" id="{9E509412-85D6-444F-7436-80042FCFC781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Flowchart: Connector 15">
                <a:extLst>
                  <a:ext uri="{FF2B5EF4-FFF2-40B4-BE49-F238E27FC236}">
                    <a16:creationId xmlns:a16="http://schemas.microsoft.com/office/drawing/2014/main" id="{9C755E4B-64F1-759B-6552-3258BEE06ABC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CBAB788E-A594-EB5D-479F-9539CA318013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lowchart: Connector 17">
                <a:extLst>
                  <a:ext uri="{FF2B5EF4-FFF2-40B4-BE49-F238E27FC236}">
                    <a16:creationId xmlns:a16="http://schemas.microsoft.com/office/drawing/2014/main" id="{6F3F3664-D6AF-8ED1-DD27-4F6EB59407C8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Flowchart: Connector 18">
                <a:extLst>
                  <a:ext uri="{FF2B5EF4-FFF2-40B4-BE49-F238E27FC236}">
                    <a16:creationId xmlns:a16="http://schemas.microsoft.com/office/drawing/2014/main" id="{EB69825C-87BA-D004-6CB6-4C7FAB565DB7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2201AF63-A68F-B42D-2E2B-26F64ECEA60E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0F4B605-6732-04C9-98A1-F8526270ABAF}"/>
                </a:ext>
              </a:extLst>
            </p:cNvPr>
            <p:cNvGrpSpPr/>
            <p:nvPr/>
          </p:nvGrpSpPr>
          <p:grpSpPr>
            <a:xfrm>
              <a:off x="6043079" y="732864"/>
              <a:ext cx="676163" cy="5392272"/>
              <a:chOff x="5709397" y="470645"/>
              <a:chExt cx="773206" cy="5392272"/>
            </a:xfrm>
          </p:grpSpPr>
          <p:sp>
            <p:nvSpPr>
              <p:cNvPr id="68" name="Cylinder 67">
                <a:extLst>
                  <a:ext uri="{FF2B5EF4-FFF2-40B4-BE49-F238E27FC236}">
                    <a16:creationId xmlns:a16="http://schemas.microsoft.com/office/drawing/2014/main" id="{92E459FB-9FDB-BDB0-4C5F-6E668C445F73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Cylinder 68">
                <a:extLst>
                  <a:ext uri="{FF2B5EF4-FFF2-40B4-BE49-F238E27FC236}">
                    <a16:creationId xmlns:a16="http://schemas.microsoft.com/office/drawing/2014/main" id="{4B5DA441-7BDA-CA56-7883-A659A3FCE028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lowchart: Connector 69">
                <a:extLst>
                  <a:ext uri="{FF2B5EF4-FFF2-40B4-BE49-F238E27FC236}">
                    <a16:creationId xmlns:a16="http://schemas.microsoft.com/office/drawing/2014/main" id="{7D75C9BE-1BDD-DAF0-0936-FCCD3229B5A4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lowchart: Connector 70">
                <a:extLst>
                  <a:ext uri="{FF2B5EF4-FFF2-40B4-BE49-F238E27FC236}">
                    <a16:creationId xmlns:a16="http://schemas.microsoft.com/office/drawing/2014/main" id="{592B8EEE-684E-12BE-C276-2CA34119FA7E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lowchart: Connector 71">
                <a:extLst>
                  <a:ext uri="{FF2B5EF4-FFF2-40B4-BE49-F238E27FC236}">
                    <a16:creationId xmlns:a16="http://schemas.microsoft.com/office/drawing/2014/main" id="{A715D330-F4C3-D11B-B770-574666A18FA1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Flowchart: Connector 72">
                <a:extLst>
                  <a:ext uri="{FF2B5EF4-FFF2-40B4-BE49-F238E27FC236}">
                    <a16:creationId xmlns:a16="http://schemas.microsoft.com/office/drawing/2014/main" id="{1A78784F-57C5-8C92-2D49-343DC832834B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lowchart: Connector 73">
                <a:extLst>
                  <a:ext uri="{FF2B5EF4-FFF2-40B4-BE49-F238E27FC236}">
                    <a16:creationId xmlns:a16="http://schemas.microsoft.com/office/drawing/2014/main" id="{EEC2D304-F1C0-A17B-D99D-7C33F2642203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Flowchart: Connector 74">
                <a:extLst>
                  <a:ext uri="{FF2B5EF4-FFF2-40B4-BE49-F238E27FC236}">
                    <a16:creationId xmlns:a16="http://schemas.microsoft.com/office/drawing/2014/main" id="{C293CE72-0AFF-C59D-DFAF-D2C98C01D139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CBDA66BB-3CB4-3EE2-BBE3-94E0B75E6CF9}"/>
                </a:ext>
              </a:extLst>
            </p:cNvPr>
            <p:cNvGrpSpPr/>
            <p:nvPr/>
          </p:nvGrpSpPr>
          <p:grpSpPr>
            <a:xfrm>
              <a:off x="4887731" y="732864"/>
              <a:ext cx="676163" cy="5392272"/>
              <a:chOff x="5709397" y="470645"/>
              <a:chExt cx="773206" cy="5392272"/>
            </a:xfrm>
          </p:grpSpPr>
          <p:sp>
            <p:nvSpPr>
              <p:cNvPr id="77" name="Cylinder 76">
                <a:extLst>
                  <a:ext uri="{FF2B5EF4-FFF2-40B4-BE49-F238E27FC236}">
                    <a16:creationId xmlns:a16="http://schemas.microsoft.com/office/drawing/2014/main" id="{817AC4CE-0A51-8D1B-5F0C-F22D6BD5F987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Cylinder 77">
                <a:extLst>
                  <a:ext uri="{FF2B5EF4-FFF2-40B4-BE49-F238E27FC236}">
                    <a16:creationId xmlns:a16="http://schemas.microsoft.com/office/drawing/2014/main" id="{D873B119-7486-760C-8A89-E6A788922322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Flowchart: Connector 78">
                <a:extLst>
                  <a:ext uri="{FF2B5EF4-FFF2-40B4-BE49-F238E27FC236}">
                    <a16:creationId xmlns:a16="http://schemas.microsoft.com/office/drawing/2014/main" id="{C57B4D99-FF89-91C8-3C97-A52F8AE90629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A65A71FB-DA83-58E2-EF39-FCF247508004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Flowchart: Connector 80">
                <a:extLst>
                  <a:ext uri="{FF2B5EF4-FFF2-40B4-BE49-F238E27FC236}">
                    <a16:creationId xmlns:a16="http://schemas.microsoft.com/office/drawing/2014/main" id="{EC492335-D458-4A68-9AD8-28D1E06747EE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" name="Flowchart: Connector 81">
                <a:extLst>
                  <a:ext uri="{FF2B5EF4-FFF2-40B4-BE49-F238E27FC236}">
                    <a16:creationId xmlns:a16="http://schemas.microsoft.com/office/drawing/2014/main" id="{89798172-8036-0B84-2F19-F59B5A2F4C48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3" name="Flowchart: Connector 82">
                <a:extLst>
                  <a:ext uri="{FF2B5EF4-FFF2-40B4-BE49-F238E27FC236}">
                    <a16:creationId xmlns:a16="http://schemas.microsoft.com/office/drawing/2014/main" id="{5AB1A1E3-AF48-6B04-CBC9-8F383CC78822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Flowchart: Connector 83">
                <a:extLst>
                  <a:ext uri="{FF2B5EF4-FFF2-40B4-BE49-F238E27FC236}">
                    <a16:creationId xmlns:a16="http://schemas.microsoft.com/office/drawing/2014/main" id="{BD17D56D-26A4-4E3B-91EF-C166E3D363C3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85802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30568-B288-1CDB-9709-284168BA6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ADD0998-A78A-D037-3027-2FDAAC0A7D18}"/>
              </a:ext>
            </a:extLst>
          </p:cNvPr>
          <p:cNvSpPr txBox="1"/>
          <p:nvPr/>
        </p:nvSpPr>
        <p:spPr>
          <a:xfrm>
            <a:off x="171450" y="157381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Medium Shield Barrier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52946F-D489-0D5D-DEFE-AC5A72AB4A15}"/>
              </a:ext>
            </a:extLst>
          </p:cNvPr>
          <p:cNvGrpSpPr/>
          <p:nvPr/>
        </p:nvGrpSpPr>
        <p:grpSpPr>
          <a:xfrm>
            <a:off x="3733800" y="1112520"/>
            <a:ext cx="4724400" cy="4632960"/>
            <a:chOff x="3733800" y="1112520"/>
            <a:chExt cx="4724400" cy="4632960"/>
          </a:xfrm>
        </p:grpSpPr>
        <p:sp>
          <p:nvSpPr>
            <p:cNvPr id="4" name="Flowchart: Connector 3">
              <a:extLst>
                <a:ext uri="{FF2B5EF4-FFF2-40B4-BE49-F238E27FC236}">
                  <a16:creationId xmlns:a16="http://schemas.microsoft.com/office/drawing/2014/main" id="{1C93B58B-9521-7A01-6660-73EA05E26D6F}"/>
                </a:ext>
              </a:extLst>
            </p:cNvPr>
            <p:cNvSpPr/>
            <p:nvPr/>
          </p:nvSpPr>
          <p:spPr>
            <a:xfrm>
              <a:off x="3733800" y="1112520"/>
              <a:ext cx="4724400" cy="4632960"/>
            </a:xfrm>
            <a:prstGeom prst="flowChartConnector">
              <a:avLst/>
            </a:pr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50000"/>
                  </a:schemeClr>
                </a:gs>
                <a:gs pos="58000">
                  <a:schemeClr val="accent6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FD68675D-021C-9310-EE3A-39D3610D5CBB}"/>
                </a:ext>
              </a:extLst>
            </p:cNvPr>
            <p:cNvSpPr/>
            <p:nvPr/>
          </p:nvSpPr>
          <p:spPr>
            <a:xfrm>
              <a:off x="3954780" y="1264920"/>
              <a:ext cx="4282440" cy="4328160"/>
            </a:xfrm>
            <a:prstGeom prst="flowChartConnector">
              <a:avLst/>
            </a:pr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58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lgDash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743081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A0EC0-56BC-FCC9-D1BB-30141F54A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89B6CD4-3715-45D7-81B9-F0B32D935C6A}"/>
              </a:ext>
            </a:extLst>
          </p:cNvPr>
          <p:cNvSpPr txBox="1"/>
          <p:nvPr/>
        </p:nvSpPr>
        <p:spPr>
          <a:xfrm>
            <a:off x="171450" y="157381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Turret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840EDEA-14CA-7CB2-D634-0972D16EE401}"/>
              </a:ext>
            </a:extLst>
          </p:cNvPr>
          <p:cNvGrpSpPr/>
          <p:nvPr/>
        </p:nvGrpSpPr>
        <p:grpSpPr>
          <a:xfrm>
            <a:off x="2324100" y="1211580"/>
            <a:ext cx="8031479" cy="4935855"/>
            <a:chOff x="2552700" y="1173480"/>
            <a:chExt cx="8031479" cy="4935855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8CDA4A2-115A-5AF7-BEC7-AD3F59C81F80}"/>
                </a:ext>
              </a:extLst>
            </p:cNvPr>
            <p:cNvGrpSpPr/>
            <p:nvPr/>
          </p:nvGrpSpPr>
          <p:grpSpPr>
            <a:xfrm>
              <a:off x="2552700" y="1173480"/>
              <a:ext cx="8031479" cy="4935855"/>
              <a:chOff x="2331720" y="1752600"/>
              <a:chExt cx="8031479" cy="4935855"/>
            </a:xfrm>
          </p:grpSpPr>
          <p:sp>
            <p:nvSpPr>
              <p:cNvPr id="15" name="Cylinder 14">
                <a:extLst>
                  <a:ext uri="{FF2B5EF4-FFF2-40B4-BE49-F238E27FC236}">
                    <a16:creationId xmlns:a16="http://schemas.microsoft.com/office/drawing/2014/main" id="{EF088BCD-00E8-4BDE-7ADB-9A88DD853D79}"/>
                  </a:ext>
                </a:extLst>
              </p:cNvPr>
              <p:cNvSpPr/>
              <p:nvPr/>
            </p:nvSpPr>
            <p:spPr>
              <a:xfrm rot="5400000">
                <a:off x="8234361" y="1484948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1F17A65-B5A1-A2C1-1542-47CBBB5B5301}"/>
                  </a:ext>
                </a:extLst>
              </p:cNvPr>
              <p:cNvSpPr/>
              <p:nvPr/>
            </p:nvSpPr>
            <p:spPr>
              <a:xfrm>
                <a:off x="3665220" y="3785235"/>
                <a:ext cx="2148840" cy="1844040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82C3C3-93FE-BAFD-E8AC-02E484BA2E14}"/>
                  </a:ext>
                </a:extLst>
              </p:cNvPr>
              <p:cNvSpPr/>
              <p:nvPr/>
            </p:nvSpPr>
            <p:spPr>
              <a:xfrm>
                <a:off x="4076700" y="3785235"/>
                <a:ext cx="1325880" cy="184404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33000">
                    <a:srgbClr val="424242"/>
                  </a:gs>
                  <a:gs pos="67000">
                    <a:schemeClr val="accent3">
                      <a:lumMod val="75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89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Rectangle: Top Corners One Rounded and One Snipped 1">
                <a:extLst>
                  <a:ext uri="{FF2B5EF4-FFF2-40B4-BE49-F238E27FC236}">
                    <a16:creationId xmlns:a16="http://schemas.microsoft.com/office/drawing/2014/main" id="{263CB76F-CBC3-B348-3344-6DF614979636}"/>
                  </a:ext>
                </a:extLst>
              </p:cNvPr>
              <p:cNvSpPr/>
              <p:nvPr/>
            </p:nvSpPr>
            <p:spPr>
              <a:xfrm>
                <a:off x="2659380" y="1752600"/>
                <a:ext cx="4160520" cy="232410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C055517-2300-27D4-6BEF-650E8C848F06}"/>
                  </a:ext>
                </a:extLst>
              </p:cNvPr>
              <p:cNvSpPr/>
              <p:nvPr/>
            </p:nvSpPr>
            <p:spPr>
              <a:xfrm>
                <a:off x="3307080" y="4076700"/>
                <a:ext cx="3078480" cy="194310"/>
              </a:xfrm>
              <a:prstGeom prst="rect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: Top Corners One Rounded and One Snipped 9">
                <a:extLst>
                  <a:ext uri="{FF2B5EF4-FFF2-40B4-BE49-F238E27FC236}">
                    <a16:creationId xmlns:a16="http://schemas.microsoft.com/office/drawing/2014/main" id="{24AAF979-8955-0E73-E51A-D25A0128237F}"/>
                  </a:ext>
                </a:extLst>
              </p:cNvPr>
              <p:cNvSpPr/>
              <p:nvPr/>
            </p:nvSpPr>
            <p:spPr>
              <a:xfrm>
                <a:off x="2979420" y="1988820"/>
                <a:ext cx="3406140" cy="185166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75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65BBB3-AF44-F6BF-3BCC-265DAA15B36C}"/>
                  </a:ext>
                </a:extLst>
              </p:cNvPr>
              <p:cNvSpPr/>
              <p:nvPr/>
            </p:nvSpPr>
            <p:spPr>
              <a:xfrm>
                <a:off x="3307080" y="2905125"/>
                <a:ext cx="1794510" cy="708660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Half Frame 11">
                <a:extLst>
                  <a:ext uri="{FF2B5EF4-FFF2-40B4-BE49-F238E27FC236}">
                    <a16:creationId xmlns:a16="http://schemas.microsoft.com/office/drawing/2014/main" id="{AA6F49D1-E0C4-ABBE-5A5F-988F76AE88B8}"/>
                  </a:ext>
                </a:extLst>
              </p:cNvPr>
              <p:cNvSpPr/>
              <p:nvPr/>
            </p:nvSpPr>
            <p:spPr>
              <a:xfrm>
                <a:off x="3253740" y="284797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Half Frame 12">
                <a:extLst>
                  <a:ext uri="{FF2B5EF4-FFF2-40B4-BE49-F238E27FC236}">
                    <a16:creationId xmlns:a16="http://schemas.microsoft.com/office/drawing/2014/main" id="{D72D9908-9EF7-0854-B23B-6BF2403BA94B}"/>
                  </a:ext>
                </a:extLst>
              </p:cNvPr>
              <p:cNvSpPr/>
              <p:nvPr/>
            </p:nvSpPr>
            <p:spPr>
              <a:xfrm rot="16200000">
                <a:off x="3253740" y="324421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Cylinder 13">
                <a:extLst>
                  <a:ext uri="{FF2B5EF4-FFF2-40B4-BE49-F238E27FC236}">
                    <a16:creationId xmlns:a16="http://schemas.microsoft.com/office/drawing/2014/main" id="{45441226-0C0D-AEF9-94D8-D1AA46935F86}"/>
                  </a:ext>
                </a:extLst>
              </p:cNvPr>
              <p:cNvSpPr/>
              <p:nvPr/>
            </p:nvSpPr>
            <p:spPr>
              <a:xfrm rot="5400000">
                <a:off x="8120062" y="1711643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F9F7077C-3317-B800-0BB0-83B72DE90F50}"/>
                  </a:ext>
                </a:extLst>
              </p:cNvPr>
              <p:cNvSpPr/>
              <p:nvPr/>
            </p:nvSpPr>
            <p:spPr>
              <a:xfrm>
                <a:off x="3299460" y="5636895"/>
                <a:ext cx="2880360" cy="436245"/>
              </a:xfrm>
              <a:prstGeom prst="trapezoid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rapezoid 16">
                <a:extLst>
                  <a:ext uri="{FF2B5EF4-FFF2-40B4-BE49-F238E27FC236}">
                    <a16:creationId xmlns:a16="http://schemas.microsoft.com/office/drawing/2014/main" id="{597E376A-593D-E887-528B-7C3648BF0AE1}"/>
                  </a:ext>
                </a:extLst>
              </p:cNvPr>
              <p:cNvSpPr/>
              <p:nvPr/>
            </p:nvSpPr>
            <p:spPr>
              <a:xfrm>
                <a:off x="2331720" y="5873115"/>
                <a:ext cx="4701540" cy="815340"/>
              </a:xfrm>
              <a:prstGeom prst="trapezoid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96F142C-308C-C3ED-E98C-57314CE97314}"/>
                </a:ext>
              </a:extLst>
            </p:cNvPr>
            <p:cNvCxnSpPr/>
            <p:nvPr/>
          </p:nvCxnSpPr>
          <p:spPr>
            <a:xfrm>
              <a:off x="4453890" y="3970020"/>
              <a:ext cx="1013460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706615-C8E6-E708-5F0C-BF7F3EF14C68}"/>
                </a:ext>
              </a:extLst>
            </p:cNvPr>
            <p:cNvCxnSpPr>
              <a:cxnSpLocks/>
            </p:cNvCxnSpPr>
            <p:nvPr/>
          </p:nvCxnSpPr>
          <p:spPr>
            <a:xfrm>
              <a:off x="4960620" y="5309235"/>
              <a:ext cx="0" cy="79248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118E55D-6228-9475-27F5-81E50A44D90E}"/>
                </a:ext>
              </a:extLst>
            </p:cNvPr>
            <p:cNvCxnSpPr>
              <a:cxnSpLocks/>
            </p:cNvCxnSpPr>
            <p:nvPr/>
          </p:nvCxnSpPr>
          <p:spPr>
            <a:xfrm>
              <a:off x="5646420" y="1643062"/>
              <a:ext cx="777240" cy="782955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74880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100320-67A4-5E6A-23DA-F7443B9CA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15485E8-47FF-EE94-F02F-02B45CFE170D}"/>
              </a:ext>
            </a:extLst>
          </p:cNvPr>
          <p:cNvSpPr txBox="1"/>
          <p:nvPr/>
        </p:nvSpPr>
        <p:spPr>
          <a:xfrm>
            <a:off x="171450" y="157381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Wave Ray Gun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ECE0DD9-B28F-2F5B-4207-E89512A87A2D}"/>
              </a:ext>
            </a:extLst>
          </p:cNvPr>
          <p:cNvGrpSpPr/>
          <p:nvPr/>
        </p:nvGrpSpPr>
        <p:grpSpPr>
          <a:xfrm>
            <a:off x="2788920" y="1409096"/>
            <a:ext cx="6284998" cy="4673576"/>
            <a:chOff x="1737360" y="1393856"/>
            <a:chExt cx="6284998" cy="4673576"/>
          </a:xfrm>
        </p:grpSpPr>
        <p:sp>
          <p:nvSpPr>
            <p:cNvPr id="24" name="Block Arc 23">
              <a:extLst>
                <a:ext uri="{FF2B5EF4-FFF2-40B4-BE49-F238E27FC236}">
                  <a16:creationId xmlns:a16="http://schemas.microsoft.com/office/drawing/2014/main" id="{A241506A-4DF3-CBCF-01BF-C57C8416042A}"/>
                </a:ext>
              </a:extLst>
            </p:cNvPr>
            <p:cNvSpPr/>
            <p:nvPr/>
          </p:nvSpPr>
          <p:spPr>
            <a:xfrm rot="17765905" flipH="1">
              <a:off x="3557884" y="3662584"/>
              <a:ext cx="1304334" cy="1119604"/>
            </a:xfrm>
            <a:prstGeom prst="blockArc">
              <a:avLst>
                <a:gd name="adj1" fmla="val 17586633"/>
                <a:gd name="adj2" fmla="val 21237277"/>
                <a:gd name="adj3" fmla="val 19218"/>
              </a:avLst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Block Arc 22">
              <a:extLst>
                <a:ext uri="{FF2B5EF4-FFF2-40B4-BE49-F238E27FC236}">
                  <a16:creationId xmlns:a16="http://schemas.microsoft.com/office/drawing/2014/main" id="{09C802AD-7E55-069D-59C9-AAA58193B702}"/>
                </a:ext>
              </a:extLst>
            </p:cNvPr>
            <p:cNvSpPr/>
            <p:nvPr/>
          </p:nvSpPr>
          <p:spPr>
            <a:xfrm rot="8283385">
              <a:off x="2893978" y="3512809"/>
              <a:ext cx="1682742" cy="1666180"/>
            </a:xfrm>
            <a:prstGeom prst="blockArc">
              <a:avLst>
                <a:gd name="adj1" fmla="val 10800000"/>
                <a:gd name="adj2" fmla="val 21237277"/>
                <a:gd name="adj3" fmla="val 19218"/>
              </a:avLst>
            </a:prstGeom>
            <a:gradFill>
              <a:gsLst>
                <a:gs pos="0">
                  <a:srgbClr val="E7478F">
                    <a:shade val="30000"/>
                    <a:satMod val="115000"/>
                  </a:srgbClr>
                </a:gs>
                <a:gs pos="50000">
                  <a:srgbClr val="E7478F">
                    <a:shade val="67500"/>
                    <a:satMod val="115000"/>
                  </a:srgbClr>
                </a:gs>
                <a:gs pos="100000">
                  <a:srgbClr val="E7478F">
                    <a:shade val="100000"/>
                    <a:satMod val="115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66893E84-9D34-12B9-C3B9-6B6ECF7115B4}"/>
                </a:ext>
              </a:extLst>
            </p:cNvPr>
            <p:cNvSpPr/>
            <p:nvPr/>
          </p:nvSpPr>
          <p:spPr>
            <a:xfrm rot="1576244">
              <a:off x="1886142" y="2870832"/>
              <a:ext cx="1546474" cy="3196600"/>
            </a:xfrm>
            <a:prstGeom prst="roundRect">
              <a:avLst>
                <a:gd name="adj" fmla="val 36185"/>
              </a:avLst>
            </a:prstGeom>
            <a:gradFill flip="none" rotWithShape="1">
              <a:gsLst>
                <a:gs pos="0">
                  <a:srgbClr val="4F112D"/>
                </a:gs>
                <a:gs pos="61000">
                  <a:srgbClr val="E7478F">
                    <a:shade val="67500"/>
                    <a:satMod val="115000"/>
                  </a:srgbClr>
                </a:gs>
                <a:gs pos="100000">
                  <a:srgbClr val="E7478F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lowchart: Delay 18">
              <a:extLst>
                <a:ext uri="{FF2B5EF4-FFF2-40B4-BE49-F238E27FC236}">
                  <a16:creationId xmlns:a16="http://schemas.microsoft.com/office/drawing/2014/main" id="{951EC0CB-D751-8BFB-D997-70A525B2087D}"/>
                </a:ext>
              </a:extLst>
            </p:cNvPr>
            <p:cNvSpPr/>
            <p:nvPr/>
          </p:nvSpPr>
          <p:spPr>
            <a:xfrm>
              <a:off x="6137910" y="2598420"/>
              <a:ext cx="358140" cy="830580"/>
            </a:xfrm>
            <a:prstGeom prst="flowChartDelay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4A831200-1E51-0290-4880-2AF1F3C334E4}"/>
                </a:ext>
              </a:extLst>
            </p:cNvPr>
            <p:cNvSpPr/>
            <p:nvPr/>
          </p:nvSpPr>
          <p:spPr>
            <a:xfrm rot="1576244">
              <a:off x="2016869" y="2969171"/>
              <a:ext cx="1297344" cy="2965946"/>
            </a:xfrm>
            <a:prstGeom prst="roundRect">
              <a:avLst>
                <a:gd name="adj" fmla="val 36185"/>
              </a:avLst>
            </a:prstGeom>
            <a:gradFill flip="none" rotWithShape="1">
              <a:gsLst>
                <a:gs pos="0">
                  <a:srgbClr val="76103E"/>
                </a:gs>
                <a:gs pos="61000">
                  <a:srgbClr val="FF6199"/>
                </a:gs>
                <a:gs pos="100000">
                  <a:srgbClr val="FFE5ED"/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lowchart: Delay 3">
              <a:extLst>
                <a:ext uri="{FF2B5EF4-FFF2-40B4-BE49-F238E27FC236}">
                  <a16:creationId xmlns:a16="http://schemas.microsoft.com/office/drawing/2014/main" id="{C86334C2-ED90-7259-ECC3-82A28414B5ED}"/>
                </a:ext>
              </a:extLst>
            </p:cNvPr>
            <p:cNvSpPr/>
            <p:nvPr/>
          </p:nvSpPr>
          <p:spPr>
            <a:xfrm rot="10800000">
              <a:off x="1737360" y="1653540"/>
              <a:ext cx="3703320" cy="2628900"/>
            </a:xfrm>
            <a:prstGeom prst="flowChartDelay">
              <a:avLst/>
            </a:prstGeom>
            <a:gradFill flip="none" rotWithShape="1">
              <a:gsLst>
                <a:gs pos="0">
                  <a:srgbClr val="50001D"/>
                </a:gs>
                <a:gs pos="33000">
                  <a:srgbClr val="E7478F">
                    <a:shade val="30000"/>
                    <a:satMod val="115000"/>
                  </a:srgbClr>
                </a:gs>
                <a:gs pos="61000">
                  <a:srgbClr val="E7478F">
                    <a:shade val="67500"/>
                    <a:satMod val="115000"/>
                  </a:srgbClr>
                </a:gs>
                <a:gs pos="100000">
                  <a:srgbClr val="E7478F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lowchart: Manual Operation 4">
              <a:extLst>
                <a:ext uri="{FF2B5EF4-FFF2-40B4-BE49-F238E27FC236}">
                  <a16:creationId xmlns:a16="http://schemas.microsoft.com/office/drawing/2014/main" id="{9477E261-AB99-71A4-14A1-0806C465E294}"/>
                </a:ext>
              </a:extLst>
            </p:cNvPr>
            <p:cNvSpPr/>
            <p:nvPr/>
          </p:nvSpPr>
          <p:spPr>
            <a:xfrm rot="16200000">
              <a:off x="4591049" y="2529840"/>
              <a:ext cx="2575562" cy="876300"/>
            </a:xfrm>
            <a:prstGeom prst="flowChartManualOperation">
              <a:avLst/>
            </a:prstGeom>
            <a:gradFill flip="none" rotWithShape="1">
              <a:gsLst>
                <a:gs pos="0">
                  <a:srgbClr val="FF6199"/>
                </a:gs>
                <a:gs pos="73000">
                  <a:srgbClr val="E7478F">
                    <a:tint val="44500"/>
                    <a:satMod val="160000"/>
                  </a:srgbClr>
                </a:gs>
                <a:gs pos="100000">
                  <a:srgbClr val="FFE5ED"/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10000"/>
                    </a:schemeClr>
                  </a:solidFill>
                </a:ln>
              </a:endParaRPr>
            </a:p>
          </p:txBody>
        </p:sp>
        <p:sp>
          <p:nvSpPr>
            <p:cNvPr id="28" name="Flowchart: Delay 27">
              <a:extLst>
                <a:ext uri="{FF2B5EF4-FFF2-40B4-BE49-F238E27FC236}">
                  <a16:creationId xmlns:a16="http://schemas.microsoft.com/office/drawing/2014/main" id="{CE6485F7-7A00-A661-1173-840F452BBA32}"/>
                </a:ext>
              </a:extLst>
            </p:cNvPr>
            <p:cNvSpPr/>
            <p:nvPr/>
          </p:nvSpPr>
          <p:spPr>
            <a:xfrm rot="10800000">
              <a:off x="2029076" y="2249749"/>
              <a:ext cx="1559944" cy="1436479"/>
            </a:xfrm>
            <a:prstGeom prst="flowChartDelay">
              <a:avLst/>
            </a:prstGeom>
            <a:gradFill>
              <a:gsLst>
                <a:gs pos="0">
                  <a:srgbClr val="76103E"/>
                </a:gs>
                <a:gs pos="61000">
                  <a:srgbClr val="FF6199"/>
                </a:gs>
                <a:gs pos="100000">
                  <a:srgbClr val="FFE5ED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Double Wave 28">
              <a:extLst>
                <a:ext uri="{FF2B5EF4-FFF2-40B4-BE49-F238E27FC236}">
                  <a16:creationId xmlns:a16="http://schemas.microsoft.com/office/drawing/2014/main" id="{D34DF100-EAE7-86D5-5125-FE849B4359A4}"/>
                </a:ext>
              </a:extLst>
            </p:cNvPr>
            <p:cNvSpPr/>
            <p:nvPr/>
          </p:nvSpPr>
          <p:spPr>
            <a:xfrm>
              <a:off x="3763285" y="2598420"/>
              <a:ext cx="1451610" cy="701040"/>
            </a:xfrm>
            <a:prstGeom prst="doubleWave">
              <a:avLst/>
            </a:prstGeom>
            <a:gradFill>
              <a:gsLst>
                <a:gs pos="0">
                  <a:srgbClr val="FF6199"/>
                </a:gs>
                <a:gs pos="73000">
                  <a:srgbClr val="E7478F">
                    <a:tint val="44500"/>
                    <a:satMod val="160000"/>
                  </a:srgbClr>
                </a:gs>
                <a:gs pos="100000">
                  <a:srgbClr val="FFE5ED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Circle: Hollow 30">
              <a:extLst>
                <a:ext uri="{FF2B5EF4-FFF2-40B4-BE49-F238E27FC236}">
                  <a16:creationId xmlns:a16="http://schemas.microsoft.com/office/drawing/2014/main" id="{37EE0C03-37FC-8D6B-E1DF-A6548F0E8275}"/>
                </a:ext>
              </a:extLst>
            </p:cNvPr>
            <p:cNvSpPr/>
            <p:nvPr/>
          </p:nvSpPr>
          <p:spPr>
            <a:xfrm flipH="1">
              <a:off x="6851334" y="2249749"/>
              <a:ext cx="226895" cy="1663874"/>
            </a:xfrm>
            <a:prstGeom prst="donut">
              <a:avLst/>
            </a:prstGeom>
            <a:solidFill>
              <a:srgbClr val="E7478F"/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Circle: Hollow 31">
              <a:extLst>
                <a:ext uri="{FF2B5EF4-FFF2-40B4-BE49-F238E27FC236}">
                  <a16:creationId xmlns:a16="http://schemas.microsoft.com/office/drawing/2014/main" id="{20D9AC60-F3F2-6384-5956-990C77507619}"/>
                </a:ext>
              </a:extLst>
            </p:cNvPr>
            <p:cNvSpPr/>
            <p:nvPr/>
          </p:nvSpPr>
          <p:spPr>
            <a:xfrm flipH="1">
              <a:off x="7261109" y="1760216"/>
              <a:ext cx="258125" cy="2575563"/>
            </a:xfrm>
            <a:prstGeom prst="donut">
              <a:avLst/>
            </a:prstGeom>
            <a:solidFill>
              <a:srgbClr val="E7478F"/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Circle: Hollow 32">
              <a:extLst>
                <a:ext uri="{FF2B5EF4-FFF2-40B4-BE49-F238E27FC236}">
                  <a16:creationId xmlns:a16="http://schemas.microsoft.com/office/drawing/2014/main" id="{D0C89CC6-F108-A187-8374-46195DE51BF3}"/>
                </a:ext>
              </a:extLst>
            </p:cNvPr>
            <p:cNvSpPr/>
            <p:nvPr/>
          </p:nvSpPr>
          <p:spPr>
            <a:xfrm flipH="1">
              <a:off x="7672366" y="1393856"/>
              <a:ext cx="349992" cy="3375659"/>
            </a:xfrm>
            <a:prstGeom prst="donut">
              <a:avLst/>
            </a:prstGeom>
            <a:solidFill>
              <a:srgbClr val="E7478F"/>
            </a:solidFill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68266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917681-A30C-2468-A11B-B5AB6A386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669A52C-0C7E-73BC-7F7E-0F86F2828C61}"/>
              </a:ext>
            </a:extLst>
          </p:cNvPr>
          <p:cNvSpPr txBox="1"/>
          <p:nvPr/>
        </p:nvSpPr>
        <p:spPr>
          <a:xfrm>
            <a:off x="171450" y="157381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Freeze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Gun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12F012F-3106-24A1-585F-2D234D2ED001}"/>
              </a:ext>
            </a:extLst>
          </p:cNvPr>
          <p:cNvGrpSpPr/>
          <p:nvPr/>
        </p:nvGrpSpPr>
        <p:grpSpPr>
          <a:xfrm>
            <a:off x="2887980" y="1600200"/>
            <a:ext cx="7286407" cy="4413892"/>
            <a:chOff x="2788920" y="1668780"/>
            <a:chExt cx="7286407" cy="4413892"/>
          </a:xfrm>
        </p:grpSpPr>
        <p:sp>
          <p:nvSpPr>
            <p:cNvPr id="24" name="Block Arc 23">
              <a:extLst>
                <a:ext uri="{FF2B5EF4-FFF2-40B4-BE49-F238E27FC236}">
                  <a16:creationId xmlns:a16="http://schemas.microsoft.com/office/drawing/2014/main" id="{61C4AAE5-2E8E-F7DD-A383-AF02EF908A86}"/>
                </a:ext>
              </a:extLst>
            </p:cNvPr>
            <p:cNvSpPr/>
            <p:nvPr/>
          </p:nvSpPr>
          <p:spPr>
            <a:xfrm rot="17765905" flipH="1">
              <a:off x="4609444" y="3677824"/>
              <a:ext cx="1304334" cy="1119604"/>
            </a:xfrm>
            <a:prstGeom prst="blockArc">
              <a:avLst>
                <a:gd name="adj1" fmla="val 17586633"/>
                <a:gd name="adj2" fmla="val 21237277"/>
                <a:gd name="adj3" fmla="val 19218"/>
              </a:avLst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Block Arc 22">
              <a:extLst>
                <a:ext uri="{FF2B5EF4-FFF2-40B4-BE49-F238E27FC236}">
                  <a16:creationId xmlns:a16="http://schemas.microsoft.com/office/drawing/2014/main" id="{AEF50975-5109-3C76-B66D-EF89ADAC7A40}"/>
                </a:ext>
              </a:extLst>
            </p:cNvPr>
            <p:cNvSpPr/>
            <p:nvPr/>
          </p:nvSpPr>
          <p:spPr>
            <a:xfrm rot="8283385">
              <a:off x="3945538" y="3528049"/>
              <a:ext cx="1682742" cy="1666180"/>
            </a:xfrm>
            <a:prstGeom prst="blockArc">
              <a:avLst>
                <a:gd name="adj1" fmla="val 10800000"/>
                <a:gd name="adj2" fmla="val 21237277"/>
                <a:gd name="adj3" fmla="val 19218"/>
              </a:avLst>
            </a:prstGeom>
            <a:gradFill>
              <a:gsLst>
                <a:gs pos="28000">
                  <a:srgbClr val="004A68"/>
                </a:gs>
                <a:gs pos="55000">
                  <a:srgbClr val="00B0F0">
                    <a:shade val="67500"/>
                    <a:satMod val="115000"/>
                  </a:srgbClr>
                </a:gs>
                <a:gs pos="100000">
                  <a:srgbClr val="00B0F0">
                    <a:shade val="100000"/>
                    <a:satMod val="115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57F66FE2-5615-F8E7-FF8A-66E95AE81D74}"/>
                </a:ext>
              </a:extLst>
            </p:cNvPr>
            <p:cNvSpPr/>
            <p:nvPr/>
          </p:nvSpPr>
          <p:spPr>
            <a:xfrm rot="1576244">
              <a:off x="2937702" y="2886072"/>
              <a:ext cx="1546474" cy="3196600"/>
            </a:xfrm>
            <a:prstGeom prst="roundRect">
              <a:avLst>
                <a:gd name="adj" fmla="val 36185"/>
              </a:avLst>
            </a:prstGeom>
            <a:gradFill>
              <a:gsLst>
                <a:gs pos="28000">
                  <a:srgbClr val="004A68"/>
                </a:gs>
                <a:gs pos="55000">
                  <a:srgbClr val="00B0F0">
                    <a:shade val="67500"/>
                    <a:satMod val="115000"/>
                  </a:srgbClr>
                </a:gs>
                <a:gs pos="100000">
                  <a:srgbClr val="00B0F0">
                    <a:shade val="100000"/>
                    <a:satMod val="115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49B272D-1880-2C03-53D3-45DDB56201EF}"/>
                </a:ext>
              </a:extLst>
            </p:cNvPr>
            <p:cNvSpPr/>
            <p:nvPr/>
          </p:nvSpPr>
          <p:spPr>
            <a:xfrm rot="1576244">
              <a:off x="3068429" y="2984411"/>
              <a:ext cx="1297344" cy="2965946"/>
            </a:xfrm>
            <a:prstGeom prst="roundRect">
              <a:avLst>
                <a:gd name="adj" fmla="val 36185"/>
              </a:avLst>
            </a:prstGeom>
            <a:gradFill>
              <a:gsLst>
                <a:gs pos="0">
                  <a:schemeClr val="accent5">
                    <a:lumMod val="50000"/>
                  </a:schemeClr>
                </a:gs>
                <a:gs pos="47000">
                  <a:srgbClr val="00B0F0"/>
                </a:gs>
                <a:gs pos="100000">
                  <a:schemeClr val="accent5">
                    <a:lumMod val="20000"/>
                    <a:lumOff val="80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" name="Flowchart: Delay 3">
              <a:extLst>
                <a:ext uri="{FF2B5EF4-FFF2-40B4-BE49-F238E27FC236}">
                  <a16:creationId xmlns:a16="http://schemas.microsoft.com/office/drawing/2014/main" id="{7E3C0EC4-4A6A-28D0-2577-6B193A17FFE5}"/>
                </a:ext>
              </a:extLst>
            </p:cNvPr>
            <p:cNvSpPr/>
            <p:nvPr/>
          </p:nvSpPr>
          <p:spPr>
            <a:xfrm rot="10800000">
              <a:off x="2788920" y="1668780"/>
              <a:ext cx="3703320" cy="2628900"/>
            </a:xfrm>
            <a:prstGeom prst="flowChartDelay">
              <a:avLst/>
            </a:prstGeom>
            <a:gradFill flip="none" rotWithShape="1">
              <a:gsLst>
                <a:gs pos="0">
                  <a:srgbClr val="00B0F0">
                    <a:shade val="30000"/>
                    <a:satMod val="115000"/>
                  </a:srgbClr>
                </a:gs>
                <a:gs pos="50000">
                  <a:srgbClr val="00B0F0">
                    <a:shade val="67500"/>
                    <a:satMod val="115000"/>
                  </a:srgbClr>
                </a:gs>
                <a:gs pos="100000">
                  <a:srgbClr val="00B0F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Flowchart: Manual Operation 4">
              <a:extLst>
                <a:ext uri="{FF2B5EF4-FFF2-40B4-BE49-F238E27FC236}">
                  <a16:creationId xmlns:a16="http://schemas.microsoft.com/office/drawing/2014/main" id="{6DC4CC4A-14D5-F40B-0071-4F3FAF16D509}"/>
                </a:ext>
              </a:extLst>
            </p:cNvPr>
            <p:cNvSpPr/>
            <p:nvPr/>
          </p:nvSpPr>
          <p:spPr>
            <a:xfrm rot="16200000">
              <a:off x="5642609" y="2545080"/>
              <a:ext cx="2575562" cy="876300"/>
            </a:xfrm>
            <a:prstGeom prst="flowChartManualOperation">
              <a:avLst/>
            </a:prstGeom>
            <a:gradFill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1000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lowchart: Delay 27">
              <a:extLst>
                <a:ext uri="{FF2B5EF4-FFF2-40B4-BE49-F238E27FC236}">
                  <a16:creationId xmlns:a16="http://schemas.microsoft.com/office/drawing/2014/main" id="{74C9F6C5-AAEB-343D-C6E2-65057EA92985}"/>
                </a:ext>
              </a:extLst>
            </p:cNvPr>
            <p:cNvSpPr/>
            <p:nvPr/>
          </p:nvSpPr>
          <p:spPr>
            <a:xfrm rot="10800000">
              <a:off x="3080636" y="2264989"/>
              <a:ext cx="1559944" cy="1436479"/>
            </a:xfrm>
            <a:prstGeom prst="flowChartDelay">
              <a:avLst/>
            </a:prstGeom>
            <a:gradFill>
              <a:gsLst>
                <a:gs pos="0">
                  <a:schemeClr val="accent5">
                    <a:lumMod val="50000"/>
                  </a:schemeClr>
                </a:gs>
                <a:gs pos="47000">
                  <a:srgbClr val="00B0F0"/>
                </a:gs>
                <a:gs pos="100000">
                  <a:schemeClr val="accent5">
                    <a:lumMod val="20000"/>
                    <a:lumOff val="80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Double Wave 28">
              <a:extLst>
                <a:ext uri="{FF2B5EF4-FFF2-40B4-BE49-F238E27FC236}">
                  <a16:creationId xmlns:a16="http://schemas.microsoft.com/office/drawing/2014/main" id="{44294373-901B-AF35-6F0F-EC85F1DF6459}"/>
                </a:ext>
              </a:extLst>
            </p:cNvPr>
            <p:cNvSpPr/>
            <p:nvPr/>
          </p:nvSpPr>
          <p:spPr>
            <a:xfrm>
              <a:off x="4793712" y="2264989"/>
              <a:ext cx="1451610" cy="382614"/>
            </a:xfrm>
            <a:prstGeom prst="doubleWave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" name="Double Wave 1">
              <a:extLst>
                <a:ext uri="{FF2B5EF4-FFF2-40B4-BE49-F238E27FC236}">
                  <a16:creationId xmlns:a16="http://schemas.microsoft.com/office/drawing/2014/main" id="{5C5288A9-75F2-880C-BF49-1CDD333EAB83}"/>
                </a:ext>
              </a:extLst>
            </p:cNvPr>
            <p:cNvSpPr/>
            <p:nvPr/>
          </p:nvSpPr>
          <p:spPr>
            <a:xfrm>
              <a:off x="4786092" y="2796498"/>
              <a:ext cx="1451610" cy="382614"/>
            </a:xfrm>
            <a:prstGeom prst="doubleWave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Double Wave 2">
              <a:extLst>
                <a:ext uri="{FF2B5EF4-FFF2-40B4-BE49-F238E27FC236}">
                  <a16:creationId xmlns:a16="http://schemas.microsoft.com/office/drawing/2014/main" id="{4CC3405D-4C8B-F8BA-A888-463768395C36}"/>
                </a:ext>
              </a:extLst>
            </p:cNvPr>
            <p:cNvSpPr/>
            <p:nvPr/>
          </p:nvSpPr>
          <p:spPr>
            <a:xfrm>
              <a:off x="4798950" y="3305433"/>
              <a:ext cx="1451610" cy="382614"/>
            </a:xfrm>
            <a:prstGeom prst="doubleWave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Flowchart: Direct Access Storage 5">
              <a:extLst>
                <a:ext uri="{FF2B5EF4-FFF2-40B4-BE49-F238E27FC236}">
                  <a16:creationId xmlns:a16="http://schemas.microsoft.com/office/drawing/2014/main" id="{2E363344-AA98-0598-2208-232219C0D99D}"/>
                </a:ext>
              </a:extLst>
            </p:cNvPr>
            <p:cNvSpPr/>
            <p:nvPr/>
          </p:nvSpPr>
          <p:spPr>
            <a:xfrm>
              <a:off x="7239899" y="2310187"/>
              <a:ext cx="257282" cy="1346084"/>
            </a:xfrm>
            <a:prstGeom prst="flowChartMagneticDrum">
              <a:avLst/>
            </a:prstGeom>
            <a:gradFill>
              <a:gsLst>
                <a:gs pos="0">
                  <a:srgbClr val="00B0F0">
                    <a:shade val="30000"/>
                    <a:satMod val="115000"/>
                  </a:srgbClr>
                </a:gs>
                <a:gs pos="50000">
                  <a:srgbClr val="00B0F0">
                    <a:shade val="67500"/>
                    <a:satMod val="115000"/>
                  </a:srgbClr>
                </a:gs>
                <a:gs pos="100000">
                  <a:srgbClr val="00B0F0">
                    <a:shade val="100000"/>
                    <a:satMod val="115000"/>
                  </a:srgb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uble Wave 9">
              <a:extLst>
                <a:ext uri="{FF2B5EF4-FFF2-40B4-BE49-F238E27FC236}">
                  <a16:creationId xmlns:a16="http://schemas.microsoft.com/office/drawing/2014/main" id="{71E50D9F-F95F-6156-C13A-373D06E0266E}"/>
                </a:ext>
              </a:extLst>
            </p:cNvPr>
            <p:cNvSpPr/>
            <p:nvPr/>
          </p:nvSpPr>
          <p:spPr>
            <a:xfrm>
              <a:off x="7681270" y="2456296"/>
              <a:ext cx="1985965" cy="260900"/>
            </a:xfrm>
            <a:prstGeom prst="doubleWave">
              <a:avLst>
                <a:gd name="adj1" fmla="val 12500"/>
                <a:gd name="adj2" fmla="val -5395"/>
              </a:avLst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Double Wave 12">
              <a:extLst>
                <a:ext uri="{FF2B5EF4-FFF2-40B4-BE49-F238E27FC236}">
                  <a16:creationId xmlns:a16="http://schemas.microsoft.com/office/drawing/2014/main" id="{B1E47946-973D-CF79-02B8-D2390199C67E}"/>
                </a:ext>
              </a:extLst>
            </p:cNvPr>
            <p:cNvSpPr/>
            <p:nvPr/>
          </p:nvSpPr>
          <p:spPr>
            <a:xfrm>
              <a:off x="8089362" y="2796498"/>
              <a:ext cx="1985965" cy="260900"/>
            </a:xfrm>
            <a:prstGeom prst="doubleWave">
              <a:avLst>
                <a:gd name="adj1" fmla="val 12500"/>
                <a:gd name="adj2" fmla="val -5395"/>
              </a:avLst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Double Wave 13">
              <a:extLst>
                <a:ext uri="{FF2B5EF4-FFF2-40B4-BE49-F238E27FC236}">
                  <a16:creationId xmlns:a16="http://schemas.microsoft.com/office/drawing/2014/main" id="{C5EBFBD0-2E52-F66B-5FBD-88638B40F1E9}"/>
                </a:ext>
              </a:extLst>
            </p:cNvPr>
            <p:cNvSpPr/>
            <p:nvPr/>
          </p:nvSpPr>
          <p:spPr>
            <a:xfrm>
              <a:off x="7681269" y="3144789"/>
              <a:ext cx="1985965" cy="260900"/>
            </a:xfrm>
            <a:prstGeom prst="doubleWave">
              <a:avLst>
                <a:gd name="adj1" fmla="val 12500"/>
                <a:gd name="adj2" fmla="val -5395"/>
              </a:avLst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35405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62058-83AC-49AE-85AA-A5044258A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9349FF1-54C2-EA4E-A8D7-9FE84C4A682A}"/>
              </a:ext>
            </a:extLst>
          </p:cNvPr>
          <p:cNvSpPr txBox="1"/>
          <p:nvPr/>
        </p:nvSpPr>
        <p:spPr>
          <a:xfrm>
            <a:off x="143741" y="88108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Flamethrower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A51111-6A12-D6EC-538B-1B64C0E64199}"/>
              </a:ext>
            </a:extLst>
          </p:cNvPr>
          <p:cNvGrpSpPr/>
          <p:nvPr/>
        </p:nvGrpSpPr>
        <p:grpSpPr>
          <a:xfrm>
            <a:off x="954130" y="1764199"/>
            <a:ext cx="10023126" cy="2743823"/>
            <a:chOff x="559275" y="1092253"/>
            <a:chExt cx="10023126" cy="2743823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93283FC-9059-1AC1-BB0D-609769D90B6B}"/>
                </a:ext>
              </a:extLst>
            </p:cNvPr>
            <p:cNvGrpSpPr/>
            <p:nvPr/>
          </p:nvGrpSpPr>
          <p:grpSpPr>
            <a:xfrm>
              <a:off x="559275" y="1092253"/>
              <a:ext cx="10023126" cy="2743823"/>
              <a:chOff x="559275" y="1092253"/>
              <a:chExt cx="10023126" cy="2743823"/>
            </a:xfrm>
          </p:grpSpPr>
          <p:sp>
            <p:nvSpPr>
              <p:cNvPr id="37" name="Graphic 17" descr="Fire with solid fill">
                <a:extLst>
                  <a:ext uri="{FF2B5EF4-FFF2-40B4-BE49-F238E27FC236}">
                    <a16:creationId xmlns:a16="http://schemas.microsoft.com/office/drawing/2014/main" id="{72A5E7DD-362F-C574-4E10-943D0AC3D0D3}"/>
                  </a:ext>
                </a:extLst>
              </p:cNvPr>
              <p:cNvSpPr/>
              <p:nvPr/>
            </p:nvSpPr>
            <p:spPr>
              <a:xfrm rot="4978733">
                <a:off x="8922844" y="1071565"/>
                <a:ext cx="657050" cy="2662065"/>
              </a:xfrm>
              <a:custGeom>
                <a:avLst/>
                <a:gdLst>
                  <a:gd name="csX0" fmla="*/ 527201 w 560815"/>
                  <a:gd name="csY0" fmla="*/ 421958 h 819150"/>
                  <a:gd name="csX1" fmla="*/ 402424 w 560815"/>
                  <a:gd name="csY1" fmla="*/ 531495 h 819150"/>
                  <a:gd name="csX2" fmla="*/ 361466 w 560815"/>
                  <a:gd name="csY2" fmla="*/ 382905 h 819150"/>
                  <a:gd name="csX3" fmla="*/ 232879 w 560815"/>
                  <a:gd name="csY3" fmla="*/ 0 h 819150"/>
                  <a:gd name="csX4" fmla="*/ 134771 w 560815"/>
                  <a:gd name="csY4" fmla="*/ 302895 h 819150"/>
                  <a:gd name="csX5" fmla="*/ 20471 w 560815"/>
                  <a:gd name="csY5" fmla="*/ 436245 h 819150"/>
                  <a:gd name="csX6" fmla="*/ 113816 w 560815"/>
                  <a:gd name="csY6" fmla="*/ 764858 h 819150"/>
                  <a:gd name="csX7" fmla="*/ 170966 w 560815"/>
                  <a:gd name="csY7" fmla="*/ 460058 h 819150"/>
                  <a:gd name="csX8" fmla="*/ 209066 w 560815"/>
                  <a:gd name="csY8" fmla="*/ 669608 h 819150"/>
                  <a:gd name="csX9" fmla="*/ 278599 w 560815"/>
                  <a:gd name="csY9" fmla="*/ 819150 h 819150"/>
                  <a:gd name="csX10" fmla="*/ 535774 w 560815"/>
                  <a:gd name="csY10" fmla="*/ 645795 h 819150"/>
                  <a:gd name="csX11" fmla="*/ 527201 w 560815"/>
                  <a:gd name="csY11" fmla="*/ 421958 h 819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60815" h="819150">
                    <a:moveTo>
                      <a:pt x="527201" y="421958"/>
                    </a:moveTo>
                    <a:cubicBezTo>
                      <a:pt x="544346" y="491490"/>
                      <a:pt x="472908" y="560070"/>
                      <a:pt x="402424" y="531495"/>
                    </a:cubicBezTo>
                    <a:cubicBezTo>
                      <a:pt x="343369" y="510540"/>
                      <a:pt x="320509" y="441960"/>
                      <a:pt x="361466" y="382905"/>
                    </a:cubicBezTo>
                    <a:cubicBezTo>
                      <a:pt x="453858" y="260033"/>
                      <a:pt x="386231" y="66675"/>
                      <a:pt x="232879" y="0"/>
                    </a:cubicBezTo>
                    <a:cubicBezTo>
                      <a:pt x="302411" y="131445"/>
                      <a:pt x="195731" y="252413"/>
                      <a:pt x="134771" y="302895"/>
                    </a:cubicBezTo>
                    <a:cubicBezTo>
                      <a:pt x="73811" y="353378"/>
                      <a:pt x="32854" y="405765"/>
                      <a:pt x="20471" y="436245"/>
                    </a:cubicBezTo>
                    <a:cubicBezTo>
                      <a:pt x="-41442" y="586740"/>
                      <a:pt x="50951" y="730568"/>
                      <a:pt x="113816" y="764858"/>
                    </a:cubicBezTo>
                    <a:cubicBezTo>
                      <a:pt x="85241" y="700088"/>
                      <a:pt x="58571" y="576263"/>
                      <a:pt x="170966" y="460058"/>
                    </a:cubicBezTo>
                    <a:cubicBezTo>
                      <a:pt x="170966" y="460058"/>
                      <a:pt x="138581" y="583883"/>
                      <a:pt x="209066" y="669608"/>
                    </a:cubicBezTo>
                    <a:cubicBezTo>
                      <a:pt x="279551" y="755333"/>
                      <a:pt x="278599" y="819150"/>
                      <a:pt x="278599" y="819150"/>
                    </a:cubicBezTo>
                    <a:cubicBezTo>
                      <a:pt x="388136" y="819150"/>
                      <a:pt x="491958" y="753428"/>
                      <a:pt x="535774" y="645795"/>
                    </a:cubicBezTo>
                    <a:cubicBezTo>
                      <a:pt x="569111" y="581978"/>
                      <a:pt x="571969" y="481013"/>
                      <a:pt x="527201" y="421958"/>
                    </a:cubicBezTo>
                  </a:path>
                </a:pathLst>
              </a:custGeom>
              <a:gradFill flip="none" rotWithShape="1">
                <a:gsLst>
                  <a:gs pos="0">
                    <a:srgbClr val="740000"/>
                  </a:gs>
                  <a:gs pos="27000">
                    <a:srgbClr val="740000"/>
                  </a:gs>
                  <a:gs pos="52000">
                    <a:srgbClr val="C00000"/>
                  </a:gs>
                </a:gsLst>
                <a:lin ang="0" scaled="1"/>
                <a:tileRect/>
              </a:gradFill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lowchart: Delay 31">
                <a:extLst>
                  <a:ext uri="{FF2B5EF4-FFF2-40B4-BE49-F238E27FC236}">
                    <a16:creationId xmlns:a16="http://schemas.microsoft.com/office/drawing/2014/main" id="{0A23686F-40CF-81F9-0A60-373070041D08}"/>
                  </a:ext>
                </a:extLst>
              </p:cNvPr>
              <p:cNvSpPr/>
              <p:nvPr/>
            </p:nvSpPr>
            <p:spPr>
              <a:xfrm rot="14192159">
                <a:off x="2804052" y="1476404"/>
                <a:ext cx="1038465" cy="270164"/>
              </a:xfrm>
              <a:prstGeom prst="flowChartDelay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lowchart: Delay 30">
                <a:extLst>
                  <a:ext uri="{FF2B5EF4-FFF2-40B4-BE49-F238E27FC236}">
                    <a16:creationId xmlns:a16="http://schemas.microsoft.com/office/drawing/2014/main" id="{C3182A8C-5BEE-48FE-3A04-9187ED1A3ECD}"/>
                  </a:ext>
                </a:extLst>
              </p:cNvPr>
              <p:cNvSpPr/>
              <p:nvPr/>
            </p:nvSpPr>
            <p:spPr>
              <a:xfrm rot="14192159">
                <a:off x="752601" y="1484686"/>
                <a:ext cx="1038465" cy="270164"/>
              </a:xfrm>
              <a:prstGeom prst="flowChartDelay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A4F33C79-85A7-A358-C04B-3E786F64E86E}"/>
                  </a:ext>
                </a:extLst>
              </p:cNvPr>
              <p:cNvSpPr/>
              <p:nvPr/>
            </p:nvSpPr>
            <p:spPr>
              <a:xfrm>
                <a:off x="852054" y="1967345"/>
                <a:ext cx="3248891" cy="1530928"/>
              </a:xfrm>
              <a:prstGeom prst="roundRect">
                <a:avLst>
                  <a:gd name="adj" fmla="val 18853"/>
                </a:avLst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2900A13-55E8-B349-F73D-CE06D9D9A7C0}"/>
                  </a:ext>
                </a:extLst>
              </p:cNvPr>
              <p:cNvSpPr/>
              <p:nvPr/>
            </p:nvSpPr>
            <p:spPr>
              <a:xfrm>
                <a:off x="1094508" y="2126672"/>
                <a:ext cx="2763982" cy="1212273"/>
              </a:xfrm>
              <a:prstGeom prst="roundRect">
                <a:avLst>
                  <a:gd name="adj" fmla="val 18853"/>
                </a:avLst>
              </a:prstGeom>
              <a:gradFill flip="none" rotWithShape="1">
                <a:gsLst>
                  <a:gs pos="39000">
                    <a:srgbClr val="BCBCBC"/>
                  </a:gs>
                  <a:gs pos="0">
                    <a:schemeClr val="accent3">
                      <a:lumMod val="40000"/>
                      <a:lumOff val="60000"/>
                    </a:schemeClr>
                  </a:gs>
                  <a:gs pos="100000">
                    <a:schemeClr val="bg2">
                      <a:lumMod val="1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Cylinder 7">
                <a:extLst>
                  <a:ext uri="{FF2B5EF4-FFF2-40B4-BE49-F238E27FC236}">
                    <a16:creationId xmlns:a16="http://schemas.microsoft.com/office/drawing/2014/main" id="{F946C493-732B-781A-574C-EB78192976F0}"/>
                  </a:ext>
                </a:extLst>
              </p:cNvPr>
              <p:cNvSpPr/>
              <p:nvPr/>
            </p:nvSpPr>
            <p:spPr>
              <a:xfrm rot="5400000">
                <a:off x="5583381" y="422564"/>
                <a:ext cx="387928" cy="4017818"/>
              </a:xfrm>
              <a:prstGeom prst="can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F2A4368-447B-C130-A025-2CDB42DA25A3}"/>
                  </a:ext>
                </a:extLst>
              </p:cNvPr>
              <p:cNvSpPr/>
              <p:nvPr/>
            </p:nvSpPr>
            <p:spPr>
              <a:xfrm>
                <a:off x="3374829" y="2324153"/>
                <a:ext cx="316230" cy="89702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Cylinder 10">
                <a:extLst>
                  <a:ext uri="{FF2B5EF4-FFF2-40B4-BE49-F238E27FC236}">
                    <a16:creationId xmlns:a16="http://schemas.microsoft.com/office/drawing/2014/main" id="{A29EBA53-7BEE-8356-BE36-9BD215996E5B}"/>
                  </a:ext>
                </a:extLst>
              </p:cNvPr>
              <p:cNvSpPr/>
              <p:nvPr/>
            </p:nvSpPr>
            <p:spPr>
              <a:xfrm rot="5400000">
                <a:off x="5237017" y="1025238"/>
                <a:ext cx="124691" cy="4017818"/>
              </a:xfrm>
              <a:prstGeom prst="can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Flowchart: Delay 15">
                <a:extLst>
                  <a:ext uri="{FF2B5EF4-FFF2-40B4-BE49-F238E27FC236}">
                    <a16:creationId xmlns:a16="http://schemas.microsoft.com/office/drawing/2014/main" id="{16796512-085A-BBBE-BB25-DE76154720C6}"/>
                  </a:ext>
                </a:extLst>
              </p:cNvPr>
              <p:cNvSpPr/>
              <p:nvPr/>
            </p:nvSpPr>
            <p:spPr>
              <a:xfrm rot="18968859">
                <a:off x="1808907" y="2866258"/>
                <a:ext cx="1645527" cy="969818"/>
              </a:xfrm>
              <a:prstGeom prst="flowChartDelay">
                <a:avLst/>
              </a:prstGeom>
              <a:gradFill flip="none" rotWithShape="1">
                <a:gsLst>
                  <a:gs pos="14000">
                    <a:srgbClr val="C00000">
                      <a:shade val="30000"/>
                      <a:satMod val="115000"/>
                    </a:srgbClr>
                  </a:gs>
                  <a:gs pos="73000">
                    <a:srgbClr val="C00000">
                      <a:shade val="67500"/>
                      <a:satMod val="115000"/>
                    </a:srgbClr>
                  </a:gs>
                  <a:gs pos="100000">
                    <a:srgbClr val="C00000">
                      <a:shade val="100000"/>
                      <a:satMod val="115000"/>
                    </a:srgbClr>
                  </a:gs>
                </a:gsLst>
                <a:lin ang="54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Parallelogram 24">
                <a:extLst>
                  <a:ext uri="{FF2B5EF4-FFF2-40B4-BE49-F238E27FC236}">
                    <a16:creationId xmlns:a16="http://schemas.microsoft.com/office/drawing/2014/main" id="{00B37100-15DC-FFDB-C53C-F723DB421042}"/>
                  </a:ext>
                </a:extLst>
              </p:cNvPr>
              <p:cNvSpPr/>
              <p:nvPr/>
            </p:nvSpPr>
            <p:spPr>
              <a:xfrm rot="2844144">
                <a:off x="692724" y="1150311"/>
                <a:ext cx="318653" cy="585552"/>
              </a:xfrm>
              <a:prstGeom prst="parallelogram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Graphic 17" descr="Fire with solid fill">
                <a:extLst>
                  <a:ext uri="{FF2B5EF4-FFF2-40B4-BE49-F238E27FC236}">
                    <a16:creationId xmlns:a16="http://schemas.microsoft.com/office/drawing/2014/main" id="{131EDA0F-D3ED-A721-12CF-20750212B49F}"/>
                  </a:ext>
                </a:extLst>
              </p:cNvPr>
              <p:cNvSpPr/>
              <p:nvPr/>
            </p:nvSpPr>
            <p:spPr>
              <a:xfrm rot="2713960">
                <a:off x="2351262" y="2941591"/>
                <a:ext cx="560815" cy="819150"/>
              </a:xfrm>
              <a:custGeom>
                <a:avLst/>
                <a:gdLst>
                  <a:gd name="csX0" fmla="*/ 527201 w 560815"/>
                  <a:gd name="csY0" fmla="*/ 421958 h 819150"/>
                  <a:gd name="csX1" fmla="*/ 402424 w 560815"/>
                  <a:gd name="csY1" fmla="*/ 531495 h 819150"/>
                  <a:gd name="csX2" fmla="*/ 361466 w 560815"/>
                  <a:gd name="csY2" fmla="*/ 382905 h 819150"/>
                  <a:gd name="csX3" fmla="*/ 232879 w 560815"/>
                  <a:gd name="csY3" fmla="*/ 0 h 819150"/>
                  <a:gd name="csX4" fmla="*/ 134771 w 560815"/>
                  <a:gd name="csY4" fmla="*/ 302895 h 819150"/>
                  <a:gd name="csX5" fmla="*/ 20471 w 560815"/>
                  <a:gd name="csY5" fmla="*/ 436245 h 819150"/>
                  <a:gd name="csX6" fmla="*/ 113816 w 560815"/>
                  <a:gd name="csY6" fmla="*/ 764858 h 819150"/>
                  <a:gd name="csX7" fmla="*/ 170966 w 560815"/>
                  <a:gd name="csY7" fmla="*/ 460058 h 819150"/>
                  <a:gd name="csX8" fmla="*/ 209066 w 560815"/>
                  <a:gd name="csY8" fmla="*/ 669608 h 819150"/>
                  <a:gd name="csX9" fmla="*/ 278599 w 560815"/>
                  <a:gd name="csY9" fmla="*/ 819150 h 819150"/>
                  <a:gd name="csX10" fmla="*/ 535774 w 560815"/>
                  <a:gd name="csY10" fmla="*/ 645795 h 819150"/>
                  <a:gd name="csX11" fmla="*/ 527201 w 560815"/>
                  <a:gd name="csY11" fmla="*/ 421958 h 819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60815" h="819150">
                    <a:moveTo>
                      <a:pt x="527201" y="421958"/>
                    </a:moveTo>
                    <a:cubicBezTo>
                      <a:pt x="544346" y="491490"/>
                      <a:pt x="472908" y="560070"/>
                      <a:pt x="402424" y="531495"/>
                    </a:cubicBezTo>
                    <a:cubicBezTo>
                      <a:pt x="343369" y="510540"/>
                      <a:pt x="320509" y="441960"/>
                      <a:pt x="361466" y="382905"/>
                    </a:cubicBezTo>
                    <a:cubicBezTo>
                      <a:pt x="453858" y="260033"/>
                      <a:pt x="386231" y="66675"/>
                      <a:pt x="232879" y="0"/>
                    </a:cubicBezTo>
                    <a:cubicBezTo>
                      <a:pt x="302411" y="131445"/>
                      <a:pt x="195731" y="252413"/>
                      <a:pt x="134771" y="302895"/>
                    </a:cubicBezTo>
                    <a:cubicBezTo>
                      <a:pt x="73811" y="353378"/>
                      <a:pt x="32854" y="405765"/>
                      <a:pt x="20471" y="436245"/>
                    </a:cubicBezTo>
                    <a:cubicBezTo>
                      <a:pt x="-41442" y="586740"/>
                      <a:pt x="50951" y="730568"/>
                      <a:pt x="113816" y="764858"/>
                    </a:cubicBezTo>
                    <a:cubicBezTo>
                      <a:pt x="85241" y="700088"/>
                      <a:pt x="58571" y="576263"/>
                      <a:pt x="170966" y="460058"/>
                    </a:cubicBezTo>
                    <a:cubicBezTo>
                      <a:pt x="170966" y="460058"/>
                      <a:pt x="138581" y="583883"/>
                      <a:pt x="209066" y="669608"/>
                    </a:cubicBezTo>
                    <a:cubicBezTo>
                      <a:pt x="279551" y="755333"/>
                      <a:pt x="278599" y="819150"/>
                      <a:pt x="278599" y="819150"/>
                    </a:cubicBezTo>
                    <a:cubicBezTo>
                      <a:pt x="388136" y="819150"/>
                      <a:pt x="491958" y="753428"/>
                      <a:pt x="535774" y="645795"/>
                    </a:cubicBezTo>
                    <a:cubicBezTo>
                      <a:pt x="569111" y="581978"/>
                      <a:pt x="571969" y="481013"/>
                      <a:pt x="527201" y="421958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Parallelogram 19">
                <a:extLst>
                  <a:ext uri="{FF2B5EF4-FFF2-40B4-BE49-F238E27FC236}">
                    <a16:creationId xmlns:a16="http://schemas.microsoft.com/office/drawing/2014/main" id="{1538D7DF-CC56-D98A-1B84-FC5ED966B4F2}"/>
                  </a:ext>
                </a:extLst>
              </p:cNvPr>
              <p:cNvSpPr/>
              <p:nvPr/>
            </p:nvSpPr>
            <p:spPr>
              <a:xfrm rot="2624810">
                <a:off x="7240327" y="2781196"/>
                <a:ext cx="232870" cy="304802"/>
              </a:xfrm>
              <a:prstGeom prst="parallelogram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arallelogram 32">
                <a:extLst>
                  <a:ext uri="{FF2B5EF4-FFF2-40B4-BE49-F238E27FC236}">
                    <a16:creationId xmlns:a16="http://schemas.microsoft.com/office/drawing/2014/main" id="{EF991D98-09E8-DB04-2E19-319C5E69223E}"/>
                  </a:ext>
                </a:extLst>
              </p:cNvPr>
              <p:cNvSpPr/>
              <p:nvPr/>
            </p:nvSpPr>
            <p:spPr>
              <a:xfrm rot="2844144">
                <a:off x="2751219" y="1147291"/>
                <a:ext cx="318653" cy="585552"/>
              </a:xfrm>
              <a:prstGeom prst="parallelogram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Flowchart: Delay 33">
                <a:extLst>
                  <a:ext uri="{FF2B5EF4-FFF2-40B4-BE49-F238E27FC236}">
                    <a16:creationId xmlns:a16="http://schemas.microsoft.com/office/drawing/2014/main" id="{82F61590-85C7-620E-3CF7-B51D989B38C8}"/>
                  </a:ext>
                </a:extLst>
              </p:cNvPr>
              <p:cNvSpPr/>
              <p:nvPr/>
            </p:nvSpPr>
            <p:spPr>
              <a:xfrm rot="14192159">
                <a:off x="2424821" y="1616014"/>
                <a:ext cx="705726" cy="270164"/>
              </a:xfrm>
              <a:prstGeom prst="flowChartDelay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Graphic 17" descr="Fire with solid fill">
                <a:extLst>
                  <a:ext uri="{FF2B5EF4-FFF2-40B4-BE49-F238E27FC236}">
                    <a16:creationId xmlns:a16="http://schemas.microsoft.com/office/drawing/2014/main" id="{9021AC0D-A1F8-2B80-E590-5AEDD6C27183}"/>
                  </a:ext>
                </a:extLst>
              </p:cNvPr>
              <p:cNvSpPr/>
              <p:nvPr/>
            </p:nvSpPr>
            <p:spPr>
              <a:xfrm rot="4978733">
                <a:off x="8389574" y="1523194"/>
                <a:ext cx="673397" cy="1601919"/>
              </a:xfrm>
              <a:custGeom>
                <a:avLst/>
                <a:gdLst>
                  <a:gd name="csX0" fmla="*/ 527201 w 560815"/>
                  <a:gd name="csY0" fmla="*/ 421958 h 819150"/>
                  <a:gd name="csX1" fmla="*/ 402424 w 560815"/>
                  <a:gd name="csY1" fmla="*/ 531495 h 819150"/>
                  <a:gd name="csX2" fmla="*/ 361466 w 560815"/>
                  <a:gd name="csY2" fmla="*/ 382905 h 819150"/>
                  <a:gd name="csX3" fmla="*/ 232879 w 560815"/>
                  <a:gd name="csY3" fmla="*/ 0 h 819150"/>
                  <a:gd name="csX4" fmla="*/ 134771 w 560815"/>
                  <a:gd name="csY4" fmla="*/ 302895 h 819150"/>
                  <a:gd name="csX5" fmla="*/ 20471 w 560815"/>
                  <a:gd name="csY5" fmla="*/ 436245 h 819150"/>
                  <a:gd name="csX6" fmla="*/ 113816 w 560815"/>
                  <a:gd name="csY6" fmla="*/ 764858 h 819150"/>
                  <a:gd name="csX7" fmla="*/ 170966 w 560815"/>
                  <a:gd name="csY7" fmla="*/ 460058 h 819150"/>
                  <a:gd name="csX8" fmla="*/ 209066 w 560815"/>
                  <a:gd name="csY8" fmla="*/ 669608 h 819150"/>
                  <a:gd name="csX9" fmla="*/ 278599 w 560815"/>
                  <a:gd name="csY9" fmla="*/ 819150 h 819150"/>
                  <a:gd name="csX10" fmla="*/ 535774 w 560815"/>
                  <a:gd name="csY10" fmla="*/ 645795 h 819150"/>
                  <a:gd name="csX11" fmla="*/ 527201 w 560815"/>
                  <a:gd name="csY11" fmla="*/ 421958 h 819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60815" h="819150">
                    <a:moveTo>
                      <a:pt x="527201" y="421958"/>
                    </a:moveTo>
                    <a:cubicBezTo>
                      <a:pt x="544346" y="491490"/>
                      <a:pt x="472908" y="560070"/>
                      <a:pt x="402424" y="531495"/>
                    </a:cubicBezTo>
                    <a:cubicBezTo>
                      <a:pt x="343369" y="510540"/>
                      <a:pt x="320509" y="441960"/>
                      <a:pt x="361466" y="382905"/>
                    </a:cubicBezTo>
                    <a:cubicBezTo>
                      <a:pt x="453858" y="260033"/>
                      <a:pt x="386231" y="66675"/>
                      <a:pt x="232879" y="0"/>
                    </a:cubicBezTo>
                    <a:cubicBezTo>
                      <a:pt x="302411" y="131445"/>
                      <a:pt x="195731" y="252413"/>
                      <a:pt x="134771" y="302895"/>
                    </a:cubicBezTo>
                    <a:cubicBezTo>
                      <a:pt x="73811" y="353378"/>
                      <a:pt x="32854" y="405765"/>
                      <a:pt x="20471" y="436245"/>
                    </a:cubicBezTo>
                    <a:cubicBezTo>
                      <a:pt x="-41442" y="586740"/>
                      <a:pt x="50951" y="730568"/>
                      <a:pt x="113816" y="764858"/>
                    </a:cubicBezTo>
                    <a:cubicBezTo>
                      <a:pt x="85241" y="700088"/>
                      <a:pt x="58571" y="576263"/>
                      <a:pt x="170966" y="460058"/>
                    </a:cubicBezTo>
                    <a:cubicBezTo>
                      <a:pt x="170966" y="460058"/>
                      <a:pt x="138581" y="583883"/>
                      <a:pt x="209066" y="669608"/>
                    </a:cubicBezTo>
                    <a:cubicBezTo>
                      <a:pt x="279551" y="755333"/>
                      <a:pt x="278599" y="819150"/>
                      <a:pt x="278599" y="819150"/>
                    </a:cubicBezTo>
                    <a:cubicBezTo>
                      <a:pt x="388136" y="819150"/>
                      <a:pt x="491958" y="753428"/>
                      <a:pt x="535774" y="645795"/>
                    </a:cubicBezTo>
                    <a:cubicBezTo>
                      <a:pt x="569111" y="581978"/>
                      <a:pt x="571969" y="481013"/>
                      <a:pt x="527201" y="421958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>
                      <a:lumMod val="75000"/>
                      <a:shade val="30000"/>
                      <a:satMod val="115000"/>
                    </a:schemeClr>
                  </a:gs>
                  <a:gs pos="50000">
                    <a:schemeClr val="accent2">
                      <a:lumMod val="75000"/>
                      <a:shade val="67500"/>
                      <a:satMod val="115000"/>
                    </a:schemeClr>
                  </a:gs>
                  <a:gs pos="100000">
                    <a:schemeClr val="accent2">
                      <a:lumMod val="75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Graphic 17" descr="Fire with solid fill">
                <a:extLst>
                  <a:ext uri="{FF2B5EF4-FFF2-40B4-BE49-F238E27FC236}">
                    <a16:creationId xmlns:a16="http://schemas.microsoft.com/office/drawing/2014/main" id="{DCC2B4FB-245D-AED9-777C-2E7D20E55857}"/>
                  </a:ext>
                </a:extLst>
              </p:cNvPr>
              <p:cNvSpPr/>
              <p:nvPr/>
            </p:nvSpPr>
            <p:spPr>
              <a:xfrm rot="4978733">
                <a:off x="8224652" y="1856837"/>
                <a:ext cx="633350" cy="1234165"/>
              </a:xfrm>
              <a:custGeom>
                <a:avLst/>
                <a:gdLst>
                  <a:gd name="csX0" fmla="*/ 527201 w 560815"/>
                  <a:gd name="csY0" fmla="*/ 421958 h 819150"/>
                  <a:gd name="csX1" fmla="*/ 402424 w 560815"/>
                  <a:gd name="csY1" fmla="*/ 531495 h 819150"/>
                  <a:gd name="csX2" fmla="*/ 361466 w 560815"/>
                  <a:gd name="csY2" fmla="*/ 382905 h 819150"/>
                  <a:gd name="csX3" fmla="*/ 232879 w 560815"/>
                  <a:gd name="csY3" fmla="*/ 0 h 819150"/>
                  <a:gd name="csX4" fmla="*/ 134771 w 560815"/>
                  <a:gd name="csY4" fmla="*/ 302895 h 819150"/>
                  <a:gd name="csX5" fmla="*/ 20471 w 560815"/>
                  <a:gd name="csY5" fmla="*/ 436245 h 819150"/>
                  <a:gd name="csX6" fmla="*/ 113816 w 560815"/>
                  <a:gd name="csY6" fmla="*/ 764858 h 819150"/>
                  <a:gd name="csX7" fmla="*/ 170966 w 560815"/>
                  <a:gd name="csY7" fmla="*/ 460058 h 819150"/>
                  <a:gd name="csX8" fmla="*/ 209066 w 560815"/>
                  <a:gd name="csY8" fmla="*/ 669608 h 819150"/>
                  <a:gd name="csX9" fmla="*/ 278599 w 560815"/>
                  <a:gd name="csY9" fmla="*/ 819150 h 819150"/>
                  <a:gd name="csX10" fmla="*/ 535774 w 560815"/>
                  <a:gd name="csY10" fmla="*/ 645795 h 819150"/>
                  <a:gd name="csX11" fmla="*/ 527201 w 560815"/>
                  <a:gd name="csY11" fmla="*/ 421958 h 819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60815" h="819150">
                    <a:moveTo>
                      <a:pt x="527201" y="421958"/>
                    </a:moveTo>
                    <a:cubicBezTo>
                      <a:pt x="544346" y="491490"/>
                      <a:pt x="472908" y="560070"/>
                      <a:pt x="402424" y="531495"/>
                    </a:cubicBezTo>
                    <a:cubicBezTo>
                      <a:pt x="343369" y="510540"/>
                      <a:pt x="320509" y="441960"/>
                      <a:pt x="361466" y="382905"/>
                    </a:cubicBezTo>
                    <a:cubicBezTo>
                      <a:pt x="453858" y="260033"/>
                      <a:pt x="386231" y="66675"/>
                      <a:pt x="232879" y="0"/>
                    </a:cubicBezTo>
                    <a:cubicBezTo>
                      <a:pt x="302411" y="131445"/>
                      <a:pt x="195731" y="252413"/>
                      <a:pt x="134771" y="302895"/>
                    </a:cubicBezTo>
                    <a:cubicBezTo>
                      <a:pt x="73811" y="353378"/>
                      <a:pt x="32854" y="405765"/>
                      <a:pt x="20471" y="436245"/>
                    </a:cubicBezTo>
                    <a:cubicBezTo>
                      <a:pt x="-41442" y="586740"/>
                      <a:pt x="50951" y="730568"/>
                      <a:pt x="113816" y="764858"/>
                    </a:cubicBezTo>
                    <a:cubicBezTo>
                      <a:pt x="85241" y="700088"/>
                      <a:pt x="58571" y="576263"/>
                      <a:pt x="170966" y="460058"/>
                    </a:cubicBezTo>
                    <a:cubicBezTo>
                      <a:pt x="170966" y="460058"/>
                      <a:pt x="138581" y="583883"/>
                      <a:pt x="209066" y="669608"/>
                    </a:cubicBezTo>
                    <a:cubicBezTo>
                      <a:pt x="279551" y="755333"/>
                      <a:pt x="278599" y="819150"/>
                      <a:pt x="278599" y="819150"/>
                    </a:cubicBezTo>
                    <a:cubicBezTo>
                      <a:pt x="388136" y="819150"/>
                      <a:pt x="491958" y="753428"/>
                      <a:pt x="535774" y="645795"/>
                    </a:cubicBezTo>
                    <a:cubicBezTo>
                      <a:pt x="569111" y="581978"/>
                      <a:pt x="571969" y="481013"/>
                      <a:pt x="527201" y="421958"/>
                    </a:cubicBezTo>
                  </a:path>
                </a:pathLst>
              </a:custGeom>
              <a:gradFill flip="none" rotWithShape="1">
                <a:gsLst>
                  <a:gs pos="0">
                    <a:srgbClr val="FFC000">
                      <a:shade val="30000"/>
                      <a:satMod val="115000"/>
                    </a:srgbClr>
                  </a:gs>
                  <a:gs pos="50000">
                    <a:srgbClr val="FFC000">
                      <a:shade val="67500"/>
                      <a:satMod val="115000"/>
                    </a:srgbClr>
                  </a:gs>
                  <a:gs pos="100000">
                    <a:srgbClr val="FFC000">
                      <a:shade val="100000"/>
                      <a:satMod val="115000"/>
                    </a:srgbClr>
                  </a:gs>
                </a:gsLst>
                <a:lin ang="8100000" scaled="1"/>
                <a:tileRect/>
              </a:gradFill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54B70BB4-1B3F-1B8C-2DA1-CAD5441D1180}"/>
                  </a:ext>
                </a:extLst>
              </p:cNvPr>
              <p:cNvSpPr/>
              <p:nvPr/>
            </p:nvSpPr>
            <p:spPr>
              <a:xfrm>
                <a:off x="1271833" y="2324153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0801EB2B-D5AB-176E-D62E-8202E54B8D3A}"/>
                  </a:ext>
                </a:extLst>
              </p:cNvPr>
              <p:cNvSpPr/>
              <p:nvPr/>
            </p:nvSpPr>
            <p:spPr>
              <a:xfrm>
                <a:off x="1271833" y="2822920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C951E59E-5D5F-6E66-A518-0959C070B6E6}"/>
                  </a:ext>
                </a:extLst>
              </p:cNvPr>
              <p:cNvSpPr/>
              <p:nvPr/>
            </p:nvSpPr>
            <p:spPr>
              <a:xfrm>
                <a:off x="1792746" y="2324153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AC5AA9F-B516-7FE0-BE2B-E6919B6821D0}"/>
                  </a:ext>
                </a:extLst>
              </p:cNvPr>
              <p:cNvSpPr/>
              <p:nvPr/>
            </p:nvSpPr>
            <p:spPr>
              <a:xfrm>
                <a:off x="1790074" y="2821159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70D46814-F6F4-9CA6-38F7-907B1E43A65A}"/>
                  </a:ext>
                </a:extLst>
              </p:cNvPr>
              <p:cNvSpPr/>
              <p:nvPr/>
            </p:nvSpPr>
            <p:spPr>
              <a:xfrm>
                <a:off x="2316625" y="2324153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B3C37EE5-F736-EAAB-8FA2-A4C07925627C}"/>
                  </a:ext>
                </a:extLst>
              </p:cNvPr>
              <p:cNvSpPr/>
              <p:nvPr/>
            </p:nvSpPr>
            <p:spPr>
              <a:xfrm>
                <a:off x="2841722" y="2317738"/>
                <a:ext cx="307589" cy="30128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Flowchart: Delay 29">
              <a:extLst>
                <a:ext uri="{FF2B5EF4-FFF2-40B4-BE49-F238E27FC236}">
                  <a16:creationId xmlns:a16="http://schemas.microsoft.com/office/drawing/2014/main" id="{4D079A78-4C94-4EBF-4A7E-2E89500B281B}"/>
                </a:ext>
              </a:extLst>
            </p:cNvPr>
            <p:cNvSpPr/>
            <p:nvPr/>
          </p:nvSpPr>
          <p:spPr>
            <a:xfrm rot="14192159">
              <a:off x="334626" y="1729780"/>
              <a:ext cx="832593" cy="270164"/>
            </a:xfrm>
            <a:prstGeom prst="flowChartDelay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53166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BA5B77-6555-DC80-771C-99EF5278E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AC0CE0-B7BB-AA1C-CF9A-CF1A61DFEC23}"/>
              </a:ext>
            </a:extLst>
          </p:cNvPr>
          <p:cNvSpPr txBox="1"/>
          <p:nvPr/>
        </p:nvSpPr>
        <p:spPr>
          <a:xfrm>
            <a:off x="143741" y="88108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Heal Dispenser Farm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2E6BB3B-5B7D-32EB-B32E-038972C825B2}"/>
              </a:ext>
            </a:extLst>
          </p:cNvPr>
          <p:cNvGrpSpPr/>
          <p:nvPr/>
        </p:nvGrpSpPr>
        <p:grpSpPr>
          <a:xfrm>
            <a:off x="3991396" y="1226367"/>
            <a:ext cx="3573190" cy="3671215"/>
            <a:chOff x="3527268" y="457440"/>
            <a:chExt cx="3573190" cy="3671215"/>
          </a:xfrm>
        </p:grpSpPr>
        <p:sp>
          <p:nvSpPr>
            <p:cNvPr id="4" name="Cube 3">
              <a:extLst>
                <a:ext uri="{FF2B5EF4-FFF2-40B4-BE49-F238E27FC236}">
                  <a16:creationId xmlns:a16="http://schemas.microsoft.com/office/drawing/2014/main" id="{8646FEED-3000-594D-620E-3EA399A735E6}"/>
                </a:ext>
              </a:extLst>
            </p:cNvPr>
            <p:cNvSpPr/>
            <p:nvPr/>
          </p:nvSpPr>
          <p:spPr>
            <a:xfrm>
              <a:off x="4748643" y="3044536"/>
              <a:ext cx="1821874" cy="630382"/>
            </a:xfrm>
            <a:prstGeom prst="cube">
              <a:avLst>
                <a:gd name="adj" fmla="val 55000"/>
              </a:avLst>
            </a:prstGeom>
            <a:gradFill flip="none" rotWithShape="1">
              <a:gsLst>
                <a:gs pos="0">
                  <a:schemeClr val="bg2"/>
                </a:gs>
                <a:gs pos="58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6EE944-82B6-8476-74B5-F81D8DEA80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532187" y="457440"/>
              <a:ext cx="415555" cy="2898044"/>
              <a:chOff x="5709397" y="470645"/>
              <a:chExt cx="773206" cy="5392272"/>
            </a:xfrm>
          </p:grpSpPr>
          <p:sp>
            <p:nvSpPr>
              <p:cNvPr id="24" name="Cylinder 23">
                <a:extLst>
                  <a:ext uri="{FF2B5EF4-FFF2-40B4-BE49-F238E27FC236}">
                    <a16:creationId xmlns:a16="http://schemas.microsoft.com/office/drawing/2014/main" id="{2FC87D68-3312-AF43-05B4-BEA60C8E86D5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Cylinder 25">
                <a:extLst>
                  <a:ext uri="{FF2B5EF4-FFF2-40B4-BE49-F238E27FC236}">
                    <a16:creationId xmlns:a16="http://schemas.microsoft.com/office/drawing/2014/main" id="{87F0336E-63F8-292D-F471-CA5CD6B8601A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0">
                    <a:srgbClr val="C00000"/>
                  </a:gs>
                  <a:gs pos="38000">
                    <a:srgbClr val="FE1E1E"/>
                  </a:gs>
                  <a:gs pos="100000">
                    <a:srgbClr val="48000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Connector 26">
                <a:extLst>
                  <a:ext uri="{FF2B5EF4-FFF2-40B4-BE49-F238E27FC236}">
                    <a16:creationId xmlns:a16="http://schemas.microsoft.com/office/drawing/2014/main" id="{4205896D-B079-06F5-C800-2A474A8D12E1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Flowchart: Connector 27">
                <a:extLst>
                  <a:ext uri="{FF2B5EF4-FFF2-40B4-BE49-F238E27FC236}">
                    <a16:creationId xmlns:a16="http://schemas.microsoft.com/office/drawing/2014/main" id="{379F3C53-C0C6-E9C4-8378-F4C44783E040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Flowchart: Connector 28">
                <a:extLst>
                  <a:ext uri="{FF2B5EF4-FFF2-40B4-BE49-F238E27FC236}">
                    <a16:creationId xmlns:a16="http://schemas.microsoft.com/office/drawing/2014/main" id="{FCC5F6BC-F433-BDF6-F0D4-F9A75123C9F8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Flowchart: Connector 46">
                <a:extLst>
                  <a:ext uri="{FF2B5EF4-FFF2-40B4-BE49-F238E27FC236}">
                    <a16:creationId xmlns:a16="http://schemas.microsoft.com/office/drawing/2014/main" id="{6705E44E-D62A-1EAA-BE6A-808A7420AB78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Flowchart: Connector 47">
                <a:extLst>
                  <a:ext uri="{FF2B5EF4-FFF2-40B4-BE49-F238E27FC236}">
                    <a16:creationId xmlns:a16="http://schemas.microsoft.com/office/drawing/2014/main" id="{F17CF3EF-CA7F-0112-288D-BC96926F5399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Flowchart: Connector 48">
                <a:extLst>
                  <a:ext uri="{FF2B5EF4-FFF2-40B4-BE49-F238E27FC236}">
                    <a16:creationId xmlns:a16="http://schemas.microsoft.com/office/drawing/2014/main" id="{142BF767-55A0-789A-0D89-CC4112E30F00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F731050C-80B9-A683-ECC6-0A0F6FED5516}"/>
                </a:ext>
              </a:extLst>
            </p:cNvPr>
            <p:cNvSpPr/>
            <p:nvPr/>
          </p:nvSpPr>
          <p:spPr>
            <a:xfrm>
              <a:off x="5202382" y="550719"/>
              <a:ext cx="574964" cy="3262745"/>
            </a:xfrm>
            <a:prstGeom prst="cube">
              <a:avLst/>
            </a:prstGeom>
            <a:gradFill>
              <a:gsLst>
                <a:gs pos="0">
                  <a:schemeClr val="bg2"/>
                </a:gs>
                <a:gs pos="58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6BFDCDA1-D0D6-0B9E-85BD-CB8820F7293B}"/>
                </a:ext>
              </a:extLst>
            </p:cNvPr>
            <p:cNvSpPr/>
            <p:nvPr/>
          </p:nvSpPr>
          <p:spPr>
            <a:xfrm>
              <a:off x="5278584" y="3498273"/>
              <a:ext cx="1821874" cy="630382"/>
            </a:xfrm>
            <a:prstGeom prst="cube">
              <a:avLst>
                <a:gd name="adj" fmla="val 55000"/>
              </a:avLst>
            </a:prstGeom>
            <a:gradFill flip="none" rotWithShape="1">
              <a:gsLst>
                <a:gs pos="0">
                  <a:schemeClr val="bg2"/>
                </a:gs>
                <a:gs pos="58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Cube 1">
              <a:extLst>
                <a:ext uri="{FF2B5EF4-FFF2-40B4-BE49-F238E27FC236}">
                  <a16:creationId xmlns:a16="http://schemas.microsoft.com/office/drawing/2014/main" id="{0FC10E95-DAA2-CC7C-115C-59C9E523D529}"/>
                </a:ext>
              </a:extLst>
            </p:cNvPr>
            <p:cNvSpPr/>
            <p:nvPr/>
          </p:nvSpPr>
          <p:spPr>
            <a:xfrm>
              <a:off x="3527268" y="3498273"/>
              <a:ext cx="1821874" cy="630382"/>
            </a:xfrm>
            <a:prstGeom prst="cube">
              <a:avLst>
                <a:gd name="adj" fmla="val 55000"/>
              </a:avLst>
            </a:prstGeom>
            <a:gradFill flip="none" rotWithShape="1">
              <a:gsLst>
                <a:gs pos="0">
                  <a:schemeClr val="bg2"/>
                </a:gs>
                <a:gs pos="58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52E5904-4631-0B2E-EB65-33F7F70E9E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776182" y="732068"/>
              <a:ext cx="415555" cy="2898044"/>
              <a:chOff x="5709397" y="470645"/>
              <a:chExt cx="773206" cy="5392272"/>
            </a:xfrm>
          </p:grpSpPr>
          <p:sp>
            <p:nvSpPr>
              <p:cNvPr id="7" name="Cylinder 6">
                <a:extLst>
                  <a:ext uri="{FF2B5EF4-FFF2-40B4-BE49-F238E27FC236}">
                    <a16:creationId xmlns:a16="http://schemas.microsoft.com/office/drawing/2014/main" id="{AC31C192-603A-5D06-0D1F-CE148074B61B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C3FF6EF6-3E43-674A-BA47-77FDCECB3B9D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0">
                    <a:srgbClr val="C00000"/>
                  </a:gs>
                  <a:gs pos="38000">
                    <a:srgbClr val="FE1E1E"/>
                  </a:gs>
                  <a:gs pos="100000">
                    <a:srgbClr val="48000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5452424A-00FD-2B1E-30F6-1193FA0A4F53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lowchart: Connector 13">
                <a:extLst>
                  <a:ext uri="{FF2B5EF4-FFF2-40B4-BE49-F238E27FC236}">
                    <a16:creationId xmlns:a16="http://schemas.microsoft.com/office/drawing/2014/main" id="{180B4EC9-B619-3C17-403F-82ED7C724BFC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Connector 14">
                <a:extLst>
                  <a:ext uri="{FF2B5EF4-FFF2-40B4-BE49-F238E27FC236}">
                    <a16:creationId xmlns:a16="http://schemas.microsoft.com/office/drawing/2014/main" id="{987652E2-1E68-DBE5-3A8E-C8104D7C3BC0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B91BF75F-FCF8-EA7E-904C-3A2189B8A0CC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Connector 17">
                <a:extLst>
                  <a:ext uri="{FF2B5EF4-FFF2-40B4-BE49-F238E27FC236}">
                    <a16:creationId xmlns:a16="http://schemas.microsoft.com/office/drawing/2014/main" id="{34A60B51-73E0-C1F2-2AA7-6E6C41D4B350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Flowchart: Connector 21">
                <a:extLst>
                  <a:ext uri="{FF2B5EF4-FFF2-40B4-BE49-F238E27FC236}">
                    <a16:creationId xmlns:a16="http://schemas.microsoft.com/office/drawing/2014/main" id="{A8C2F06D-682A-B99D-03C7-0FDA623DA62C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C776794B-BE86-EF76-D36E-481A9E6E77C1}"/>
                </a:ext>
              </a:extLst>
            </p:cNvPr>
            <p:cNvSpPr/>
            <p:nvPr/>
          </p:nvSpPr>
          <p:spPr>
            <a:xfrm rot="18751605" flipV="1">
              <a:off x="5967995" y="2910302"/>
              <a:ext cx="514283" cy="376691"/>
            </a:xfrm>
            <a:prstGeom prst="parallelogram">
              <a:avLst>
                <a:gd name="adj" fmla="val 99725"/>
              </a:avLst>
            </a:prstGeom>
            <a:gradFill flip="none" rotWithShape="1">
              <a:gsLst>
                <a:gs pos="41000">
                  <a:srgbClr val="740000"/>
                </a:gs>
                <a:gs pos="78000">
                  <a:srgbClr val="FF0000">
                    <a:shade val="67500"/>
                    <a:satMod val="115000"/>
                  </a:srgbClr>
                </a:gs>
                <a:gs pos="74000">
                  <a:srgbClr val="FFA3A3"/>
                </a:gs>
              </a:gsLst>
              <a:lin ang="27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646B796-C99C-2081-995D-B75E0C5260B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47584" y="819466"/>
              <a:ext cx="415555" cy="2898044"/>
              <a:chOff x="5709397" y="470645"/>
              <a:chExt cx="773206" cy="5392272"/>
            </a:xfrm>
          </p:grpSpPr>
          <p:sp>
            <p:nvSpPr>
              <p:cNvPr id="51" name="Cylinder 50">
                <a:extLst>
                  <a:ext uri="{FF2B5EF4-FFF2-40B4-BE49-F238E27FC236}">
                    <a16:creationId xmlns:a16="http://schemas.microsoft.com/office/drawing/2014/main" id="{671295E6-B2AA-12FF-CE0A-0A017876B916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Cylinder 51">
                <a:extLst>
                  <a:ext uri="{FF2B5EF4-FFF2-40B4-BE49-F238E27FC236}">
                    <a16:creationId xmlns:a16="http://schemas.microsoft.com/office/drawing/2014/main" id="{40C6A4FC-4D22-EFAC-8D23-A97DB996C2C7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0">
                    <a:srgbClr val="C00000"/>
                  </a:gs>
                  <a:gs pos="38000">
                    <a:srgbClr val="FE1E1E"/>
                  </a:gs>
                  <a:gs pos="100000">
                    <a:srgbClr val="48000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Flowchart: Connector 52">
                <a:extLst>
                  <a:ext uri="{FF2B5EF4-FFF2-40B4-BE49-F238E27FC236}">
                    <a16:creationId xmlns:a16="http://schemas.microsoft.com/office/drawing/2014/main" id="{2DDB5435-DEA3-471A-573D-90FBA782CF4F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Flowchart: Connector 53">
                <a:extLst>
                  <a:ext uri="{FF2B5EF4-FFF2-40B4-BE49-F238E27FC236}">
                    <a16:creationId xmlns:a16="http://schemas.microsoft.com/office/drawing/2014/main" id="{A2449D70-40A1-CDF1-8365-3107078A358B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Flowchart: Connector 54">
                <a:extLst>
                  <a:ext uri="{FF2B5EF4-FFF2-40B4-BE49-F238E27FC236}">
                    <a16:creationId xmlns:a16="http://schemas.microsoft.com/office/drawing/2014/main" id="{5DA34A24-B8AE-B361-94F4-AC1E145C5876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Flowchart: Connector 55">
                <a:extLst>
                  <a:ext uri="{FF2B5EF4-FFF2-40B4-BE49-F238E27FC236}">
                    <a16:creationId xmlns:a16="http://schemas.microsoft.com/office/drawing/2014/main" id="{5BB4C2E3-0C0D-6184-D902-3DB59773D29C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Flowchart: Connector 56">
                <a:extLst>
                  <a:ext uri="{FF2B5EF4-FFF2-40B4-BE49-F238E27FC236}">
                    <a16:creationId xmlns:a16="http://schemas.microsoft.com/office/drawing/2014/main" id="{EB599AB4-1E64-BE39-5918-D462F7F78C61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Flowchart: Connector 57">
                <a:extLst>
                  <a:ext uri="{FF2B5EF4-FFF2-40B4-BE49-F238E27FC236}">
                    <a16:creationId xmlns:a16="http://schemas.microsoft.com/office/drawing/2014/main" id="{317BD4E2-1794-B72A-702A-B6F131510B86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FF0000">
                      <a:tint val="66000"/>
                      <a:satMod val="160000"/>
                    </a:srgbClr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CE6C1DA8-0696-9C3D-C8C6-DC2C8F4F9BAA}"/>
                </a:ext>
              </a:extLst>
            </p:cNvPr>
            <p:cNvSpPr/>
            <p:nvPr/>
          </p:nvSpPr>
          <p:spPr>
            <a:xfrm>
              <a:off x="3567372" y="3498272"/>
              <a:ext cx="625230" cy="315192"/>
            </a:xfrm>
            <a:prstGeom prst="parallelogram">
              <a:avLst>
                <a:gd name="adj" fmla="val 99725"/>
              </a:avLst>
            </a:prstGeom>
            <a:gradFill flip="none" rotWithShape="1">
              <a:gsLst>
                <a:gs pos="41000">
                  <a:srgbClr val="740000"/>
                </a:gs>
                <a:gs pos="78000">
                  <a:srgbClr val="FF0000">
                    <a:shade val="67500"/>
                    <a:satMod val="115000"/>
                  </a:srgbClr>
                </a:gs>
                <a:gs pos="74000">
                  <a:srgbClr val="FFA3A3"/>
                </a:gs>
              </a:gsLst>
              <a:lin ang="27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8C263EFF-750A-68DC-13F5-F5B9742D49CC}"/>
                </a:ext>
              </a:extLst>
            </p:cNvPr>
            <p:cNvSpPr/>
            <p:nvPr/>
          </p:nvSpPr>
          <p:spPr>
            <a:xfrm>
              <a:off x="6457019" y="3498272"/>
              <a:ext cx="625230" cy="315192"/>
            </a:xfrm>
            <a:prstGeom prst="parallelogram">
              <a:avLst>
                <a:gd name="adj" fmla="val 99725"/>
              </a:avLst>
            </a:prstGeom>
            <a:gradFill flip="none" rotWithShape="1">
              <a:gsLst>
                <a:gs pos="41000">
                  <a:srgbClr val="740000"/>
                </a:gs>
                <a:gs pos="78000">
                  <a:srgbClr val="FF0000">
                    <a:shade val="67500"/>
                    <a:satMod val="115000"/>
                  </a:srgbClr>
                </a:gs>
                <a:gs pos="74000">
                  <a:srgbClr val="FFA3A3"/>
                </a:gs>
              </a:gsLst>
              <a:lin ang="27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253331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chemeClr val="accent6">
                <a:lumMod val="75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E3017-5D42-E670-D232-356335A6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5D40B76-DD86-50F8-3034-4D59F9F8B7C9}"/>
              </a:ext>
            </a:extLst>
          </p:cNvPr>
          <p:cNvSpPr txBox="1"/>
          <p:nvPr/>
        </p:nvSpPr>
        <p:spPr>
          <a:xfrm>
            <a:off x="143741" y="88108"/>
            <a:ext cx="2487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Hand Cannon</a:t>
            </a:r>
          </a:p>
        </p:txBody>
      </p:sp>
      <p:sp>
        <p:nvSpPr>
          <p:cNvPr id="111" name="Trapezoid 110">
            <a:extLst>
              <a:ext uri="{FF2B5EF4-FFF2-40B4-BE49-F238E27FC236}">
                <a16:creationId xmlns:a16="http://schemas.microsoft.com/office/drawing/2014/main" id="{B8319685-4DCC-FCFA-1677-590EF3E677BE}"/>
              </a:ext>
            </a:extLst>
          </p:cNvPr>
          <p:cNvSpPr/>
          <p:nvPr/>
        </p:nvSpPr>
        <p:spPr>
          <a:xfrm rot="10800000">
            <a:off x="5019247" y="3225415"/>
            <a:ext cx="2487930" cy="242908"/>
          </a:xfrm>
          <a:prstGeom prst="trapezoid">
            <a:avLst/>
          </a:prstGeom>
          <a:gradFill>
            <a:gsLst>
              <a:gs pos="81000">
                <a:schemeClr val="bg2">
                  <a:lumMod val="10000"/>
                </a:schemeClr>
              </a:gs>
              <a:gs pos="0">
                <a:schemeClr val="accent3">
                  <a:lumMod val="50000"/>
                  <a:shade val="67500"/>
                  <a:satMod val="115000"/>
                </a:schemeClr>
              </a:gs>
              <a:gs pos="15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4B4ECA3-D29D-A887-E08F-84147C7D9920}"/>
              </a:ext>
            </a:extLst>
          </p:cNvPr>
          <p:cNvGrpSpPr/>
          <p:nvPr/>
        </p:nvGrpSpPr>
        <p:grpSpPr>
          <a:xfrm rot="19621251">
            <a:off x="7621616" y="2645929"/>
            <a:ext cx="2242135" cy="2976609"/>
            <a:chOff x="2631670" y="3821653"/>
            <a:chExt cx="2242135" cy="283920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49A9F944-0DCE-0385-9FDE-F10C8EE407B7}"/>
                </a:ext>
              </a:extLst>
            </p:cNvPr>
            <p:cNvGrpSpPr/>
            <p:nvPr/>
          </p:nvGrpSpPr>
          <p:grpSpPr>
            <a:xfrm>
              <a:off x="2793070" y="3821653"/>
              <a:ext cx="1912854" cy="2630070"/>
              <a:chOff x="2858067" y="4032250"/>
              <a:chExt cx="818583" cy="1663700"/>
            </a:xfrm>
            <a:gradFill>
              <a:gsLst>
                <a:gs pos="81000">
                  <a:schemeClr val="bg2">
                    <a:lumMod val="10000"/>
                  </a:schemeClr>
                </a:gs>
                <a:gs pos="0">
                  <a:schemeClr val="accent3">
                    <a:lumMod val="50000"/>
                    <a:shade val="67500"/>
                    <a:satMod val="115000"/>
                  </a:schemeClr>
                </a:gs>
                <a:gs pos="15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</p:grpSpPr>
          <p:sp>
            <p:nvSpPr>
              <p:cNvPr id="72" name="Flowchart: Manual Operation 71">
                <a:extLst>
                  <a:ext uri="{FF2B5EF4-FFF2-40B4-BE49-F238E27FC236}">
                    <a16:creationId xmlns:a16="http://schemas.microsoft.com/office/drawing/2014/main" id="{82D33AB5-A50B-2E6C-6280-4D86DF54DD5E}"/>
                  </a:ext>
                </a:extLst>
              </p:cNvPr>
              <p:cNvSpPr/>
              <p:nvPr/>
            </p:nvSpPr>
            <p:spPr>
              <a:xfrm>
                <a:off x="2858067" y="4032250"/>
                <a:ext cx="818583" cy="831850"/>
              </a:xfrm>
              <a:prstGeom prst="flowChartManualOperation">
                <a:avLst/>
              </a:prstGeom>
              <a:grpFill/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Flowchart: Manual Operation 73">
                <a:extLst>
                  <a:ext uri="{FF2B5EF4-FFF2-40B4-BE49-F238E27FC236}">
                    <a16:creationId xmlns:a16="http://schemas.microsoft.com/office/drawing/2014/main" id="{7F4E257B-7906-0D43-A1D6-EE9ED7112CF6}"/>
                  </a:ext>
                </a:extLst>
              </p:cNvPr>
              <p:cNvSpPr/>
              <p:nvPr/>
            </p:nvSpPr>
            <p:spPr>
              <a:xfrm rot="10800000">
                <a:off x="2858067" y="4864100"/>
                <a:ext cx="818583" cy="831850"/>
              </a:xfrm>
              <a:prstGeom prst="flowChartManualOperation">
                <a:avLst/>
              </a:prstGeom>
              <a:grpFill/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7" name="Rectangle: Rounded Corners 76">
              <a:extLst>
                <a:ext uri="{FF2B5EF4-FFF2-40B4-BE49-F238E27FC236}">
                  <a16:creationId xmlns:a16="http://schemas.microsoft.com/office/drawing/2014/main" id="{65ACA8A9-9BD0-A828-0D81-AE4E5A3C762D}"/>
                </a:ext>
              </a:extLst>
            </p:cNvPr>
            <p:cNvSpPr/>
            <p:nvPr/>
          </p:nvSpPr>
          <p:spPr>
            <a:xfrm rot="20613323">
              <a:off x="3111326" y="3982175"/>
              <a:ext cx="403249" cy="1062530"/>
            </a:xfrm>
            <a:prstGeom prst="roundRect">
              <a:avLst/>
            </a:prstGeom>
            <a:gradFill>
              <a:gsLst>
                <a:gs pos="45000">
                  <a:schemeClr val="bg2">
                    <a:lumMod val="25000"/>
                  </a:schemeClr>
                </a:gs>
                <a:gs pos="81000">
                  <a:schemeClr val="accent3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21DF726D-3B5E-0396-F22D-04CADAEE1222}"/>
                </a:ext>
              </a:extLst>
            </p:cNvPr>
            <p:cNvSpPr/>
            <p:nvPr/>
          </p:nvSpPr>
          <p:spPr>
            <a:xfrm rot="20613323">
              <a:off x="4278938" y="5190461"/>
              <a:ext cx="273060" cy="1062530"/>
            </a:xfrm>
            <a:prstGeom prst="roundRect">
              <a:avLst/>
            </a:prstGeom>
            <a:gradFill>
              <a:gsLst>
                <a:gs pos="45000">
                  <a:schemeClr val="bg2">
                    <a:lumMod val="25000"/>
                  </a:schemeClr>
                </a:gs>
                <a:gs pos="81000">
                  <a:schemeClr val="accent3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0AEA57D-BC7D-A3A3-A86E-DF257D21C959}"/>
                </a:ext>
              </a:extLst>
            </p:cNvPr>
            <p:cNvSpPr/>
            <p:nvPr/>
          </p:nvSpPr>
          <p:spPr>
            <a:xfrm rot="986677" flipH="1">
              <a:off x="4284818" y="3956467"/>
              <a:ext cx="289412" cy="1062530"/>
            </a:xfrm>
            <a:prstGeom prst="roundRect">
              <a:avLst/>
            </a:prstGeom>
            <a:gradFill>
              <a:gsLst>
                <a:gs pos="45000">
                  <a:schemeClr val="bg2">
                    <a:lumMod val="25000"/>
                  </a:schemeClr>
                </a:gs>
                <a:gs pos="81000">
                  <a:schemeClr val="accent3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8D243512-58C2-0732-D83C-8D25001423D2}"/>
                </a:ext>
              </a:extLst>
            </p:cNvPr>
            <p:cNvSpPr/>
            <p:nvPr/>
          </p:nvSpPr>
          <p:spPr>
            <a:xfrm rot="986677" flipH="1">
              <a:off x="3129053" y="5207324"/>
              <a:ext cx="403249" cy="1062530"/>
            </a:xfrm>
            <a:prstGeom prst="roundRect">
              <a:avLst/>
            </a:prstGeom>
            <a:gradFill>
              <a:gsLst>
                <a:gs pos="45000">
                  <a:schemeClr val="bg2">
                    <a:lumMod val="25000"/>
                  </a:schemeClr>
                </a:gs>
                <a:gs pos="81000">
                  <a:schemeClr val="accent3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: Top Corners Snipped 80">
              <a:extLst>
                <a:ext uri="{FF2B5EF4-FFF2-40B4-BE49-F238E27FC236}">
                  <a16:creationId xmlns:a16="http://schemas.microsoft.com/office/drawing/2014/main" id="{250FA85A-E26A-8D11-82DD-5AE3EC5BBE65}"/>
                </a:ext>
              </a:extLst>
            </p:cNvPr>
            <p:cNvSpPr/>
            <p:nvPr/>
          </p:nvSpPr>
          <p:spPr>
            <a:xfrm>
              <a:off x="2631670" y="6360815"/>
              <a:ext cx="2242135" cy="300038"/>
            </a:xfrm>
            <a:prstGeom prst="snip2SameRect">
              <a:avLst>
                <a:gd name="adj1" fmla="val 50000"/>
                <a:gd name="adj2" fmla="val 34921"/>
              </a:avLst>
            </a:prstGeom>
            <a:solidFill>
              <a:schemeClr val="bg2">
                <a:lumMod val="2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Terminator 81">
              <a:extLst>
                <a:ext uri="{FF2B5EF4-FFF2-40B4-BE49-F238E27FC236}">
                  <a16:creationId xmlns:a16="http://schemas.microsoft.com/office/drawing/2014/main" id="{0B0AABC7-3573-9AC9-ED6F-FD23F10837D2}"/>
                </a:ext>
              </a:extLst>
            </p:cNvPr>
            <p:cNvSpPr/>
            <p:nvPr/>
          </p:nvSpPr>
          <p:spPr>
            <a:xfrm rot="16200000">
              <a:off x="2849428" y="4999005"/>
              <a:ext cx="2199267" cy="300038"/>
            </a:xfrm>
            <a:prstGeom prst="flowChartTerminator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Arrow: Chevron 69">
            <a:extLst>
              <a:ext uri="{FF2B5EF4-FFF2-40B4-BE49-F238E27FC236}">
                <a16:creationId xmlns:a16="http://schemas.microsoft.com/office/drawing/2014/main" id="{AC0F00F7-AAE7-18EF-9811-3A52D593096B}"/>
              </a:ext>
            </a:extLst>
          </p:cNvPr>
          <p:cNvSpPr/>
          <p:nvPr/>
        </p:nvSpPr>
        <p:spPr>
          <a:xfrm rot="13652247">
            <a:off x="8713230" y="2057904"/>
            <a:ext cx="373583" cy="549910"/>
          </a:xfrm>
          <a:prstGeom prst="chevron">
            <a:avLst>
              <a:gd name="adj" fmla="val 30217"/>
            </a:avLst>
          </a:prstGeom>
          <a:gradFill>
            <a:gsLst>
              <a:gs pos="81000">
                <a:schemeClr val="bg2">
                  <a:lumMod val="10000"/>
                </a:schemeClr>
              </a:gs>
              <a:gs pos="0">
                <a:schemeClr val="accent3">
                  <a:lumMod val="50000"/>
                  <a:shade val="67500"/>
                  <a:satMod val="115000"/>
                </a:schemeClr>
              </a:gs>
              <a:gs pos="15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Octagon 68">
            <a:extLst>
              <a:ext uri="{FF2B5EF4-FFF2-40B4-BE49-F238E27FC236}">
                <a16:creationId xmlns:a16="http://schemas.microsoft.com/office/drawing/2014/main" id="{2CFD398A-CB20-1B62-6C2C-7253A33CF466}"/>
              </a:ext>
            </a:extLst>
          </p:cNvPr>
          <p:cNvSpPr/>
          <p:nvPr/>
        </p:nvSpPr>
        <p:spPr>
          <a:xfrm>
            <a:off x="7587958" y="2187232"/>
            <a:ext cx="1362719" cy="938103"/>
          </a:xfrm>
          <a:prstGeom prst="octagon">
            <a:avLst/>
          </a:prstGeom>
          <a:gradFill flip="none" rotWithShape="1">
            <a:gsLst>
              <a:gs pos="81000">
                <a:schemeClr val="bg2">
                  <a:lumMod val="10000"/>
                </a:schemeClr>
              </a:gs>
              <a:gs pos="0">
                <a:schemeClr val="accent3">
                  <a:lumMod val="50000"/>
                  <a:shade val="67500"/>
                  <a:satMod val="115000"/>
                </a:schemeClr>
              </a:gs>
              <a:gs pos="15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ctagon 7">
            <a:extLst>
              <a:ext uri="{FF2B5EF4-FFF2-40B4-BE49-F238E27FC236}">
                <a16:creationId xmlns:a16="http://schemas.microsoft.com/office/drawing/2014/main" id="{4B1DF445-13B1-A165-2CB3-BA0D6A9E372F}"/>
              </a:ext>
            </a:extLst>
          </p:cNvPr>
          <p:cNvSpPr/>
          <p:nvPr/>
        </p:nvSpPr>
        <p:spPr>
          <a:xfrm>
            <a:off x="1675245" y="2109355"/>
            <a:ext cx="6504710" cy="1101436"/>
          </a:xfrm>
          <a:prstGeom prst="octagon">
            <a:avLst/>
          </a:prstGeom>
          <a:gradFill flip="none" rotWithShape="1">
            <a:gsLst>
              <a:gs pos="81000">
                <a:schemeClr val="bg2">
                  <a:lumMod val="10000"/>
                </a:schemeClr>
              </a:gs>
              <a:gs pos="0">
                <a:schemeClr val="accent3">
                  <a:lumMod val="50000"/>
                  <a:shade val="67500"/>
                  <a:satMod val="115000"/>
                </a:schemeClr>
              </a:gs>
              <a:gs pos="15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ctagon 11">
            <a:extLst>
              <a:ext uri="{FF2B5EF4-FFF2-40B4-BE49-F238E27FC236}">
                <a16:creationId xmlns:a16="http://schemas.microsoft.com/office/drawing/2014/main" id="{176E1AFC-7C90-9916-544C-5F8507F3EDB1}"/>
              </a:ext>
            </a:extLst>
          </p:cNvPr>
          <p:cNvSpPr/>
          <p:nvPr/>
        </p:nvSpPr>
        <p:spPr>
          <a:xfrm>
            <a:off x="1675245" y="2109355"/>
            <a:ext cx="651164" cy="1101435"/>
          </a:xfrm>
          <a:prstGeom prst="octagon">
            <a:avLst>
              <a:gd name="adj" fmla="val 50000"/>
            </a:avLst>
          </a:prstGeom>
          <a:gradFill flip="none" rotWithShape="1">
            <a:gsLst>
              <a:gs pos="0">
                <a:schemeClr val="accent3">
                  <a:lumMod val="50000"/>
                  <a:shade val="30000"/>
                  <a:satMod val="115000"/>
                </a:schemeClr>
              </a:gs>
              <a:gs pos="50000">
                <a:schemeClr val="accent3">
                  <a:lumMod val="50000"/>
                  <a:shade val="67500"/>
                  <a:satMod val="115000"/>
                </a:schemeClr>
              </a:gs>
              <a:gs pos="100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ctagon 10">
            <a:extLst>
              <a:ext uri="{FF2B5EF4-FFF2-40B4-BE49-F238E27FC236}">
                <a16:creationId xmlns:a16="http://schemas.microsoft.com/office/drawing/2014/main" id="{AB21A3D9-C0E3-AD57-AD89-C186140E4C9F}"/>
              </a:ext>
            </a:extLst>
          </p:cNvPr>
          <p:cNvSpPr/>
          <p:nvPr/>
        </p:nvSpPr>
        <p:spPr>
          <a:xfrm>
            <a:off x="1764608" y="2235344"/>
            <a:ext cx="457893" cy="849457"/>
          </a:xfrm>
          <a:prstGeom prst="octagon">
            <a:avLst>
              <a:gd name="adj" fmla="val 50000"/>
            </a:avLst>
          </a:prstGeom>
          <a:gradFill flip="none" rotWithShape="1">
            <a:gsLst>
              <a:gs pos="34000">
                <a:schemeClr val="accent3">
                  <a:lumMod val="50000"/>
                  <a:tint val="66000"/>
                  <a:satMod val="160000"/>
                </a:schemeClr>
              </a:gs>
              <a:gs pos="60000">
                <a:schemeClr val="accent3">
                  <a:lumMod val="50000"/>
                  <a:tint val="44500"/>
                  <a:satMod val="160000"/>
                </a:schemeClr>
              </a:gs>
              <a:gs pos="100000">
                <a:schemeClr val="accent3">
                  <a:lumMod val="50000"/>
                  <a:tint val="23500"/>
                  <a:satMod val="160000"/>
                </a:schemeClr>
              </a:gs>
            </a:gsLst>
            <a:lin ang="18900000" scaled="1"/>
            <a:tileRect/>
          </a:gradFill>
          <a:ln w="762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00F0CD7-E54B-9D01-DE89-86A3FF638282}"/>
              </a:ext>
            </a:extLst>
          </p:cNvPr>
          <p:cNvGrpSpPr/>
          <p:nvPr/>
        </p:nvGrpSpPr>
        <p:grpSpPr>
          <a:xfrm>
            <a:off x="2720368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ECFC4DA-8A7B-5331-14CB-7A150670C37D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5882B01-C1D0-3F25-6BB9-32F761C3D8EA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29B2D5D-BE4C-802E-8AB3-69B06B1F72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9B79CB0-1582-A3FC-C3CC-97CC697E340A}"/>
              </a:ext>
            </a:extLst>
          </p:cNvPr>
          <p:cNvGrpSpPr/>
          <p:nvPr/>
        </p:nvGrpSpPr>
        <p:grpSpPr>
          <a:xfrm>
            <a:off x="3426416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7161D9C-F360-8FF5-269A-FDC2C8F44E24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5DC2F00-0D4B-BEDE-4C00-55D64FC149FA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065DFB7-B698-080C-45D6-076605FCE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28EFA51-E983-FCF7-7551-1B583C8D3690}"/>
              </a:ext>
            </a:extLst>
          </p:cNvPr>
          <p:cNvGrpSpPr/>
          <p:nvPr/>
        </p:nvGrpSpPr>
        <p:grpSpPr>
          <a:xfrm>
            <a:off x="4127883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BF57ABC-3E5B-50DE-BE10-F429C0E28525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2C13179-5790-D092-5CC7-A6B94A760905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BD45D5-22DB-9B22-6D73-CAF726BF2F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E64401F-2D62-C295-2D0F-9FFD4A3D3EE8}"/>
              </a:ext>
            </a:extLst>
          </p:cNvPr>
          <p:cNvGrpSpPr/>
          <p:nvPr/>
        </p:nvGrpSpPr>
        <p:grpSpPr>
          <a:xfrm>
            <a:off x="4819434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84694C9-F986-73C9-3D54-7CBDABF04BAF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726BF0A7-D27A-D644-B2C2-1DB921D881C8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9BC0C2C-FDA0-62AA-5534-BCB15755A5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250B10E-AA89-34B5-7D92-AE643E243F87}"/>
              </a:ext>
            </a:extLst>
          </p:cNvPr>
          <p:cNvGrpSpPr/>
          <p:nvPr/>
        </p:nvGrpSpPr>
        <p:grpSpPr>
          <a:xfrm>
            <a:off x="5522488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D0ED7F9-EC2C-167E-2296-270E0734F6BD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2B11BE5-5253-3D60-C7B9-7E4B9FCEB755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8D6AC9E-822E-981C-6317-9B318D5453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7C63777-E762-288F-4707-6C343913DAAF}"/>
              </a:ext>
            </a:extLst>
          </p:cNvPr>
          <p:cNvGrpSpPr/>
          <p:nvPr/>
        </p:nvGrpSpPr>
        <p:grpSpPr>
          <a:xfrm>
            <a:off x="6225542" y="2109355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DEC4FB6-F8A8-2637-0DDB-D209F790C78D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7B87D88-159A-C15F-A350-0FA6F469D299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7CC8B42-7718-13BA-17CD-454DB38998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Flowchart: Stored Data 75">
            <a:extLst>
              <a:ext uri="{FF2B5EF4-FFF2-40B4-BE49-F238E27FC236}">
                <a16:creationId xmlns:a16="http://schemas.microsoft.com/office/drawing/2014/main" id="{4DA83DC9-E40E-63AF-8353-16877583F7A1}"/>
              </a:ext>
            </a:extLst>
          </p:cNvPr>
          <p:cNvSpPr/>
          <p:nvPr/>
        </p:nvSpPr>
        <p:spPr>
          <a:xfrm rot="10800000">
            <a:off x="7028877" y="3200504"/>
            <a:ext cx="549912" cy="593539"/>
          </a:xfrm>
          <a:prstGeom prst="flowChartOnlineStorage">
            <a:avLst/>
          </a:prstGeom>
          <a:gradFill flip="none" rotWithShape="1">
            <a:gsLst>
              <a:gs pos="7000">
                <a:srgbClr val="FFFFFF"/>
              </a:gs>
              <a:gs pos="55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7912B5B3-9BB9-06AF-5E83-D0653D630544}"/>
              </a:ext>
            </a:extLst>
          </p:cNvPr>
          <p:cNvGrpSpPr/>
          <p:nvPr/>
        </p:nvGrpSpPr>
        <p:grpSpPr>
          <a:xfrm>
            <a:off x="6805667" y="2109354"/>
            <a:ext cx="312323" cy="1101436"/>
            <a:chOff x="1938741" y="2223654"/>
            <a:chExt cx="312323" cy="110143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grpSpPr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D1D6C493-6BD9-CC2A-6DF7-3E45D599A067}"/>
                </a:ext>
              </a:extLst>
            </p:cNvPr>
            <p:cNvCxnSpPr>
              <a:cxnSpLocks/>
            </p:cNvCxnSpPr>
            <p:nvPr/>
          </p:nvCxnSpPr>
          <p:spPr>
            <a:xfrm>
              <a:off x="1950244" y="2223654"/>
              <a:ext cx="300428" cy="304906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EECED0B-4CB5-FF49-F9F0-EA62968119C7}"/>
                </a:ext>
              </a:extLst>
            </p:cNvPr>
            <p:cNvCxnSpPr>
              <a:cxnSpLocks/>
            </p:cNvCxnSpPr>
            <p:nvPr/>
          </p:nvCxnSpPr>
          <p:spPr>
            <a:xfrm>
              <a:off x="2241540" y="2505074"/>
              <a:ext cx="0" cy="531019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118710C3-56F9-0583-9A67-AC5E701CC4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8741" y="3009900"/>
              <a:ext cx="312323" cy="315190"/>
            </a:xfrm>
            <a:prstGeom prst="line">
              <a:avLst/>
            </a:prstGeom>
            <a:ln w="57150">
              <a:solidFill>
                <a:srgbClr val="3FCD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A46F890-8A56-A593-6050-D3D6FA6C3046}"/>
              </a:ext>
            </a:extLst>
          </p:cNvPr>
          <p:cNvCxnSpPr>
            <a:cxnSpLocks/>
            <a:endCxn id="8" idx="7"/>
          </p:cNvCxnSpPr>
          <p:nvPr/>
        </p:nvCxnSpPr>
        <p:spPr>
          <a:xfrm>
            <a:off x="2326409" y="2109355"/>
            <a:ext cx="5530946" cy="0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4625295-A9B8-C1B4-5A72-6A33F33C0B0D}"/>
              </a:ext>
            </a:extLst>
          </p:cNvPr>
          <p:cNvCxnSpPr>
            <a:cxnSpLocks/>
          </p:cNvCxnSpPr>
          <p:nvPr/>
        </p:nvCxnSpPr>
        <p:spPr>
          <a:xfrm>
            <a:off x="2554390" y="3210357"/>
            <a:ext cx="5323585" cy="7746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rapezoid 111">
            <a:extLst>
              <a:ext uri="{FF2B5EF4-FFF2-40B4-BE49-F238E27FC236}">
                <a16:creationId xmlns:a16="http://schemas.microsoft.com/office/drawing/2014/main" id="{B8D3AD5A-8200-DC6B-726D-591485021127}"/>
              </a:ext>
            </a:extLst>
          </p:cNvPr>
          <p:cNvSpPr/>
          <p:nvPr/>
        </p:nvSpPr>
        <p:spPr>
          <a:xfrm>
            <a:off x="2298084" y="1942905"/>
            <a:ext cx="5409157" cy="166014"/>
          </a:xfrm>
          <a:prstGeom prst="trapezoid">
            <a:avLst/>
          </a:prstGeom>
          <a:gradFill>
            <a:gsLst>
              <a:gs pos="81000">
                <a:schemeClr val="bg2">
                  <a:lumMod val="10000"/>
                </a:schemeClr>
              </a:gs>
              <a:gs pos="0">
                <a:schemeClr val="accent3">
                  <a:lumMod val="50000"/>
                  <a:shade val="67500"/>
                  <a:satMod val="115000"/>
                </a:schemeClr>
              </a:gs>
              <a:gs pos="15000">
                <a:schemeClr val="accent3">
                  <a:lumMod val="50000"/>
                  <a:shade val="100000"/>
                  <a:satMod val="115000"/>
                </a:schemeClr>
              </a:gs>
            </a:gsLst>
            <a:lin ang="0" scaled="1"/>
          </a:gradFill>
          <a:ln w="381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64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89464-9B44-0A4A-546B-8999DAB6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2EEECA1-2121-71D2-7677-1BC352C9F271}"/>
              </a:ext>
            </a:extLst>
          </p:cNvPr>
          <p:cNvSpPr txBox="1"/>
          <p:nvPr/>
        </p:nvSpPr>
        <p:spPr>
          <a:xfrm>
            <a:off x="171450" y="15738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Large passive health regen vial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C12D1A4-327C-E9B3-6C80-B1303419024C}"/>
              </a:ext>
            </a:extLst>
          </p:cNvPr>
          <p:cNvGrpSpPr/>
          <p:nvPr/>
        </p:nvGrpSpPr>
        <p:grpSpPr>
          <a:xfrm>
            <a:off x="4407621" y="280108"/>
            <a:ext cx="2371767" cy="6297784"/>
            <a:chOff x="4407621" y="280108"/>
            <a:chExt cx="2371767" cy="6297784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8DFF09AE-F6EC-0D17-8923-71432971851E}"/>
                </a:ext>
              </a:extLst>
            </p:cNvPr>
            <p:cNvGrpSpPr/>
            <p:nvPr/>
          </p:nvGrpSpPr>
          <p:grpSpPr>
            <a:xfrm>
              <a:off x="5844988" y="280108"/>
              <a:ext cx="676163" cy="5392272"/>
              <a:chOff x="5709397" y="470645"/>
              <a:chExt cx="773206" cy="5392272"/>
            </a:xfrm>
          </p:grpSpPr>
          <p:sp>
            <p:nvSpPr>
              <p:cNvPr id="49" name="Cylinder 48">
                <a:extLst>
                  <a:ext uri="{FF2B5EF4-FFF2-40B4-BE49-F238E27FC236}">
                    <a16:creationId xmlns:a16="http://schemas.microsoft.com/office/drawing/2014/main" id="{6E878EDE-39B7-A07B-4459-C5E63CE53110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Cylinder 49">
                <a:extLst>
                  <a:ext uri="{FF2B5EF4-FFF2-40B4-BE49-F238E27FC236}">
                    <a16:creationId xmlns:a16="http://schemas.microsoft.com/office/drawing/2014/main" id="{0BFB8CA7-BA72-B4B7-C006-839E7365072A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lowchart: Connector 50">
                <a:extLst>
                  <a:ext uri="{FF2B5EF4-FFF2-40B4-BE49-F238E27FC236}">
                    <a16:creationId xmlns:a16="http://schemas.microsoft.com/office/drawing/2014/main" id="{269EB8AC-E418-CEAD-897C-2CFF69D5A619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lowchart: Connector 51">
                <a:extLst>
                  <a:ext uri="{FF2B5EF4-FFF2-40B4-BE49-F238E27FC236}">
                    <a16:creationId xmlns:a16="http://schemas.microsoft.com/office/drawing/2014/main" id="{B4E9389C-6BA7-F995-99A5-8B8A16B23CA1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" name="Flowchart: Connector 52">
                <a:extLst>
                  <a:ext uri="{FF2B5EF4-FFF2-40B4-BE49-F238E27FC236}">
                    <a16:creationId xmlns:a16="http://schemas.microsoft.com/office/drawing/2014/main" id="{41A88FDF-9F1E-5577-85CA-CC3FD4A8C837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Flowchart: Connector 53">
                <a:extLst>
                  <a:ext uri="{FF2B5EF4-FFF2-40B4-BE49-F238E27FC236}">
                    <a16:creationId xmlns:a16="http://schemas.microsoft.com/office/drawing/2014/main" id="{A5CBC58B-EDDF-1E5E-F5BA-B220FBA45A81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Flowchart: Connector 54">
                <a:extLst>
                  <a:ext uri="{FF2B5EF4-FFF2-40B4-BE49-F238E27FC236}">
                    <a16:creationId xmlns:a16="http://schemas.microsoft.com/office/drawing/2014/main" id="{F2C21896-9DB2-1D75-413A-3DF9AA412EBC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Flowchart: Connector 55">
                <a:extLst>
                  <a:ext uri="{FF2B5EF4-FFF2-40B4-BE49-F238E27FC236}">
                    <a16:creationId xmlns:a16="http://schemas.microsoft.com/office/drawing/2014/main" id="{D3E38710-40CC-79CA-AE0B-4CF0A307A477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1A6F2A-F65B-79CD-FBEB-50429C3EAF96}"/>
                </a:ext>
              </a:extLst>
            </p:cNvPr>
            <p:cNvGrpSpPr/>
            <p:nvPr/>
          </p:nvGrpSpPr>
          <p:grpSpPr>
            <a:xfrm>
              <a:off x="5217356" y="414578"/>
              <a:ext cx="676163" cy="5392272"/>
              <a:chOff x="5709397" y="470645"/>
              <a:chExt cx="773206" cy="5392272"/>
            </a:xfrm>
          </p:grpSpPr>
          <p:sp>
            <p:nvSpPr>
              <p:cNvPr id="40" name="Cylinder 39">
                <a:extLst>
                  <a:ext uri="{FF2B5EF4-FFF2-40B4-BE49-F238E27FC236}">
                    <a16:creationId xmlns:a16="http://schemas.microsoft.com/office/drawing/2014/main" id="{E31A9C66-1E4A-0DCB-9B20-5AA0A6DD94DF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" name="Cylinder 40">
                <a:extLst>
                  <a:ext uri="{FF2B5EF4-FFF2-40B4-BE49-F238E27FC236}">
                    <a16:creationId xmlns:a16="http://schemas.microsoft.com/office/drawing/2014/main" id="{8B66036F-2098-2B6F-E596-7F485E3ECC47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Flowchart: Connector 41">
                <a:extLst>
                  <a:ext uri="{FF2B5EF4-FFF2-40B4-BE49-F238E27FC236}">
                    <a16:creationId xmlns:a16="http://schemas.microsoft.com/office/drawing/2014/main" id="{2F9DFC9F-EB72-1056-F7F6-8BA590DC3CAD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Flowchart: Connector 42">
                <a:extLst>
                  <a:ext uri="{FF2B5EF4-FFF2-40B4-BE49-F238E27FC236}">
                    <a16:creationId xmlns:a16="http://schemas.microsoft.com/office/drawing/2014/main" id="{3D0D3F67-071C-3DE4-D174-638872FBDD2C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Flowchart: Connector 43">
                <a:extLst>
                  <a:ext uri="{FF2B5EF4-FFF2-40B4-BE49-F238E27FC236}">
                    <a16:creationId xmlns:a16="http://schemas.microsoft.com/office/drawing/2014/main" id="{6D8D471C-284E-06F7-6088-2E6B854B576F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Flowchart: Connector 44">
                <a:extLst>
                  <a:ext uri="{FF2B5EF4-FFF2-40B4-BE49-F238E27FC236}">
                    <a16:creationId xmlns:a16="http://schemas.microsoft.com/office/drawing/2014/main" id="{5C5D3623-50BD-799E-FC1A-7556F8F2E446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Flowchart: Connector 45">
                <a:extLst>
                  <a:ext uri="{FF2B5EF4-FFF2-40B4-BE49-F238E27FC236}">
                    <a16:creationId xmlns:a16="http://schemas.microsoft.com/office/drawing/2014/main" id="{B7D1D2A3-6985-528F-C5DB-AAE85F6BF511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Flowchart: Connector 46">
                <a:extLst>
                  <a:ext uri="{FF2B5EF4-FFF2-40B4-BE49-F238E27FC236}">
                    <a16:creationId xmlns:a16="http://schemas.microsoft.com/office/drawing/2014/main" id="{7008DF03-D1FC-2283-D33D-5B8AB9C3711E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459BDE1-73A8-AC9A-D204-FD0E729497F0}"/>
                </a:ext>
              </a:extLst>
            </p:cNvPr>
            <p:cNvGrpSpPr/>
            <p:nvPr/>
          </p:nvGrpSpPr>
          <p:grpSpPr>
            <a:xfrm>
              <a:off x="4554975" y="526713"/>
              <a:ext cx="676163" cy="5392272"/>
              <a:chOff x="5709397" y="470645"/>
              <a:chExt cx="773206" cy="5392272"/>
            </a:xfrm>
          </p:grpSpPr>
          <p:sp>
            <p:nvSpPr>
              <p:cNvPr id="31" name="Cylinder 30">
                <a:extLst>
                  <a:ext uri="{FF2B5EF4-FFF2-40B4-BE49-F238E27FC236}">
                    <a16:creationId xmlns:a16="http://schemas.microsoft.com/office/drawing/2014/main" id="{40EEDA30-20CC-6C6B-FA85-422F90E0B54D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Cylinder 31">
                <a:extLst>
                  <a:ext uri="{FF2B5EF4-FFF2-40B4-BE49-F238E27FC236}">
                    <a16:creationId xmlns:a16="http://schemas.microsoft.com/office/drawing/2014/main" id="{395E60F3-AE41-EB80-3361-C407FE6B7619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Flowchart: Connector 32">
                <a:extLst>
                  <a:ext uri="{FF2B5EF4-FFF2-40B4-BE49-F238E27FC236}">
                    <a16:creationId xmlns:a16="http://schemas.microsoft.com/office/drawing/2014/main" id="{D82DA38B-E19C-39A0-A142-C08312F2D9F3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Flowchart: Connector 33">
                <a:extLst>
                  <a:ext uri="{FF2B5EF4-FFF2-40B4-BE49-F238E27FC236}">
                    <a16:creationId xmlns:a16="http://schemas.microsoft.com/office/drawing/2014/main" id="{2192E872-94DC-C00E-E557-5980D51ECCBC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5" name="Flowchart: Connector 34">
                <a:extLst>
                  <a:ext uri="{FF2B5EF4-FFF2-40B4-BE49-F238E27FC236}">
                    <a16:creationId xmlns:a16="http://schemas.microsoft.com/office/drawing/2014/main" id="{F037C5BC-0154-0064-43DB-C776E15CB51F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Flowchart: Connector 35">
                <a:extLst>
                  <a:ext uri="{FF2B5EF4-FFF2-40B4-BE49-F238E27FC236}">
                    <a16:creationId xmlns:a16="http://schemas.microsoft.com/office/drawing/2014/main" id="{B652847D-75A2-55B6-C90C-57083D3E1940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Flowchart: Connector 36">
                <a:extLst>
                  <a:ext uri="{FF2B5EF4-FFF2-40B4-BE49-F238E27FC236}">
                    <a16:creationId xmlns:a16="http://schemas.microsoft.com/office/drawing/2014/main" id="{CC3996E2-2A45-9620-11B0-DEC89FEAE0AD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Flowchart: Connector 37">
                <a:extLst>
                  <a:ext uri="{FF2B5EF4-FFF2-40B4-BE49-F238E27FC236}">
                    <a16:creationId xmlns:a16="http://schemas.microsoft.com/office/drawing/2014/main" id="{0A048430-D7D0-57F2-27C7-41775B1CBB98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C7ACEE0-1B23-A391-EBC7-AE98D9270F91}"/>
                </a:ext>
              </a:extLst>
            </p:cNvPr>
            <p:cNvGrpSpPr/>
            <p:nvPr/>
          </p:nvGrpSpPr>
          <p:grpSpPr>
            <a:xfrm>
              <a:off x="5419837" y="732864"/>
              <a:ext cx="676163" cy="5392272"/>
              <a:chOff x="5709397" y="470645"/>
              <a:chExt cx="773206" cy="5392272"/>
            </a:xfrm>
          </p:grpSpPr>
          <p:sp>
            <p:nvSpPr>
              <p:cNvPr id="12" name="Cylinder 11">
                <a:extLst>
                  <a:ext uri="{FF2B5EF4-FFF2-40B4-BE49-F238E27FC236}">
                    <a16:creationId xmlns:a16="http://schemas.microsoft.com/office/drawing/2014/main" id="{0D424878-872D-D0DA-18D9-9EC6E51F9AC0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Cylinder 12">
                <a:extLst>
                  <a:ext uri="{FF2B5EF4-FFF2-40B4-BE49-F238E27FC236}">
                    <a16:creationId xmlns:a16="http://schemas.microsoft.com/office/drawing/2014/main" id="{C3928842-A29B-5F3E-3B00-231DE8C8DDC2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Flowchart: Connector 13">
                <a:extLst>
                  <a:ext uri="{FF2B5EF4-FFF2-40B4-BE49-F238E27FC236}">
                    <a16:creationId xmlns:a16="http://schemas.microsoft.com/office/drawing/2014/main" id="{9C5039F9-CA69-965D-9F1F-8D3147657C17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Flowchart: Connector 15">
                <a:extLst>
                  <a:ext uri="{FF2B5EF4-FFF2-40B4-BE49-F238E27FC236}">
                    <a16:creationId xmlns:a16="http://schemas.microsoft.com/office/drawing/2014/main" id="{7D81028F-1221-EF25-C3FC-42FF2023C7E9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6B13A30A-FFD5-89FF-C593-9C2199290137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lowchart: Connector 17">
                <a:extLst>
                  <a:ext uri="{FF2B5EF4-FFF2-40B4-BE49-F238E27FC236}">
                    <a16:creationId xmlns:a16="http://schemas.microsoft.com/office/drawing/2014/main" id="{EBCED24E-BBBA-C3FB-CE22-D060319C5173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Flowchart: Connector 18">
                <a:extLst>
                  <a:ext uri="{FF2B5EF4-FFF2-40B4-BE49-F238E27FC236}">
                    <a16:creationId xmlns:a16="http://schemas.microsoft.com/office/drawing/2014/main" id="{EB3A4111-1349-7D8D-0ED3-E344100B2B58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B4A54B84-6DB9-51E0-6C85-E0048CCF8E3E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59CFFB11-323D-186A-1E23-429931B908C0}"/>
                </a:ext>
              </a:extLst>
            </p:cNvPr>
            <p:cNvGrpSpPr/>
            <p:nvPr/>
          </p:nvGrpSpPr>
          <p:grpSpPr>
            <a:xfrm>
              <a:off x="6103225" y="755313"/>
              <a:ext cx="676163" cy="5392272"/>
              <a:chOff x="5709397" y="470645"/>
              <a:chExt cx="773206" cy="5392272"/>
            </a:xfrm>
          </p:grpSpPr>
          <p:sp>
            <p:nvSpPr>
              <p:cNvPr id="68" name="Cylinder 67">
                <a:extLst>
                  <a:ext uri="{FF2B5EF4-FFF2-40B4-BE49-F238E27FC236}">
                    <a16:creationId xmlns:a16="http://schemas.microsoft.com/office/drawing/2014/main" id="{4E068164-7776-6D77-6612-4C5726370614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Cylinder 68">
                <a:extLst>
                  <a:ext uri="{FF2B5EF4-FFF2-40B4-BE49-F238E27FC236}">
                    <a16:creationId xmlns:a16="http://schemas.microsoft.com/office/drawing/2014/main" id="{25E93FAB-6707-61B3-6A18-5CE274498971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lowchart: Connector 69">
                <a:extLst>
                  <a:ext uri="{FF2B5EF4-FFF2-40B4-BE49-F238E27FC236}">
                    <a16:creationId xmlns:a16="http://schemas.microsoft.com/office/drawing/2014/main" id="{35622755-E8E6-5913-69FB-728ADA931C0D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lowchart: Connector 70">
                <a:extLst>
                  <a:ext uri="{FF2B5EF4-FFF2-40B4-BE49-F238E27FC236}">
                    <a16:creationId xmlns:a16="http://schemas.microsoft.com/office/drawing/2014/main" id="{1B8B05B7-57F6-2404-3E7A-C06E0C5676E1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lowchart: Connector 71">
                <a:extLst>
                  <a:ext uri="{FF2B5EF4-FFF2-40B4-BE49-F238E27FC236}">
                    <a16:creationId xmlns:a16="http://schemas.microsoft.com/office/drawing/2014/main" id="{EA68386C-F18D-0EAD-C974-DB084C65059F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Flowchart: Connector 72">
                <a:extLst>
                  <a:ext uri="{FF2B5EF4-FFF2-40B4-BE49-F238E27FC236}">
                    <a16:creationId xmlns:a16="http://schemas.microsoft.com/office/drawing/2014/main" id="{06C7D3E0-461B-DB5B-168E-91D5E8F5B9AD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lowchart: Connector 73">
                <a:extLst>
                  <a:ext uri="{FF2B5EF4-FFF2-40B4-BE49-F238E27FC236}">
                    <a16:creationId xmlns:a16="http://schemas.microsoft.com/office/drawing/2014/main" id="{AEC35ECB-AF1C-2739-0FC3-3D7E83873142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Flowchart: Connector 74">
                <a:extLst>
                  <a:ext uri="{FF2B5EF4-FFF2-40B4-BE49-F238E27FC236}">
                    <a16:creationId xmlns:a16="http://schemas.microsoft.com/office/drawing/2014/main" id="{375CC774-F59E-D6EB-76EC-2BF3B7BB0288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5068CE10-345A-B186-4FEC-E6F15092A8AD}"/>
                </a:ext>
              </a:extLst>
            </p:cNvPr>
            <p:cNvGrpSpPr/>
            <p:nvPr/>
          </p:nvGrpSpPr>
          <p:grpSpPr>
            <a:xfrm>
              <a:off x="4887731" y="732864"/>
              <a:ext cx="676163" cy="5392272"/>
              <a:chOff x="5709397" y="470645"/>
              <a:chExt cx="773206" cy="5392272"/>
            </a:xfrm>
          </p:grpSpPr>
          <p:sp>
            <p:nvSpPr>
              <p:cNvPr id="77" name="Cylinder 76">
                <a:extLst>
                  <a:ext uri="{FF2B5EF4-FFF2-40B4-BE49-F238E27FC236}">
                    <a16:creationId xmlns:a16="http://schemas.microsoft.com/office/drawing/2014/main" id="{0E54E4E7-CD49-BA88-376E-08BF2C0CB039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Cylinder 77">
                <a:extLst>
                  <a:ext uri="{FF2B5EF4-FFF2-40B4-BE49-F238E27FC236}">
                    <a16:creationId xmlns:a16="http://schemas.microsoft.com/office/drawing/2014/main" id="{BF2D06E9-0432-C04B-ACF4-BF144075AD74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Flowchart: Connector 78">
                <a:extLst>
                  <a:ext uri="{FF2B5EF4-FFF2-40B4-BE49-F238E27FC236}">
                    <a16:creationId xmlns:a16="http://schemas.microsoft.com/office/drawing/2014/main" id="{77BEB33F-922E-E2A7-237D-0B5156E17A71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FC157039-B96F-28E9-D081-10CA6E00D07F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Flowchart: Connector 80">
                <a:extLst>
                  <a:ext uri="{FF2B5EF4-FFF2-40B4-BE49-F238E27FC236}">
                    <a16:creationId xmlns:a16="http://schemas.microsoft.com/office/drawing/2014/main" id="{4826B38E-35C9-1363-DF98-56E03BF5A06B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" name="Flowchart: Connector 81">
                <a:extLst>
                  <a:ext uri="{FF2B5EF4-FFF2-40B4-BE49-F238E27FC236}">
                    <a16:creationId xmlns:a16="http://schemas.microsoft.com/office/drawing/2014/main" id="{66AD81C3-AA31-F6E2-4E85-564639810C39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3" name="Flowchart: Connector 82">
                <a:extLst>
                  <a:ext uri="{FF2B5EF4-FFF2-40B4-BE49-F238E27FC236}">
                    <a16:creationId xmlns:a16="http://schemas.microsoft.com/office/drawing/2014/main" id="{3C842E65-02D9-675D-9CFA-A0E3BA162192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Flowchart: Connector 83">
                <a:extLst>
                  <a:ext uri="{FF2B5EF4-FFF2-40B4-BE49-F238E27FC236}">
                    <a16:creationId xmlns:a16="http://schemas.microsoft.com/office/drawing/2014/main" id="{9334C57A-D0E4-6168-EA1F-EB0B7AFE8BA1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64FC2E3-8411-0A18-7F9A-70907C760AB5}"/>
                </a:ext>
              </a:extLst>
            </p:cNvPr>
            <p:cNvGrpSpPr/>
            <p:nvPr/>
          </p:nvGrpSpPr>
          <p:grpSpPr>
            <a:xfrm>
              <a:off x="5444189" y="1185620"/>
              <a:ext cx="676163" cy="5392272"/>
              <a:chOff x="5709397" y="470645"/>
              <a:chExt cx="773206" cy="5392272"/>
            </a:xfrm>
          </p:grpSpPr>
          <p:sp>
            <p:nvSpPr>
              <p:cNvPr id="3" name="Cylinder 2">
                <a:extLst>
                  <a:ext uri="{FF2B5EF4-FFF2-40B4-BE49-F238E27FC236}">
                    <a16:creationId xmlns:a16="http://schemas.microsoft.com/office/drawing/2014/main" id="{121ACF1C-92DB-D8CB-CC0E-B3CF9FB8CD08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" name="Cylinder 3">
                <a:extLst>
                  <a:ext uri="{FF2B5EF4-FFF2-40B4-BE49-F238E27FC236}">
                    <a16:creationId xmlns:a16="http://schemas.microsoft.com/office/drawing/2014/main" id="{14704664-E275-8259-69A8-D3033F105CD2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" name="Flowchart: Connector 4">
                <a:extLst>
                  <a:ext uri="{FF2B5EF4-FFF2-40B4-BE49-F238E27FC236}">
                    <a16:creationId xmlns:a16="http://schemas.microsoft.com/office/drawing/2014/main" id="{D8649731-AB30-CB03-769E-BBADBC7C54A3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" name="Flowchart: Connector 5">
                <a:extLst>
                  <a:ext uri="{FF2B5EF4-FFF2-40B4-BE49-F238E27FC236}">
                    <a16:creationId xmlns:a16="http://schemas.microsoft.com/office/drawing/2014/main" id="{B4D6C0B7-5028-B4BE-58E6-9D1B9312C80D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" name="Flowchart: Connector 6">
                <a:extLst>
                  <a:ext uri="{FF2B5EF4-FFF2-40B4-BE49-F238E27FC236}">
                    <a16:creationId xmlns:a16="http://schemas.microsoft.com/office/drawing/2014/main" id="{BDB9683F-8F36-0B62-00E7-B38E12EEAC8D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" name="Flowchart: Connector 7">
                <a:extLst>
                  <a:ext uri="{FF2B5EF4-FFF2-40B4-BE49-F238E27FC236}">
                    <a16:creationId xmlns:a16="http://schemas.microsoft.com/office/drawing/2014/main" id="{E1D68D49-6263-84A8-A606-91627EF0FE99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Flowchart: Connector 9">
                <a:extLst>
                  <a:ext uri="{FF2B5EF4-FFF2-40B4-BE49-F238E27FC236}">
                    <a16:creationId xmlns:a16="http://schemas.microsoft.com/office/drawing/2014/main" id="{65681A40-9A4A-F7F2-8802-998F7201FAF4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lowchart: Connector 14">
                <a:extLst>
                  <a:ext uri="{FF2B5EF4-FFF2-40B4-BE49-F238E27FC236}">
                    <a16:creationId xmlns:a16="http://schemas.microsoft.com/office/drawing/2014/main" id="{0E47BA54-C4A1-92AE-7D63-55398161BF3E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2177602-5A57-DE3A-6695-F1161F8F60A3}"/>
                </a:ext>
              </a:extLst>
            </p:cNvPr>
            <p:cNvGrpSpPr/>
            <p:nvPr/>
          </p:nvGrpSpPr>
          <p:grpSpPr>
            <a:xfrm>
              <a:off x="4407621" y="1051149"/>
              <a:ext cx="676163" cy="5392272"/>
              <a:chOff x="5709397" y="470645"/>
              <a:chExt cx="773206" cy="5392272"/>
            </a:xfrm>
          </p:grpSpPr>
          <p:sp>
            <p:nvSpPr>
              <p:cNvPr id="22" name="Cylinder 21">
                <a:extLst>
                  <a:ext uri="{FF2B5EF4-FFF2-40B4-BE49-F238E27FC236}">
                    <a16:creationId xmlns:a16="http://schemas.microsoft.com/office/drawing/2014/main" id="{DD8C9A17-AA85-51EF-A001-2CFDC082D562}"/>
                  </a:ext>
                </a:extLst>
              </p:cNvPr>
              <p:cNvSpPr/>
              <p:nvPr/>
            </p:nvSpPr>
            <p:spPr>
              <a:xfrm>
                <a:off x="5709397" y="995082"/>
                <a:ext cx="773206" cy="4867835"/>
              </a:xfrm>
              <a:prstGeom prst="can">
                <a:avLst>
                  <a:gd name="adj" fmla="val 57174"/>
                </a:avLst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ylinder 22">
                <a:extLst>
                  <a:ext uri="{FF2B5EF4-FFF2-40B4-BE49-F238E27FC236}">
                    <a16:creationId xmlns:a16="http://schemas.microsoft.com/office/drawing/2014/main" id="{FEBDD739-9C76-FCCE-3049-5848391EEAE2}"/>
                  </a:ext>
                </a:extLst>
              </p:cNvPr>
              <p:cNvSpPr/>
              <p:nvPr/>
            </p:nvSpPr>
            <p:spPr>
              <a:xfrm>
                <a:off x="5709397" y="1492624"/>
                <a:ext cx="773206" cy="4370293"/>
              </a:xfrm>
              <a:prstGeom prst="can">
                <a:avLst>
                  <a:gd name="adj" fmla="val 57174"/>
                </a:avLst>
              </a:prstGeom>
              <a:gradFill>
                <a:gsLst>
                  <a:gs pos="100000">
                    <a:srgbClr val="7030A0"/>
                  </a:gs>
                  <a:gs pos="49000">
                    <a:srgbClr val="E7478F"/>
                  </a:gs>
                  <a:gs pos="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Flowchart: Connector 23">
                <a:extLst>
                  <a:ext uri="{FF2B5EF4-FFF2-40B4-BE49-F238E27FC236}">
                    <a16:creationId xmlns:a16="http://schemas.microsoft.com/office/drawing/2014/main" id="{2175C35E-092D-5197-0DDA-B7DEA839BFE6}"/>
                  </a:ext>
                </a:extLst>
              </p:cNvPr>
              <p:cNvSpPr/>
              <p:nvPr/>
            </p:nvSpPr>
            <p:spPr>
              <a:xfrm>
                <a:off x="6274173" y="99508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Flowchart: Connector 24">
                <a:extLst>
                  <a:ext uri="{FF2B5EF4-FFF2-40B4-BE49-F238E27FC236}">
                    <a16:creationId xmlns:a16="http://schemas.microsoft.com/office/drawing/2014/main" id="{3E35D92D-7A62-CD95-7C51-7B3B3B985B2D}"/>
                  </a:ext>
                </a:extLst>
              </p:cNvPr>
              <p:cNvSpPr/>
              <p:nvPr/>
            </p:nvSpPr>
            <p:spPr>
              <a:xfrm>
                <a:off x="5813613" y="900952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Flowchart: Connector 25">
                <a:extLst>
                  <a:ext uri="{FF2B5EF4-FFF2-40B4-BE49-F238E27FC236}">
                    <a16:creationId xmlns:a16="http://schemas.microsoft.com/office/drawing/2014/main" id="{C5C34CB5-39B1-D633-C0C3-5822F1436B9F}"/>
                  </a:ext>
                </a:extLst>
              </p:cNvPr>
              <p:cNvSpPr/>
              <p:nvPr/>
            </p:nvSpPr>
            <p:spPr>
              <a:xfrm>
                <a:off x="6169958" y="605116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lowchart: Connector 26">
                <a:extLst>
                  <a:ext uri="{FF2B5EF4-FFF2-40B4-BE49-F238E27FC236}">
                    <a16:creationId xmlns:a16="http://schemas.microsoft.com/office/drawing/2014/main" id="{EAC3BC4A-C823-EFF3-66BE-744FC858A3E9}"/>
                  </a:ext>
                </a:extLst>
              </p:cNvPr>
              <p:cNvSpPr/>
              <p:nvPr/>
            </p:nvSpPr>
            <p:spPr>
              <a:xfrm>
                <a:off x="5813613" y="1452283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Flowchart: Connector 27">
                <a:extLst>
                  <a:ext uri="{FF2B5EF4-FFF2-40B4-BE49-F238E27FC236}">
                    <a16:creationId xmlns:a16="http://schemas.microsoft.com/office/drawing/2014/main" id="{667773FA-1D63-E5F5-46DC-9EE0A1778358}"/>
                  </a:ext>
                </a:extLst>
              </p:cNvPr>
              <p:cNvSpPr/>
              <p:nvPr/>
            </p:nvSpPr>
            <p:spPr>
              <a:xfrm>
                <a:off x="6022043" y="1183341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62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Flowchart: Connector 28">
                <a:extLst>
                  <a:ext uri="{FF2B5EF4-FFF2-40B4-BE49-F238E27FC236}">
                    <a16:creationId xmlns:a16="http://schemas.microsoft.com/office/drawing/2014/main" id="{892A2454-BF24-5EC2-CD24-02D613E09311}"/>
                  </a:ext>
                </a:extLst>
              </p:cNvPr>
              <p:cNvSpPr/>
              <p:nvPr/>
            </p:nvSpPr>
            <p:spPr>
              <a:xfrm>
                <a:off x="5781116" y="470645"/>
                <a:ext cx="208430" cy="188259"/>
              </a:xfrm>
              <a:prstGeom prst="flowChartConnector">
                <a:avLst/>
              </a:prstGeom>
              <a:gradFill flip="none" rotWithShape="1">
                <a:gsLst>
                  <a:gs pos="0">
                    <a:srgbClr val="7030A0"/>
                  </a:gs>
                  <a:gs pos="50000">
                    <a:srgbClr val="FF0000">
                      <a:tint val="44500"/>
                      <a:satMod val="160000"/>
                    </a:srgbClr>
                  </a:gs>
                  <a:gs pos="100000">
                    <a:srgbClr val="FF0000">
                      <a:tint val="23500"/>
                      <a:satMod val="160000"/>
                    </a:srgbClr>
                  </a:gs>
                </a:gsLst>
                <a:lin ang="108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4596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080F-B8FB-1102-0163-61B2BDBE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C453095-8271-4B70-FD00-4ADA066502ED}"/>
              </a:ext>
            </a:extLst>
          </p:cNvPr>
          <p:cNvSpPr txBox="1"/>
          <p:nvPr/>
        </p:nvSpPr>
        <p:spPr>
          <a:xfrm>
            <a:off x="171450" y="15738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</a:t>
            </a:r>
            <a:r>
              <a:rPr lang="en-US" b="1" dirty="0" err="1">
                <a:solidFill>
                  <a:prstClr val="black"/>
                </a:solidFill>
                <a:latin typeface="Calibri" panose="020F0502020204030204"/>
              </a:rPr>
              <a:t>leportation</a:t>
            </a:r>
            <a:r>
              <a:rPr lang="en-US" b="1" dirty="0">
                <a:solidFill>
                  <a:prstClr val="black"/>
                </a:solidFill>
                <a:latin typeface="Calibri" panose="020F0502020204030204"/>
              </a:rPr>
              <a:t> Bracelet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A65EA6E-211D-9EBC-D34C-38881CC5F6BC}"/>
              </a:ext>
            </a:extLst>
          </p:cNvPr>
          <p:cNvGrpSpPr/>
          <p:nvPr/>
        </p:nvGrpSpPr>
        <p:grpSpPr>
          <a:xfrm>
            <a:off x="2572793" y="910268"/>
            <a:ext cx="6591989" cy="3010352"/>
            <a:chOff x="2572793" y="910268"/>
            <a:chExt cx="6591989" cy="3010352"/>
          </a:xfrm>
        </p:grpSpPr>
        <p:sp>
          <p:nvSpPr>
            <p:cNvPr id="59" name="Cylinder 58">
              <a:extLst>
                <a:ext uri="{FF2B5EF4-FFF2-40B4-BE49-F238E27FC236}">
                  <a16:creationId xmlns:a16="http://schemas.microsoft.com/office/drawing/2014/main" id="{6E0A600E-DA71-32D3-DA82-5B7D7C20EDAE}"/>
                </a:ext>
              </a:extLst>
            </p:cNvPr>
            <p:cNvSpPr/>
            <p:nvPr/>
          </p:nvSpPr>
          <p:spPr>
            <a:xfrm rot="1776128">
              <a:off x="2572793" y="2923093"/>
              <a:ext cx="6137564" cy="997527"/>
            </a:xfrm>
            <a:prstGeom prst="can">
              <a:avLst>
                <a:gd name="adj" fmla="val 40972"/>
              </a:avLst>
            </a:prstGeom>
            <a:gradFill flip="none" rotWithShape="1">
              <a:gsLst>
                <a:gs pos="25000">
                  <a:srgbClr val="2D1341"/>
                </a:gs>
                <a:gs pos="69000">
                  <a:srgbClr val="7030A0"/>
                </a:gs>
                <a:gs pos="79000">
                  <a:srgbClr val="9954CC"/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762DAC55-298B-C273-DC53-5713F591486D}"/>
                </a:ext>
              </a:extLst>
            </p:cNvPr>
            <p:cNvSpPr/>
            <p:nvPr/>
          </p:nvSpPr>
          <p:spPr>
            <a:xfrm rot="1794446">
              <a:off x="3122025" y="3045048"/>
              <a:ext cx="5293936" cy="23536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ylinder 60">
              <a:extLst>
                <a:ext uri="{FF2B5EF4-FFF2-40B4-BE49-F238E27FC236}">
                  <a16:creationId xmlns:a16="http://schemas.microsoft.com/office/drawing/2014/main" id="{AF04FBEB-2B95-8FBE-1167-B88AF1B7EAF6}"/>
                </a:ext>
              </a:extLst>
            </p:cNvPr>
            <p:cNvSpPr/>
            <p:nvPr/>
          </p:nvSpPr>
          <p:spPr>
            <a:xfrm rot="1776128">
              <a:off x="3027218" y="2154382"/>
              <a:ext cx="6137564" cy="997527"/>
            </a:xfrm>
            <a:prstGeom prst="can">
              <a:avLst>
                <a:gd name="adj" fmla="val 40972"/>
              </a:avLst>
            </a:prstGeom>
            <a:gradFill>
              <a:gsLst>
                <a:gs pos="25000">
                  <a:srgbClr val="2D1341"/>
                </a:gs>
                <a:gs pos="69000">
                  <a:srgbClr val="7030A0"/>
                </a:gs>
                <a:gs pos="79000">
                  <a:srgbClr val="9954CC"/>
                </a:gs>
              </a:gsLst>
              <a:lin ang="108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6F0E47E-3DF0-62F3-B8D9-419C54E67696}"/>
                </a:ext>
              </a:extLst>
            </p:cNvPr>
            <p:cNvSpPr/>
            <p:nvPr/>
          </p:nvSpPr>
          <p:spPr>
            <a:xfrm rot="1794446">
              <a:off x="3593080" y="2269194"/>
              <a:ext cx="5293936" cy="23536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5B4D873-B272-F2B9-0DB9-B38803AAD0B8}"/>
                </a:ext>
              </a:extLst>
            </p:cNvPr>
            <p:cNvSpPr/>
            <p:nvPr/>
          </p:nvSpPr>
          <p:spPr>
            <a:xfrm rot="1887350">
              <a:off x="3171654" y="1269105"/>
              <a:ext cx="206740" cy="647236"/>
            </a:xfrm>
            <a:prstGeom prst="roundRect">
              <a:avLst/>
            </a:prstGeom>
            <a:solidFill>
              <a:srgbClr val="9954CC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7F40520-11CC-8C34-609C-665F20DC84D7}"/>
                </a:ext>
              </a:extLst>
            </p:cNvPr>
            <p:cNvSpPr/>
            <p:nvPr/>
          </p:nvSpPr>
          <p:spPr>
            <a:xfrm rot="18316438">
              <a:off x="3103785" y="1737461"/>
              <a:ext cx="147591" cy="279109"/>
            </a:xfrm>
            <a:prstGeom prst="rect">
              <a:avLst/>
            </a:prstGeom>
            <a:solidFill>
              <a:srgbClr val="9954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589369B-5495-09FB-2B1D-89D33F40943F}"/>
                </a:ext>
              </a:extLst>
            </p:cNvPr>
            <p:cNvSpPr/>
            <p:nvPr/>
          </p:nvSpPr>
          <p:spPr>
            <a:xfrm rot="17994773">
              <a:off x="3324795" y="1251898"/>
              <a:ext cx="289922" cy="293507"/>
            </a:xfrm>
            <a:prstGeom prst="rect">
              <a:avLst/>
            </a:prstGeom>
            <a:solidFill>
              <a:srgbClr val="9954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ylinder 84">
              <a:extLst>
                <a:ext uri="{FF2B5EF4-FFF2-40B4-BE49-F238E27FC236}">
                  <a16:creationId xmlns:a16="http://schemas.microsoft.com/office/drawing/2014/main" id="{B6DBD1C6-FEDA-04E4-A0FA-4A62A531454A}"/>
                </a:ext>
              </a:extLst>
            </p:cNvPr>
            <p:cNvSpPr/>
            <p:nvPr/>
          </p:nvSpPr>
          <p:spPr>
            <a:xfrm rot="1441594">
              <a:off x="8209750" y="3474643"/>
              <a:ext cx="577168" cy="261503"/>
            </a:xfrm>
            <a:prstGeom prst="can">
              <a:avLst/>
            </a:prstGeom>
            <a:gradFill flip="none" rotWithShape="1">
              <a:gsLst>
                <a:gs pos="0">
                  <a:schemeClr val="accent5">
                    <a:lumMod val="89000"/>
                  </a:schemeClr>
                </a:gs>
                <a:gs pos="1000">
                  <a:schemeClr val="accent5">
                    <a:lumMod val="89000"/>
                  </a:schemeClr>
                </a:gs>
                <a:gs pos="69000">
                  <a:srgbClr val="7030A0"/>
                </a:gs>
                <a:gs pos="97000">
                  <a:srgbClr val="002060"/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Cylinder 93">
              <a:extLst>
                <a:ext uri="{FF2B5EF4-FFF2-40B4-BE49-F238E27FC236}">
                  <a16:creationId xmlns:a16="http://schemas.microsoft.com/office/drawing/2014/main" id="{113AD44F-7260-186D-B359-BC3F36653C49}"/>
                </a:ext>
              </a:extLst>
            </p:cNvPr>
            <p:cNvSpPr/>
            <p:nvPr/>
          </p:nvSpPr>
          <p:spPr>
            <a:xfrm rot="2140841">
              <a:off x="3714552" y="910268"/>
              <a:ext cx="577168" cy="261503"/>
            </a:xfrm>
            <a:prstGeom prst="can">
              <a:avLst/>
            </a:prstGeom>
            <a:gradFill flip="none" rotWithShape="1">
              <a:gsLst>
                <a:gs pos="0">
                  <a:schemeClr val="accent5">
                    <a:lumMod val="89000"/>
                  </a:schemeClr>
                </a:gs>
                <a:gs pos="1000">
                  <a:schemeClr val="accent5">
                    <a:lumMod val="89000"/>
                  </a:schemeClr>
                </a:gs>
                <a:gs pos="69000">
                  <a:srgbClr val="7030A0"/>
                </a:gs>
                <a:gs pos="97000">
                  <a:srgbClr val="002060"/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Equals 94">
              <a:extLst>
                <a:ext uri="{FF2B5EF4-FFF2-40B4-BE49-F238E27FC236}">
                  <a16:creationId xmlns:a16="http://schemas.microsoft.com/office/drawing/2014/main" id="{47E67C18-452D-99BC-F5E5-0E3D4F16729C}"/>
                </a:ext>
              </a:extLst>
            </p:cNvPr>
            <p:cNvSpPr/>
            <p:nvPr/>
          </p:nvSpPr>
          <p:spPr>
            <a:xfrm rot="1758734">
              <a:off x="3586252" y="2462568"/>
              <a:ext cx="4743879" cy="617328"/>
            </a:xfrm>
            <a:prstGeom prst="mathEqual">
              <a:avLst/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01363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DF43E-4A47-4A8E-39A2-32FFC0C53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D11B973-CC2D-CA7E-F288-473EB9FD81AB}"/>
              </a:ext>
            </a:extLst>
          </p:cNvPr>
          <p:cNvSpPr txBox="1"/>
          <p:nvPr/>
        </p:nvSpPr>
        <p:spPr>
          <a:xfrm>
            <a:off x="87630" y="13452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Temporary Invincible Battery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28EDDD-A57C-FC44-84E7-A87146883559}"/>
              </a:ext>
            </a:extLst>
          </p:cNvPr>
          <p:cNvGrpSpPr/>
          <p:nvPr/>
        </p:nvGrpSpPr>
        <p:grpSpPr>
          <a:xfrm>
            <a:off x="4331073" y="1109382"/>
            <a:ext cx="3692367" cy="4511488"/>
            <a:chOff x="4331073" y="1109382"/>
            <a:chExt cx="3692367" cy="4511488"/>
          </a:xfrm>
        </p:grpSpPr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A1EEBA2D-798B-286D-BFBB-C7A7D9270B00}"/>
                </a:ext>
              </a:extLst>
            </p:cNvPr>
            <p:cNvSpPr/>
            <p:nvPr/>
          </p:nvSpPr>
          <p:spPr>
            <a:xfrm>
              <a:off x="4331073" y="1237129"/>
              <a:ext cx="3529853" cy="4383741"/>
            </a:xfrm>
            <a:prstGeom prst="cube">
              <a:avLst>
                <a:gd name="adj" fmla="val 10362"/>
              </a:avLst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32000">
                  <a:schemeClr val="accent3">
                    <a:lumMod val="89000"/>
                  </a:schemeClr>
                </a:gs>
                <a:gs pos="60000">
                  <a:schemeClr val="accent3">
                    <a:lumMod val="50000"/>
                  </a:schemeClr>
                </a:gs>
                <a:gs pos="9100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Beveled 3">
              <a:extLst>
                <a:ext uri="{FF2B5EF4-FFF2-40B4-BE49-F238E27FC236}">
                  <a16:creationId xmlns:a16="http://schemas.microsoft.com/office/drawing/2014/main" id="{899AD218-CBB5-DFB1-70D5-BC6958720C3A}"/>
                </a:ext>
              </a:extLst>
            </p:cNvPr>
            <p:cNvSpPr/>
            <p:nvPr/>
          </p:nvSpPr>
          <p:spPr>
            <a:xfrm>
              <a:off x="4798385" y="1973494"/>
              <a:ext cx="2238348" cy="3263858"/>
            </a:xfrm>
            <a:prstGeom prst="bevel">
              <a:avLst/>
            </a:prstGeom>
            <a:gradFill>
              <a:gsLst>
                <a:gs pos="100000">
                  <a:schemeClr val="accent1">
                    <a:lumMod val="50000"/>
                  </a:schemeClr>
                </a:gs>
                <a:gs pos="18000">
                  <a:schemeClr val="bg2">
                    <a:lumMod val="2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99221E5A-15C9-B06C-3C9B-DBC7BD5717FC}"/>
                </a:ext>
              </a:extLst>
            </p:cNvPr>
            <p:cNvSpPr/>
            <p:nvPr/>
          </p:nvSpPr>
          <p:spPr>
            <a:xfrm>
              <a:off x="5016873" y="1109382"/>
              <a:ext cx="2158253" cy="423583"/>
            </a:xfrm>
            <a:prstGeom prst="cube">
              <a:avLst>
                <a:gd name="adj" fmla="val 55159"/>
              </a:avLst>
            </a:prstGeom>
            <a:gradFill flip="none" rotWithShape="1">
              <a:gsLst>
                <a:gs pos="0">
                  <a:schemeClr val="tx1">
                    <a:lumMod val="95000"/>
                    <a:lumOff val="5000"/>
                  </a:schemeClr>
                </a:gs>
                <a:gs pos="100000">
                  <a:srgbClr val="002060"/>
                </a:gs>
                <a:gs pos="100000">
                  <a:schemeClr val="accent4">
                    <a:lumMod val="60000"/>
                    <a:lumOff val="4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A199412-1583-D785-66F2-A804C49FD7AE}"/>
                </a:ext>
              </a:extLst>
            </p:cNvPr>
            <p:cNvSpPr/>
            <p:nvPr/>
          </p:nvSpPr>
          <p:spPr>
            <a:xfrm>
              <a:off x="7867396" y="1973493"/>
              <a:ext cx="156044" cy="2753148"/>
            </a:xfrm>
            <a:prstGeom prst="rect">
              <a:avLst/>
            </a:prstGeom>
            <a:gradFill>
              <a:gsLst>
                <a:gs pos="0">
                  <a:schemeClr val="bg2">
                    <a:lumMod val="25000"/>
                  </a:schemeClr>
                </a:gs>
                <a:gs pos="8600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35D1C510-D5B7-0DF2-DAF6-C340EB33DC00}"/>
                </a:ext>
              </a:extLst>
            </p:cNvPr>
            <p:cNvSpPr/>
            <p:nvPr/>
          </p:nvSpPr>
          <p:spPr>
            <a:xfrm>
              <a:off x="5250809" y="2346502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DEF014E7-5CF6-4D26-53DB-7137EE4A2236}"/>
                </a:ext>
              </a:extLst>
            </p:cNvPr>
            <p:cNvSpPr/>
            <p:nvPr/>
          </p:nvSpPr>
          <p:spPr>
            <a:xfrm>
              <a:off x="5250809" y="2787031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A06C51AB-97A5-2172-3EEC-2DE732DD9BE7}"/>
                </a:ext>
              </a:extLst>
            </p:cNvPr>
            <p:cNvSpPr/>
            <p:nvPr/>
          </p:nvSpPr>
          <p:spPr>
            <a:xfrm>
              <a:off x="5250809" y="3227560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2A72D72E-F3CE-B9C0-67D0-B864706703E5}"/>
                </a:ext>
              </a:extLst>
            </p:cNvPr>
            <p:cNvSpPr/>
            <p:nvPr/>
          </p:nvSpPr>
          <p:spPr>
            <a:xfrm>
              <a:off x="5250809" y="3668089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22282610-F28D-F1AB-3C5E-96E03AB60A70}"/>
                </a:ext>
              </a:extLst>
            </p:cNvPr>
            <p:cNvSpPr/>
            <p:nvPr/>
          </p:nvSpPr>
          <p:spPr>
            <a:xfrm>
              <a:off x="5250809" y="4108618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FF642244-F883-D11B-3034-D58FB7A8ABDF}"/>
                </a:ext>
              </a:extLst>
            </p:cNvPr>
            <p:cNvSpPr/>
            <p:nvPr/>
          </p:nvSpPr>
          <p:spPr>
            <a:xfrm>
              <a:off x="5250809" y="4549147"/>
              <a:ext cx="1333500" cy="342900"/>
            </a:xfrm>
            <a:prstGeom prst="cube">
              <a:avLst>
                <a:gd name="adj" fmla="val 18334"/>
              </a:avLst>
            </a:prstGeom>
            <a:gradFill flip="none" rotWithShape="1">
              <a:gsLst>
                <a:gs pos="0">
                  <a:schemeClr val="accent1">
                    <a:lumMod val="89000"/>
                  </a:schemeClr>
                </a:gs>
                <a:gs pos="18000">
                  <a:schemeClr val="accent1">
                    <a:lumMod val="75000"/>
                  </a:schemeClr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L-Shape 50">
              <a:extLst>
                <a:ext uri="{FF2B5EF4-FFF2-40B4-BE49-F238E27FC236}">
                  <a16:creationId xmlns:a16="http://schemas.microsoft.com/office/drawing/2014/main" id="{106F0E60-736C-D321-172A-4C9C4086CDA9}"/>
                </a:ext>
              </a:extLst>
            </p:cNvPr>
            <p:cNvSpPr/>
            <p:nvPr/>
          </p:nvSpPr>
          <p:spPr>
            <a:xfrm rot="5400000">
              <a:off x="4580111" y="1507821"/>
              <a:ext cx="603049" cy="935207"/>
            </a:xfrm>
            <a:prstGeom prst="corner">
              <a:avLst>
                <a:gd name="adj1" fmla="val 50000"/>
                <a:gd name="adj2" fmla="val 36555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49000">
                  <a:srgbClr val="002060"/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L-Shape 51">
              <a:extLst>
                <a:ext uri="{FF2B5EF4-FFF2-40B4-BE49-F238E27FC236}">
                  <a16:creationId xmlns:a16="http://schemas.microsoft.com/office/drawing/2014/main" id="{C4E99C9C-33E0-C908-2EF1-2778B2F2DE28}"/>
                </a:ext>
              </a:extLst>
            </p:cNvPr>
            <p:cNvSpPr/>
            <p:nvPr/>
          </p:nvSpPr>
          <p:spPr>
            <a:xfrm rot="16200000" flipV="1">
              <a:off x="4580111" y="4774980"/>
              <a:ext cx="603049" cy="935207"/>
            </a:xfrm>
            <a:prstGeom prst="corner">
              <a:avLst>
                <a:gd name="adj1" fmla="val 50000"/>
                <a:gd name="adj2" fmla="val 36555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49000">
                  <a:srgbClr val="002060"/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L-Shape 52">
              <a:extLst>
                <a:ext uri="{FF2B5EF4-FFF2-40B4-BE49-F238E27FC236}">
                  <a16:creationId xmlns:a16="http://schemas.microsoft.com/office/drawing/2014/main" id="{E0097055-A799-099D-8B95-3F610FA550E1}"/>
                </a:ext>
              </a:extLst>
            </p:cNvPr>
            <p:cNvSpPr/>
            <p:nvPr/>
          </p:nvSpPr>
          <p:spPr>
            <a:xfrm rot="5400000" flipH="1" flipV="1">
              <a:off x="6651958" y="4774980"/>
              <a:ext cx="603049" cy="935207"/>
            </a:xfrm>
            <a:prstGeom prst="corner">
              <a:avLst>
                <a:gd name="adj1" fmla="val 50000"/>
                <a:gd name="adj2" fmla="val 36555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49000">
                  <a:srgbClr val="002060"/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L-Shape 53">
              <a:extLst>
                <a:ext uri="{FF2B5EF4-FFF2-40B4-BE49-F238E27FC236}">
                  <a16:creationId xmlns:a16="http://schemas.microsoft.com/office/drawing/2014/main" id="{5299CB23-AB1A-32A8-745E-210971C41927}"/>
                </a:ext>
              </a:extLst>
            </p:cNvPr>
            <p:cNvSpPr/>
            <p:nvPr/>
          </p:nvSpPr>
          <p:spPr>
            <a:xfrm rot="16200000" flipH="1">
              <a:off x="6651957" y="1513500"/>
              <a:ext cx="603049" cy="935207"/>
            </a:xfrm>
            <a:prstGeom prst="corner">
              <a:avLst>
                <a:gd name="adj1" fmla="val 50000"/>
                <a:gd name="adj2" fmla="val 36555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49000">
                  <a:srgbClr val="002060"/>
                </a:gs>
                <a:gs pos="97000">
                  <a:schemeClr val="bg2">
                    <a:lumMod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678177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EFBF3-9ECB-DFA4-DD20-A753991E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CEE03D7-3E75-68C7-0D1B-3AC323A3A189}"/>
              </a:ext>
            </a:extLst>
          </p:cNvPr>
          <p:cNvSpPr txBox="1"/>
          <p:nvPr/>
        </p:nvSpPr>
        <p:spPr>
          <a:xfrm>
            <a:off x="156210" y="18786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Heavy Shield Barrier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9CCA266-D76E-04EF-D804-C3E3CDEB1071}"/>
              </a:ext>
            </a:extLst>
          </p:cNvPr>
          <p:cNvGrpSpPr/>
          <p:nvPr/>
        </p:nvGrpSpPr>
        <p:grpSpPr>
          <a:xfrm>
            <a:off x="3733800" y="1112520"/>
            <a:ext cx="4724400" cy="4632960"/>
            <a:chOff x="3733800" y="1112520"/>
            <a:chExt cx="4724400" cy="463296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6ECEB149-4079-4384-FBB9-2433F30CC052}"/>
                </a:ext>
              </a:extLst>
            </p:cNvPr>
            <p:cNvSpPr/>
            <p:nvPr/>
          </p:nvSpPr>
          <p:spPr>
            <a:xfrm>
              <a:off x="3733800" y="1112520"/>
              <a:ext cx="4724400" cy="4632960"/>
            </a:xfrm>
            <a:prstGeom prst="flowChartConnector">
              <a:avLst/>
            </a:prstGeom>
            <a:gradFill flip="none" rotWithShape="1">
              <a:gsLst>
                <a:gs pos="32000">
                  <a:schemeClr val="accent6">
                    <a:lumMod val="0"/>
                    <a:lumOff val="100000"/>
                  </a:schemeClr>
                </a:gs>
                <a:gs pos="100000">
                  <a:srgbClr val="002060"/>
                </a:gs>
                <a:gs pos="56000">
                  <a:srgbClr val="00B0F0"/>
                </a:gs>
              </a:gsLst>
              <a:path path="circle">
                <a:fillToRect l="50000" t="-80000" r="50000" b="180000"/>
              </a:path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lowchart: Connector 59">
              <a:extLst>
                <a:ext uri="{FF2B5EF4-FFF2-40B4-BE49-F238E27FC236}">
                  <a16:creationId xmlns:a16="http://schemas.microsoft.com/office/drawing/2014/main" id="{5E3D779D-C742-6F10-986E-DF6CDC8A7A8D}"/>
                </a:ext>
              </a:extLst>
            </p:cNvPr>
            <p:cNvSpPr/>
            <p:nvPr/>
          </p:nvSpPr>
          <p:spPr>
            <a:xfrm>
              <a:off x="3954780" y="1264920"/>
              <a:ext cx="4282440" cy="4328160"/>
            </a:xfrm>
            <a:prstGeom prst="flowChartConnector">
              <a:avLst/>
            </a:pr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58000">
                  <a:schemeClr val="accent6">
                    <a:lumMod val="0"/>
                    <a:lumOff val="100000"/>
                  </a:schemeClr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  <a:tileRect/>
            </a:gradFill>
            <a:ln w="76200">
              <a:solidFill>
                <a:schemeClr val="bg2">
                  <a:lumMod val="10000"/>
                </a:schemeClr>
              </a:solidFill>
              <a:prstDash val="lgDash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73812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C12402-5737-08CD-C65A-39C448199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F2216A5-2929-7AE3-525F-3166B9FC2317}"/>
              </a:ext>
            </a:extLst>
          </p:cNvPr>
          <p:cNvSpPr txBox="1"/>
          <p:nvPr/>
        </p:nvSpPr>
        <p:spPr>
          <a:xfrm>
            <a:off x="156210" y="18786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Large Warhammer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8A1F791-2E7B-FA3B-7DC9-1E58D2149527}"/>
              </a:ext>
            </a:extLst>
          </p:cNvPr>
          <p:cNvGrpSpPr/>
          <p:nvPr/>
        </p:nvGrpSpPr>
        <p:grpSpPr>
          <a:xfrm>
            <a:off x="3938550" y="790692"/>
            <a:ext cx="4314899" cy="5587562"/>
            <a:chOff x="4080571" y="873819"/>
            <a:chExt cx="4314899" cy="5587562"/>
          </a:xfrm>
        </p:grpSpPr>
        <p:sp>
          <p:nvSpPr>
            <p:cNvPr id="3" name="Flowchart: Merge 2">
              <a:extLst>
                <a:ext uri="{FF2B5EF4-FFF2-40B4-BE49-F238E27FC236}">
                  <a16:creationId xmlns:a16="http://schemas.microsoft.com/office/drawing/2014/main" id="{4F334C25-5CD8-0802-55A5-91F8F17F7BF5}"/>
                </a:ext>
              </a:extLst>
            </p:cNvPr>
            <p:cNvSpPr/>
            <p:nvPr/>
          </p:nvSpPr>
          <p:spPr>
            <a:xfrm rot="1636666">
              <a:off x="5825298" y="2772347"/>
              <a:ext cx="824233" cy="255951"/>
            </a:xfrm>
            <a:prstGeom prst="flowChartMerge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5E935E3-88F1-CCA3-C70C-895E23C046F7}"/>
                </a:ext>
              </a:extLst>
            </p:cNvPr>
            <p:cNvGrpSpPr/>
            <p:nvPr/>
          </p:nvGrpSpPr>
          <p:grpSpPr>
            <a:xfrm>
              <a:off x="4080571" y="1776828"/>
              <a:ext cx="2463551" cy="4684553"/>
              <a:chOff x="3795267" y="1873810"/>
              <a:chExt cx="2463551" cy="4684553"/>
            </a:xfrm>
          </p:grpSpPr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E998A38A-B29F-40C0-1389-D7812D95DFF5}"/>
                  </a:ext>
                </a:extLst>
              </p:cNvPr>
              <p:cNvSpPr/>
              <p:nvPr/>
            </p:nvSpPr>
            <p:spPr>
              <a:xfrm rot="1793344">
                <a:off x="5032050" y="1873810"/>
                <a:ext cx="400884" cy="4684553"/>
              </a:xfrm>
              <a:prstGeom prst="can">
                <a:avLst/>
              </a:prstGeom>
              <a:gradFill flip="none" rotWithShape="1">
                <a:gsLst>
                  <a:gs pos="29000">
                    <a:schemeClr val="tx1">
                      <a:lumMod val="95000"/>
                      <a:lumOff val="5000"/>
                    </a:schemeClr>
                  </a:gs>
                  <a:gs pos="100000">
                    <a:schemeClr val="bg2">
                      <a:lumMod val="50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76291229-8AE9-0AA7-E815-9F54D75C437E}"/>
                  </a:ext>
                </a:extLst>
              </p:cNvPr>
              <p:cNvGrpSpPr/>
              <p:nvPr/>
            </p:nvGrpSpPr>
            <p:grpSpPr>
              <a:xfrm>
                <a:off x="4131859" y="4602808"/>
                <a:ext cx="1281215" cy="1502164"/>
                <a:chOff x="4131859" y="4602808"/>
                <a:chExt cx="1281215" cy="1502164"/>
              </a:xfrm>
            </p:grpSpPr>
            <p:sp>
              <p:nvSpPr>
                <p:cNvPr id="20" name="Rectangle: Rounded Corners 19">
                  <a:extLst>
                    <a:ext uri="{FF2B5EF4-FFF2-40B4-BE49-F238E27FC236}">
                      <a16:creationId xmlns:a16="http://schemas.microsoft.com/office/drawing/2014/main" id="{AFD34C63-E268-7922-B160-A0B8D6621F0A}"/>
                    </a:ext>
                  </a:extLst>
                </p:cNvPr>
                <p:cNvSpPr/>
                <p:nvPr/>
              </p:nvSpPr>
              <p:spPr>
                <a:xfrm rot="1773739">
                  <a:off x="4351836" y="4602808"/>
                  <a:ext cx="469766" cy="1502164"/>
                </a:xfrm>
                <a:prstGeom prst="roundRect">
                  <a:avLst/>
                </a:prstGeom>
                <a:gradFill>
                  <a:gsLst>
                    <a:gs pos="12000">
                      <a:schemeClr val="accent3">
                        <a:lumMod val="0"/>
                        <a:lumOff val="100000"/>
                      </a:schemeClr>
                    </a:gs>
                    <a:gs pos="47000">
                      <a:srgbClr val="FE1E1E"/>
                    </a:gs>
                    <a:gs pos="92000">
                      <a:srgbClr val="480000"/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Arc 20">
                  <a:extLst>
                    <a:ext uri="{FF2B5EF4-FFF2-40B4-BE49-F238E27FC236}">
                      <a16:creationId xmlns:a16="http://schemas.microsoft.com/office/drawing/2014/main" id="{3B7AAAFD-A92D-A010-8679-BBB3AE7F820B}"/>
                    </a:ext>
                  </a:extLst>
                </p:cNvPr>
                <p:cNvSpPr/>
                <p:nvPr/>
              </p:nvSpPr>
              <p:spPr>
                <a:xfrm rot="12085056">
                  <a:off x="4542132" y="4992998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Arc 21">
                  <a:extLst>
                    <a:ext uri="{FF2B5EF4-FFF2-40B4-BE49-F238E27FC236}">
                      <a16:creationId xmlns:a16="http://schemas.microsoft.com/office/drawing/2014/main" id="{A4E3FD5D-A3C4-73CC-7640-DCA7B23710C5}"/>
                    </a:ext>
                  </a:extLst>
                </p:cNvPr>
                <p:cNvSpPr/>
                <p:nvPr/>
              </p:nvSpPr>
              <p:spPr>
                <a:xfrm rot="12085056">
                  <a:off x="4437655" y="5176737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Arc 22">
                  <a:extLst>
                    <a:ext uri="{FF2B5EF4-FFF2-40B4-BE49-F238E27FC236}">
                      <a16:creationId xmlns:a16="http://schemas.microsoft.com/office/drawing/2014/main" id="{4FFC96EC-01D1-A45D-C8F8-A161745B9D62}"/>
                    </a:ext>
                  </a:extLst>
                </p:cNvPr>
                <p:cNvSpPr/>
                <p:nvPr/>
              </p:nvSpPr>
              <p:spPr>
                <a:xfrm rot="12085056">
                  <a:off x="4333178" y="5358023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Arc 23">
                  <a:extLst>
                    <a:ext uri="{FF2B5EF4-FFF2-40B4-BE49-F238E27FC236}">
                      <a16:creationId xmlns:a16="http://schemas.microsoft.com/office/drawing/2014/main" id="{D11E0A6E-714D-CC8B-6553-E2BB7C923A76}"/>
                    </a:ext>
                  </a:extLst>
                </p:cNvPr>
                <p:cNvSpPr/>
                <p:nvPr/>
              </p:nvSpPr>
              <p:spPr>
                <a:xfrm rot="12085056">
                  <a:off x="4236336" y="553078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Arc 24">
                  <a:extLst>
                    <a:ext uri="{FF2B5EF4-FFF2-40B4-BE49-F238E27FC236}">
                      <a16:creationId xmlns:a16="http://schemas.microsoft.com/office/drawing/2014/main" id="{15F34A13-F8BA-D85D-0D5E-3ABCC478E5D3}"/>
                    </a:ext>
                  </a:extLst>
                </p:cNvPr>
                <p:cNvSpPr/>
                <p:nvPr/>
              </p:nvSpPr>
              <p:spPr>
                <a:xfrm rot="12085056">
                  <a:off x="4131859" y="571639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53EF31DD-F3DF-428C-D7C7-5B9EFFDBCA0A}"/>
                  </a:ext>
                </a:extLst>
              </p:cNvPr>
              <p:cNvGrpSpPr/>
              <p:nvPr/>
            </p:nvGrpSpPr>
            <p:grpSpPr>
              <a:xfrm>
                <a:off x="4977603" y="3130072"/>
                <a:ext cx="1281215" cy="1502164"/>
                <a:chOff x="4131859" y="4602808"/>
                <a:chExt cx="1281215" cy="1502164"/>
              </a:xfrm>
            </p:grpSpPr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84FCA863-B185-75C1-A65E-29101EEB6CB4}"/>
                    </a:ext>
                  </a:extLst>
                </p:cNvPr>
                <p:cNvSpPr/>
                <p:nvPr/>
              </p:nvSpPr>
              <p:spPr>
                <a:xfrm rot="1773739">
                  <a:off x="4351836" y="4602808"/>
                  <a:ext cx="469766" cy="1502164"/>
                </a:xfrm>
                <a:prstGeom prst="roundRect">
                  <a:avLst/>
                </a:prstGeom>
                <a:gradFill>
                  <a:gsLst>
                    <a:gs pos="12000">
                      <a:schemeClr val="accent3">
                        <a:lumMod val="0"/>
                        <a:lumOff val="100000"/>
                      </a:schemeClr>
                    </a:gs>
                    <a:gs pos="47000">
                      <a:srgbClr val="FE1E1E"/>
                    </a:gs>
                    <a:gs pos="92000">
                      <a:srgbClr val="480000"/>
                    </a:gs>
                  </a:gsLst>
                  <a:path path="circle">
                    <a:fillToRect l="50000" t="-80000" r="50000" b="180000"/>
                  </a:path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Arc 14">
                  <a:extLst>
                    <a:ext uri="{FF2B5EF4-FFF2-40B4-BE49-F238E27FC236}">
                      <a16:creationId xmlns:a16="http://schemas.microsoft.com/office/drawing/2014/main" id="{E3C5E515-9FC1-2A5B-9244-87B6EE9AAB81}"/>
                    </a:ext>
                  </a:extLst>
                </p:cNvPr>
                <p:cNvSpPr/>
                <p:nvPr/>
              </p:nvSpPr>
              <p:spPr>
                <a:xfrm rot="12085056">
                  <a:off x="4542132" y="4992998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Arc 15">
                  <a:extLst>
                    <a:ext uri="{FF2B5EF4-FFF2-40B4-BE49-F238E27FC236}">
                      <a16:creationId xmlns:a16="http://schemas.microsoft.com/office/drawing/2014/main" id="{5A80ABFD-0B86-4EE5-385B-F03A78F2D408}"/>
                    </a:ext>
                  </a:extLst>
                </p:cNvPr>
                <p:cNvSpPr/>
                <p:nvPr/>
              </p:nvSpPr>
              <p:spPr>
                <a:xfrm rot="12085056">
                  <a:off x="4437655" y="5176737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Arc 16">
                  <a:extLst>
                    <a:ext uri="{FF2B5EF4-FFF2-40B4-BE49-F238E27FC236}">
                      <a16:creationId xmlns:a16="http://schemas.microsoft.com/office/drawing/2014/main" id="{304CD7EB-6DBB-7950-263D-D9046102FD69}"/>
                    </a:ext>
                  </a:extLst>
                </p:cNvPr>
                <p:cNvSpPr/>
                <p:nvPr/>
              </p:nvSpPr>
              <p:spPr>
                <a:xfrm rot="12085056">
                  <a:off x="4333178" y="5358023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Arc 17">
                  <a:extLst>
                    <a:ext uri="{FF2B5EF4-FFF2-40B4-BE49-F238E27FC236}">
                      <a16:creationId xmlns:a16="http://schemas.microsoft.com/office/drawing/2014/main" id="{3A381A77-6465-E57C-D7C3-F9E6B9894F79}"/>
                    </a:ext>
                  </a:extLst>
                </p:cNvPr>
                <p:cNvSpPr/>
                <p:nvPr/>
              </p:nvSpPr>
              <p:spPr>
                <a:xfrm rot="12085056">
                  <a:off x="4236336" y="553078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Arc 18">
                  <a:extLst>
                    <a:ext uri="{FF2B5EF4-FFF2-40B4-BE49-F238E27FC236}">
                      <a16:creationId xmlns:a16="http://schemas.microsoft.com/office/drawing/2014/main" id="{8C62D6FE-6BC2-53FA-C744-5D102AF8BE3D}"/>
                    </a:ext>
                  </a:extLst>
                </p:cNvPr>
                <p:cNvSpPr/>
                <p:nvPr/>
              </p:nvSpPr>
              <p:spPr>
                <a:xfrm rot="12085056">
                  <a:off x="4131859" y="5716391"/>
                  <a:ext cx="870942" cy="159719"/>
                </a:xfrm>
                <a:prstGeom prst="arc">
                  <a:avLst>
                    <a:gd name="adj1" fmla="val 15052338"/>
                    <a:gd name="adj2" fmla="val 0"/>
                  </a:avLst>
                </a:prstGeom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81914E2A-0472-7104-3BB1-3DD25EABBB74}"/>
                  </a:ext>
                </a:extLst>
              </p:cNvPr>
              <p:cNvSpPr/>
              <p:nvPr/>
            </p:nvSpPr>
            <p:spPr>
              <a:xfrm rot="1685217">
                <a:off x="3795267" y="6141496"/>
                <a:ext cx="524028" cy="186799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accent3">
                      <a:lumMod val="0"/>
                      <a:lumOff val="100000"/>
                    </a:schemeClr>
                  </a:gs>
                  <a:gs pos="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Flowchart: Alternate Process 4">
              <a:extLst>
                <a:ext uri="{FF2B5EF4-FFF2-40B4-BE49-F238E27FC236}">
                  <a16:creationId xmlns:a16="http://schemas.microsoft.com/office/drawing/2014/main" id="{FA64A5F1-DB6F-69A7-DAD7-8E94AC9A48CE}"/>
                </a:ext>
              </a:extLst>
            </p:cNvPr>
            <p:cNvSpPr/>
            <p:nvPr/>
          </p:nvSpPr>
          <p:spPr>
            <a:xfrm rot="1669506">
              <a:off x="5200589" y="1372293"/>
              <a:ext cx="2910840" cy="153162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35000">
                  <a:schemeClr val="tx1">
                    <a:lumMod val="75000"/>
                    <a:lumOff val="25000"/>
                  </a:schemeClr>
                </a:gs>
                <a:gs pos="68000">
                  <a:schemeClr val="tx1">
                    <a:lumMod val="85000"/>
                    <a:lumOff val="15000"/>
                  </a:schemeClr>
                </a:gs>
                <a:gs pos="97000">
                  <a:schemeClr val="tx1">
                    <a:lumMod val="95000"/>
                    <a:lumOff val="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Arc 5">
              <a:extLst>
                <a:ext uri="{FF2B5EF4-FFF2-40B4-BE49-F238E27FC236}">
                  <a16:creationId xmlns:a16="http://schemas.microsoft.com/office/drawing/2014/main" id="{200C3DCE-3461-4412-C9BC-ADD49AF9DB58}"/>
                </a:ext>
              </a:extLst>
            </p:cNvPr>
            <p:cNvSpPr/>
            <p:nvPr/>
          </p:nvSpPr>
          <p:spPr>
            <a:xfrm rot="12085056">
              <a:off x="4942444" y="4699741"/>
              <a:ext cx="870942" cy="159719"/>
            </a:xfrm>
            <a:prstGeom prst="arc">
              <a:avLst>
                <a:gd name="adj1" fmla="val 15052338"/>
                <a:gd name="adj2" fmla="val 0"/>
              </a:avLst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Star: 4 Points 6">
              <a:extLst>
                <a:ext uri="{FF2B5EF4-FFF2-40B4-BE49-F238E27FC236}">
                  <a16:creationId xmlns:a16="http://schemas.microsoft.com/office/drawing/2014/main" id="{C6498750-2757-5067-99B6-8CD74D24CE88}"/>
                </a:ext>
              </a:extLst>
            </p:cNvPr>
            <p:cNvSpPr/>
            <p:nvPr/>
          </p:nvSpPr>
          <p:spPr>
            <a:xfrm rot="1750452">
              <a:off x="5657200" y="1581714"/>
              <a:ext cx="1890957" cy="1087975"/>
            </a:xfrm>
            <a:prstGeom prst="star4">
              <a:avLst/>
            </a:prstGeom>
            <a:gradFill flip="none" rotWithShape="1">
              <a:gsLst>
                <a:gs pos="39000">
                  <a:srgbClr val="480000"/>
                </a:gs>
                <a:gs pos="90000">
                  <a:srgbClr val="FF0000"/>
                </a:gs>
                <a:gs pos="100000">
                  <a:srgbClr val="C00000"/>
                </a:gs>
              </a:gsLst>
              <a:lin ang="189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1AC9B77B-56EF-DC33-7EA2-B3791B4E8F1A}"/>
                </a:ext>
              </a:extLst>
            </p:cNvPr>
            <p:cNvSpPr/>
            <p:nvPr/>
          </p:nvSpPr>
          <p:spPr>
            <a:xfrm rot="12085056">
              <a:off x="5775064" y="3241993"/>
              <a:ext cx="870942" cy="159719"/>
            </a:xfrm>
            <a:prstGeom prst="arc">
              <a:avLst>
                <a:gd name="adj1" fmla="val 15052338"/>
                <a:gd name="adj2" fmla="val 0"/>
              </a:avLst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Star: 4 Points 25">
              <a:extLst>
                <a:ext uri="{FF2B5EF4-FFF2-40B4-BE49-F238E27FC236}">
                  <a16:creationId xmlns:a16="http://schemas.microsoft.com/office/drawing/2014/main" id="{20B2E80B-2CE0-F3B3-E459-548DAD7A568D}"/>
                </a:ext>
              </a:extLst>
            </p:cNvPr>
            <p:cNvSpPr/>
            <p:nvPr/>
          </p:nvSpPr>
          <p:spPr>
            <a:xfrm rot="1750452">
              <a:off x="5750256" y="1773737"/>
              <a:ext cx="765368" cy="791151"/>
            </a:xfrm>
            <a:prstGeom prst="star4">
              <a:avLst/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Star: 4 Points 27">
              <a:extLst>
                <a:ext uri="{FF2B5EF4-FFF2-40B4-BE49-F238E27FC236}">
                  <a16:creationId xmlns:a16="http://schemas.microsoft.com/office/drawing/2014/main" id="{96B10E7B-70C1-2651-A03C-FA1689363543}"/>
                </a:ext>
              </a:extLst>
            </p:cNvPr>
            <p:cNvSpPr/>
            <p:nvPr/>
          </p:nvSpPr>
          <p:spPr>
            <a:xfrm rot="1750452">
              <a:off x="6687496" y="1656729"/>
              <a:ext cx="765368" cy="791151"/>
            </a:xfrm>
            <a:prstGeom prst="star4">
              <a:avLst/>
            </a:prstGeom>
            <a:gradFill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8528E28-F740-54F4-A6A8-E99C53351B5A}"/>
                </a:ext>
              </a:extLst>
            </p:cNvPr>
            <p:cNvGrpSpPr/>
            <p:nvPr/>
          </p:nvGrpSpPr>
          <p:grpSpPr>
            <a:xfrm>
              <a:off x="7760457" y="2386659"/>
              <a:ext cx="635013" cy="1027322"/>
              <a:chOff x="7760457" y="2386659"/>
              <a:chExt cx="635013" cy="1027322"/>
            </a:xfrm>
          </p:grpSpPr>
          <p:sp>
            <p:nvSpPr>
              <p:cNvPr id="30" name="Flowchart: Extract 29">
                <a:extLst>
                  <a:ext uri="{FF2B5EF4-FFF2-40B4-BE49-F238E27FC236}">
                    <a16:creationId xmlns:a16="http://schemas.microsoft.com/office/drawing/2014/main" id="{2A02386F-107F-9FC2-7522-BF3EF5F42FAA}"/>
                  </a:ext>
                </a:extLst>
              </p:cNvPr>
              <p:cNvSpPr/>
              <p:nvPr/>
            </p:nvSpPr>
            <p:spPr>
              <a:xfrm rot="7124584">
                <a:off x="7727146" y="3095233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Flowchart: Extract 34">
                <a:extLst>
                  <a:ext uri="{FF2B5EF4-FFF2-40B4-BE49-F238E27FC236}">
                    <a16:creationId xmlns:a16="http://schemas.microsoft.com/office/drawing/2014/main" id="{1D63E82D-3D5C-14E1-8DB4-A1BF3D6F72EF}"/>
                  </a:ext>
                </a:extLst>
              </p:cNvPr>
              <p:cNvSpPr/>
              <p:nvPr/>
            </p:nvSpPr>
            <p:spPr>
              <a:xfrm rot="7124584">
                <a:off x="7914796" y="2757602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Extract 35">
                <a:extLst>
                  <a:ext uri="{FF2B5EF4-FFF2-40B4-BE49-F238E27FC236}">
                    <a16:creationId xmlns:a16="http://schemas.microsoft.com/office/drawing/2014/main" id="{4B4C2729-9646-253A-7093-E21F50B442B0}"/>
                  </a:ext>
                </a:extLst>
              </p:cNvPr>
              <p:cNvSpPr/>
              <p:nvPr/>
            </p:nvSpPr>
            <p:spPr>
              <a:xfrm rot="7124584">
                <a:off x="8076721" y="2419970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Flowchart: Extract 36">
                <a:extLst>
                  <a:ext uri="{FF2B5EF4-FFF2-40B4-BE49-F238E27FC236}">
                    <a16:creationId xmlns:a16="http://schemas.microsoft.com/office/drawing/2014/main" id="{0EDF7CEB-13AB-8ECB-FBC5-F4671D958FA2}"/>
                  </a:ext>
                </a:extLst>
              </p:cNvPr>
              <p:cNvSpPr/>
              <p:nvPr/>
            </p:nvSpPr>
            <p:spPr>
              <a:xfrm rot="7124584">
                <a:off x="8001049" y="2564880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Flowchart: Extract 37">
                <a:extLst>
                  <a:ext uri="{FF2B5EF4-FFF2-40B4-BE49-F238E27FC236}">
                    <a16:creationId xmlns:a16="http://schemas.microsoft.com/office/drawing/2014/main" id="{1317699A-33D1-D7A0-BC36-DE49F9D97B14}"/>
                  </a:ext>
                </a:extLst>
              </p:cNvPr>
              <p:cNvSpPr/>
              <p:nvPr/>
            </p:nvSpPr>
            <p:spPr>
              <a:xfrm rot="7124584">
                <a:off x="7798838" y="2922957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288321F-EE9E-BD38-C140-C27F11D5D3A3}"/>
                </a:ext>
              </a:extLst>
            </p:cNvPr>
            <p:cNvGrpSpPr/>
            <p:nvPr/>
          </p:nvGrpSpPr>
          <p:grpSpPr>
            <a:xfrm rot="10800000">
              <a:off x="4907923" y="873819"/>
              <a:ext cx="635013" cy="1027322"/>
              <a:chOff x="7760457" y="2386659"/>
              <a:chExt cx="635013" cy="1027322"/>
            </a:xfrm>
          </p:grpSpPr>
          <p:sp>
            <p:nvSpPr>
              <p:cNvPr id="41" name="Flowchart: Extract 40">
                <a:extLst>
                  <a:ext uri="{FF2B5EF4-FFF2-40B4-BE49-F238E27FC236}">
                    <a16:creationId xmlns:a16="http://schemas.microsoft.com/office/drawing/2014/main" id="{33456A40-2C5F-4D2E-C81B-65A2A05A383E}"/>
                  </a:ext>
                </a:extLst>
              </p:cNvPr>
              <p:cNvSpPr/>
              <p:nvPr/>
            </p:nvSpPr>
            <p:spPr>
              <a:xfrm rot="7124584">
                <a:off x="7727146" y="3095233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Extract 41">
                <a:extLst>
                  <a:ext uri="{FF2B5EF4-FFF2-40B4-BE49-F238E27FC236}">
                    <a16:creationId xmlns:a16="http://schemas.microsoft.com/office/drawing/2014/main" id="{36CF7FFD-7D15-A2E8-B436-6BCB82B9BEE0}"/>
                  </a:ext>
                </a:extLst>
              </p:cNvPr>
              <p:cNvSpPr/>
              <p:nvPr/>
            </p:nvSpPr>
            <p:spPr>
              <a:xfrm rot="7124584">
                <a:off x="7914796" y="2757602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Flowchart: Extract 42">
                <a:extLst>
                  <a:ext uri="{FF2B5EF4-FFF2-40B4-BE49-F238E27FC236}">
                    <a16:creationId xmlns:a16="http://schemas.microsoft.com/office/drawing/2014/main" id="{45A61E1F-031F-C5B2-EB8A-822BEC3B7547}"/>
                  </a:ext>
                </a:extLst>
              </p:cNvPr>
              <p:cNvSpPr/>
              <p:nvPr/>
            </p:nvSpPr>
            <p:spPr>
              <a:xfrm rot="7124584">
                <a:off x="8076721" y="2419970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Flowchart: Extract 43">
                <a:extLst>
                  <a:ext uri="{FF2B5EF4-FFF2-40B4-BE49-F238E27FC236}">
                    <a16:creationId xmlns:a16="http://schemas.microsoft.com/office/drawing/2014/main" id="{05F57121-157E-5EFF-CED0-01FFBAFE1191}"/>
                  </a:ext>
                </a:extLst>
              </p:cNvPr>
              <p:cNvSpPr/>
              <p:nvPr/>
            </p:nvSpPr>
            <p:spPr>
              <a:xfrm rot="7124584">
                <a:off x="8001049" y="2564880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Extract 44">
                <a:extLst>
                  <a:ext uri="{FF2B5EF4-FFF2-40B4-BE49-F238E27FC236}">
                    <a16:creationId xmlns:a16="http://schemas.microsoft.com/office/drawing/2014/main" id="{B022655B-6966-8F27-605D-233C614A5D8F}"/>
                  </a:ext>
                </a:extLst>
              </p:cNvPr>
              <p:cNvSpPr/>
              <p:nvPr/>
            </p:nvSpPr>
            <p:spPr>
              <a:xfrm rot="7124584">
                <a:off x="7798838" y="2922957"/>
                <a:ext cx="352059" cy="285438"/>
              </a:xfrm>
              <a:prstGeom prst="flowChartExtract">
                <a:avLst/>
              </a:prstGeom>
              <a:gradFill>
                <a:gsLst>
                  <a:gs pos="0">
                    <a:schemeClr val="accent3">
                      <a:lumMod val="0"/>
                      <a:lumOff val="100000"/>
                    </a:schemeClr>
                  </a:gs>
                  <a:gs pos="7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845565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A280AC-B37C-E3A4-0118-FE644994A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480CFD3-3D98-E9A7-9A9C-AB3D874B706E}"/>
              </a:ext>
            </a:extLst>
          </p:cNvPr>
          <p:cNvSpPr txBox="1"/>
          <p:nvPr/>
        </p:nvSpPr>
        <p:spPr>
          <a:xfrm>
            <a:off x="156210" y="18786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Throwable Beam Sword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F192E43-A3A2-EE74-3CE5-8856BA8DE0E6}"/>
              </a:ext>
            </a:extLst>
          </p:cNvPr>
          <p:cNvGrpSpPr/>
          <p:nvPr/>
        </p:nvGrpSpPr>
        <p:grpSpPr>
          <a:xfrm>
            <a:off x="988195" y="668030"/>
            <a:ext cx="8992463" cy="4258351"/>
            <a:chOff x="621049" y="569599"/>
            <a:chExt cx="8992463" cy="4258351"/>
          </a:xfrm>
        </p:grpSpPr>
        <p:sp>
          <p:nvSpPr>
            <p:cNvPr id="68" name="Flowchart: Delay 67">
              <a:extLst>
                <a:ext uri="{FF2B5EF4-FFF2-40B4-BE49-F238E27FC236}">
                  <a16:creationId xmlns:a16="http://schemas.microsoft.com/office/drawing/2014/main" id="{0E8DCEA7-D3BC-8722-8D56-F5821451C3B4}"/>
                </a:ext>
              </a:extLst>
            </p:cNvPr>
            <p:cNvSpPr/>
            <p:nvPr/>
          </p:nvSpPr>
          <p:spPr>
            <a:xfrm rot="17331571">
              <a:off x="4803679" y="2369595"/>
              <a:ext cx="3876380" cy="276388"/>
            </a:xfrm>
            <a:prstGeom prst="flowChartDelay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38100">
              <a:noFill/>
            </a:ln>
            <a:effectLst>
              <a:glow rad="139700">
                <a:schemeClr val="accent5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lowchart: Delay 66">
              <a:extLst>
                <a:ext uri="{FF2B5EF4-FFF2-40B4-BE49-F238E27FC236}">
                  <a16:creationId xmlns:a16="http://schemas.microsoft.com/office/drawing/2014/main" id="{6B49D438-A569-E880-A699-77173756F063}"/>
                </a:ext>
              </a:extLst>
            </p:cNvPr>
            <p:cNvSpPr/>
            <p:nvPr/>
          </p:nvSpPr>
          <p:spPr>
            <a:xfrm rot="17914311">
              <a:off x="5126833" y="2457254"/>
              <a:ext cx="3876380" cy="276388"/>
            </a:xfrm>
            <a:prstGeom prst="flowChartDelay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38100">
              <a:noFill/>
            </a:ln>
            <a:effectLst>
              <a:glow rad="139700">
                <a:schemeClr val="accent5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9A808C2-EF73-9363-E8D4-6DE35061F92A}"/>
                </a:ext>
              </a:extLst>
            </p:cNvPr>
            <p:cNvGrpSpPr/>
            <p:nvPr/>
          </p:nvGrpSpPr>
          <p:grpSpPr>
            <a:xfrm rot="20651654">
              <a:off x="4332410" y="2794001"/>
              <a:ext cx="5281102" cy="2033949"/>
              <a:chOff x="1156451" y="1876927"/>
              <a:chExt cx="9815002" cy="3754887"/>
            </a:xfrm>
          </p:grpSpPr>
          <p:sp>
            <p:nvSpPr>
              <p:cNvPr id="27" name="Flowchart: Delay 26">
                <a:extLst>
                  <a:ext uri="{FF2B5EF4-FFF2-40B4-BE49-F238E27FC236}">
                    <a16:creationId xmlns:a16="http://schemas.microsoft.com/office/drawing/2014/main" id="{210AB76C-E34E-79DF-B1C4-5A8A166701B8}"/>
                  </a:ext>
                </a:extLst>
              </p:cNvPr>
              <p:cNvSpPr/>
              <p:nvPr/>
            </p:nvSpPr>
            <p:spPr>
              <a:xfrm rot="19516687">
                <a:off x="3748912" y="1891477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F0">
                      <a:tint val="66000"/>
                      <a:satMod val="160000"/>
                    </a:srgbClr>
                  </a:gs>
                  <a:gs pos="50000">
                    <a:srgbClr val="00B0F0">
                      <a:tint val="44500"/>
                      <a:satMod val="160000"/>
                    </a:srgbClr>
                  </a:gs>
                  <a:gs pos="100000">
                    <a:srgbClr val="00B0F0">
                      <a:tint val="23500"/>
                      <a:satMod val="160000"/>
                    </a:srgbClr>
                  </a:gs>
                </a:gsLst>
                <a:lin ang="18900000" scaled="1"/>
                <a:tileRect/>
              </a:gradFill>
              <a:ln w="38100">
                <a:noFill/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F51A9739-E645-D127-CDFF-1220BD6D540F}"/>
                  </a:ext>
                </a:extLst>
              </p:cNvPr>
              <p:cNvGrpSpPr/>
              <p:nvPr/>
            </p:nvGrpSpPr>
            <p:grpSpPr>
              <a:xfrm rot="3321516">
                <a:off x="2507096" y="3353434"/>
                <a:ext cx="927735" cy="3629025"/>
                <a:chOff x="4824412" y="1506855"/>
                <a:chExt cx="927735" cy="3629025"/>
              </a:xfrm>
            </p:grpSpPr>
            <p:sp>
              <p:nvSpPr>
                <p:cNvPr id="32" name="Cylinder 31">
                  <a:extLst>
                    <a:ext uri="{FF2B5EF4-FFF2-40B4-BE49-F238E27FC236}">
                      <a16:creationId xmlns:a16="http://schemas.microsoft.com/office/drawing/2014/main" id="{661848EE-B8E4-D25D-E985-BCC76A008F03}"/>
                    </a:ext>
                  </a:extLst>
                </p:cNvPr>
                <p:cNvSpPr/>
                <p:nvPr/>
              </p:nvSpPr>
              <p:spPr>
                <a:xfrm>
                  <a:off x="4922520" y="1543050"/>
                  <a:ext cx="731520" cy="3592830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75000"/>
                        <a:tint val="66000"/>
                        <a:satMod val="160000"/>
                      </a:schemeClr>
                    </a:gs>
                    <a:gs pos="50000">
                      <a:schemeClr val="accent3">
                        <a:lumMod val="75000"/>
                        <a:tint val="44500"/>
                        <a:satMod val="160000"/>
                      </a:schemeClr>
                    </a:gs>
                    <a:gs pos="100000">
                      <a:schemeClr val="accent3">
                        <a:lumMod val="7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Flowchart: Alternate Process 32">
                  <a:extLst>
                    <a:ext uri="{FF2B5EF4-FFF2-40B4-BE49-F238E27FC236}">
                      <a16:creationId xmlns:a16="http://schemas.microsoft.com/office/drawing/2014/main" id="{F8773047-FBE4-1892-33A8-DAA231B39C30}"/>
                    </a:ext>
                  </a:extLst>
                </p:cNvPr>
                <p:cNvSpPr/>
                <p:nvPr/>
              </p:nvSpPr>
              <p:spPr>
                <a:xfrm>
                  <a:off x="4872990" y="29146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Flowchart: Alternate Process 33">
                  <a:extLst>
                    <a:ext uri="{FF2B5EF4-FFF2-40B4-BE49-F238E27FC236}">
                      <a16:creationId xmlns:a16="http://schemas.microsoft.com/office/drawing/2014/main" id="{FF0D9A1D-0045-9AD0-42AC-C97C85A8483F}"/>
                    </a:ext>
                  </a:extLst>
                </p:cNvPr>
                <p:cNvSpPr/>
                <p:nvPr/>
              </p:nvSpPr>
              <p:spPr>
                <a:xfrm>
                  <a:off x="4872990" y="392811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Flowchart: Alternate Process 46">
                  <a:extLst>
                    <a:ext uri="{FF2B5EF4-FFF2-40B4-BE49-F238E27FC236}">
                      <a16:creationId xmlns:a16="http://schemas.microsoft.com/office/drawing/2014/main" id="{1203A608-A6A5-FE92-E6CB-C0E576B23472}"/>
                    </a:ext>
                  </a:extLst>
                </p:cNvPr>
                <p:cNvSpPr/>
                <p:nvPr/>
              </p:nvSpPr>
              <p:spPr>
                <a:xfrm>
                  <a:off x="4872990" y="41490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Flowchart: Alternate Process 47">
                  <a:extLst>
                    <a:ext uri="{FF2B5EF4-FFF2-40B4-BE49-F238E27FC236}">
                      <a16:creationId xmlns:a16="http://schemas.microsoft.com/office/drawing/2014/main" id="{E89C047A-40D1-604A-A31C-F681FC834C9E}"/>
                    </a:ext>
                  </a:extLst>
                </p:cNvPr>
                <p:cNvSpPr/>
                <p:nvPr/>
              </p:nvSpPr>
              <p:spPr>
                <a:xfrm>
                  <a:off x="4872990" y="43700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Flowchart: Alternate Process 48">
                  <a:extLst>
                    <a:ext uri="{FF2B5EF4-FFF2-40B4-BE49-F238E27FC236}">
                      <a16:creationId xmlns:a16="http://schemas.microsoft.com/office/drawing/2014/main" id="{7C776139-61A4-A963-5537-B16AF96E3074}"/>
                    </a:ext>
                  </a:extLst>
                </p:cNvPr>
                <p:cNvSpPr/>
                <p:nvPr/>
              </p:nvSpPr>
              <p:spPr>
                <a:xfrm>
                  <a:off x="4872990" y="45910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Flowchart: Alternate Process 49">
                  <a:extLst>
                    <a:ext uri="{FF2B5EF4-FFF2-40B4-BE49-F238E27FC236}">
                      <a16:creationId xmlns:a16="http://schemas.microsoft.com/office/drawing/2014/main" id="{3E4A7788-078A-2956-3942-F28A02934C1A}"/>
                    </a:ext>
                  </a:extLst>
                </p:cNvPr>
                <p:cNvSpPr/>
                <p:nvPr/>
              </p:nvSpPr>
              <p:spPr>
                <a:xfrm>
                  <a:off x="4872990" y="26936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1" name="Flowchart: Alternate Process 50">
                  <a:extLst>
                    <a:ext uri="{FF2B5EF4-FFF2-40B4-BE49-F238E27FC236}">
                      <a16:creationId xmlns:a16="http://schemas.microsoft.com/office/drawing/2014/main" id="{FDF3A971-92E7-6075-4BA7-4039D2088C12}"/>
                    </a:ext>
                  </a:extLst>
                </p:cNvPr>
                <p:cNvSpPr/>
                <p:nvPr/>
              </p:nvSpPr>
              <p:spPr>
                <a:xfrm>
                  <a:off x="4872990" y="481203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Flowchart: Alternate Process 51">
                  <a:extLst>
                    <a:ext uri="{FF2B5EF4-FFF2-40B4-BE49-F238E27FC236}">
                      <a16:creationId xmlns:a16="http://schemas.microsoft.com/office/drawing/2014/main" id="{89B89258-E67F-58C2-56CB-C82E8C94D5F4}"/>
                    </a:ext>
                  </a:extLst>
                </p:cNvPr>
                <p:cNvSpPr/>
                <p:nvPr/>
              </p:nvSpPr>
              <p:spPr>
                <a:xfrm>
                  <a:off x="4872990" y="24726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" name="Cube 52">
                  <a:extLst>
                    <a:ext uri="{FF2B5EF4-FFF2-40B4-BE49-F238E27FC236}">
                      <a16:creationId xmlns:a16="http://schemas.microsoft.com/office/drawing/2014/main" id="{D0AB8D41-46A3-7DF5-D379-91E6DB08F129}"/>
                    </a:ext>
                  </a:extLst>
                </p:cNvPr>
                <p:cNvSpPr/>
                <p:nvPr/>
              </p:nvSpPr>
              <p:spPr>
                <a:xfrm>
                  <a:off x="5288280" y="3108960"/>
                  <a:ext cx="270510" cy="782955"/>
                </a:xfrm>
                <a:prstGeom prst="cube">
                  <a:avLst>
                    <a:gd name="adj" fmla="val 16549"/>
                  </a:avLst>
                </a:prstGeom>
                <a:gradFill flip="none" rotWithShape="1"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027A613E-4A00-8773-0698-9969EAA062CE}"/>
                    </a:ext>
                  </a:extLst>
                </p:cNvPr>
                <p:cNvSpPr/>
                <p:nvPr/>
              </p:nvSpPr>
              <p:spPr>
                <a:xfrm>
                  <a:off x="4987290" y="3188970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D54F6AFD-A39A-026A-9C40-4FF09A635593}"/>
                    </a:ext>
                  </a:extLst>
                </p:cNvPr>
                <p:cNvSpPr/>
                <p:nvPr/>
              </p:nvSpPr>
              <p:spPr>
                <a:xfrm>
                  <a:off x="4987290" y="3526155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Cylinder 55">
                  <a:extLst>
                    <a:ext uri="{FF2B5EF4-FFF2-40B4-BE49-F238E27FC236}">
                      <a16:creationId xmlns:a16="http://schemas.microsoft.com/office/drawing/2014/main" id="{7AF7E0F2-FCB8-E78D-CB74-CA7612C930AA}"/>
                    </a:ext>
                  </a:extLst>
                </p:cNvPr>
                <p:cNvSpPr/>
                <p:nvPr/>
              </p:nvSpPr>
              <p:spPr>
                <a:xfrm>
                  <a:off x="4824412" y="1506855"/>
                  <a:ext cx="927735" cy="310515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accent3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accent3">
                        <a:lumMod val="50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C48F8C8D-6EE2-E72A-7E9C-19CF417697DB}"/>
                    </a:ext>
                  </a:extLst>
                </p:cNvPr>
                <p:cNvSpPr/>
                <p:nvPr/>
              </p:nvSpPr>
              <p:spPr>
                <a:xfrm>
                  <a:off x="5076822" y="1945005"/>
                  <a:ext cx="422911" cy="384810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ECD8BC0A-5351-12AD-63B0-E853B424FEAB}"/>
                    </a:ext>
                  </a:extLst>
                </p:cNvPr>
                <p:cNvSpPr/>
                <p:nvPr/>
              </p:nvSpPr>
              <p:spPr>
                <a:xfrm>
                  <a:off x="5153023" y="2011680"/>
                  <a:ext cx="270511" cy="259080"/>
                </a:xfrm>
                <a:prstGeom prst="ellipse">
                  <a:avLst/>
                </a:prstGeom>
                <a:solidFill>
                  <a:srgbClr val="FE1E1E"/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1" name="Flowchart: Delay 30">
                <a:extLst>
                  <a:ext uri="{FF2B5EF4-FFF2-40B4-BE49-F238E27FC236}">
                    <a16:creationId xmlns:a16="http://schemas.microsoft.com/office/drawing/2014/main" id="{0552CE5F-A2E7-54F4-B1BE-5277A696E4CA}"/>
                  </a:ext>
                </a:extLst>
              </p:cNvPr>
              <p:cNvSpPr/>
              <p:nvPr/>
            </p:nvSpPr>
            <p:spPr>
              <a:xfrm rot="19516687">
                <a:off x="3767147" y="1876927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F0">
                      <a:tint val="66000"/>
                      <a:satMod val="160000"/>
                    </a:srgbClr>
                  </a:gs>
                  <a:gs pos="50000">
                    <a:srgbClr val="00B0F0">
                      <a:tint val="44500"/>
                      <a:satMod val="160000"/>
                    </a:srgbClr>
                  </a:gs>
                  <a:gs pos="100000">
                    <a:srgbClr val="00B0F0">
                      <a:tint val="23500"/>
                      <a:satMod val="160000"/>
                    </a:srgbClr>
                  </a:gs>
                </a:gsLst>
                <a:lin ang="189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9" name="Cloud 58">
              <a:extLst>
                <a:ext uri="{FF2B5EF4-FFF2-40B4-BE49-F238E27FC236}">
                  <a16:creationId xmlns:a16="http://schemas.microsoft.com/office/drawing/2014/main" id="{2E9EBB92-B733-A0BE-723B-4B6B5CCA42AC}"/>
                </a:ext>
              </a:extLst>
            </p:cNvPr>
            <p:cNvSpPr/>
            <p:nvPr/>
          </p:nvSpPr>
          <p:spPr>
            <a:xfrm>
              <a:off x="621049" y="3307991"/>
              <a:ext cx="3238500" cy="488840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Cloud 64">
              <a:extLst>
                <a:ext uri="{FF2B5EF4-FFF2-40B4-BE49-F238E27FC236}">
                  <a16:creationId xmlns:a16="http://schemas.microsoft.com/office/drawing/2014/main" id="{D21B611F-297F-A4C6-CC2E-2990A4A3678E}"/>
                </a:ext>
              </a:extLst>
            </p:cNvPr>
            <p:cNvSpPr/>
            <p:nvPr/>
          </p:nvSpPr>
          <p:spPr>
            <a:xfrm>
              <a:off x="2063599" y="2980604"/>
              <a:ext cx="3238500" cy="239219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Cloud 65">
              <a:extLst>
                <a:ext uri="{FF2B5EF4-FFF2-40B4-BE49-F238E27FC236}">
                  <a16:creationId xmlns:a16="http://schemas.microsoft.com/office/drawing/2014/main" id="{9E85C436-F2A5-6766-1283-A9ABE6367B00}"/>
                </a:ext>
              </a:extLst>
            </p:cNvPr>
            <p:cNvSpPr/>
            <p:nvPr/>
          </p:nvSpPr>
          <p:spPr>
            <a:xfrm>
              <a:off x="4122240" y="3411322"/>
              <a:ext cx="1815717" cy="282179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Cloud 68">
              <a:extLst>
                <a:ext uri="{FF2B5EF4-FFF2-40B4-BE49-F238E27FC236}">
                  <a16:creationId xmlns:a16="http://schemas.microsoft.com/office/drawing/2014/main" id="{DE695C0E-5EA9-B555-0AC5-307F9A3991EA}"/>
                </a:ext>
              </a:extLst>
            </p:cNvPr>
            <p:cNvSpPr/>
            <p:nvPr/>
          </p:nvSpPr>
          <p:spPr>
            <a:xfrm>
              <a:off x="4913797" y="3860385"/>
              <a:ext cx="782279" cy="369332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214491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0"/>
                <a:lumOff val="10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C5100-AAF2-3774-C7ED-B78DC7F6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94B2E42-8A0D-038D-CD78-A172FF82AF70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Advanced Turret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A873C9E-73EB-0748-4BD5-5D68A55B7FC4}"/>
              </a:ext>
            </a:extLst>
          </p:cNvPr>
          <p:cNvGrpSpPr/>
          <p:nvPr/>
        </p:nvGrpSpPr>
        <p:grpSpPr>
          <a:xfrm>
            <a:off x="2438400" y="541953"/>
            <a:ext cx="8656317" cy="5590242"/>
            <a:chOff x="1943100" y="557193"/>
            <a:chExt cx="8656317" cy="559024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2CDB71-8AC1-E28B-05CB-CEE06489C276}"/>
                </a:ext>
              </a:extLst>
            </p:cNvPr>
            <p:cNvSpPr/>
            <p:nvPr/>
          </p:nvSpPr>
          <p:spPr>
            <a:xfrm>
              <a:off x="3657600" y="3244215"/>
              <a:ext cx="2148840" cy="1844040"/>
            </a:xfrm>
            <a:prstGeom prst="rect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1B6B00-F584-7B2C-E24F-2862084B2D93}"/>
                </a:ext>
              </a:extLst>
            </p:cNvPr>
            <p:cNvSpPr/>
            <p:nvPr/>
          </p:nvSpPr>
          <p:spPr>
            <a:xfrm>
              <a:off x="4069080" y="3244215"/>
              <a:ext cx="1325880" cy="184404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33000">
                  <a:srgbClr val="424242"/>
                </a:gs>
                <a:gs pos="67000">
                  <a:schemeClr val="accent3">
                    <a:lumMod val="75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89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Top Corners One Rounded and One Snipped 11">
              <a:extLst>
                <a:ext uri="{FF2B5EF4-FFF2-40B4-BE49-F238E27FC236}">
                  <a16:creationId xmlns:a16="http://schemas.microsoft.com/office/drawing/2014/main" id="{6717BB98-7700-41CE-E4DD-B62510A88760}"/>
                </a:ext>
              </a:extLst>
            </p:cNvPr>
            <p:cNvSpPr/>
            <p:nvPr/>
          </p:nvSpPr>
          <p:spPr>
            <a:xfrm>
              <a:off x="2179320" y="793413"/>
              <a:ext cx="4846320" cy="2742267"/>
            </a:xfrm>
            <a:prstGeom prst="snipRoundRect">
              <a:avLst>
                <a:gd name="adj1" fmla="val 16667"/>
                <a:gd name="adj2" fmla="val 50000"/>
              </a:avLst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848194E-9482-E546-6BB4-BC5105243007}"/>
                </a:ext>
              </a:extLst>
            </p:cNvPr>
            <p:cNvSpPr/>
            <p:nvPr/>
          </p:nvSpPr>
          <p:spPr>
            <a:xfrm>
              <a:off x="3299460" y="3535680"/>
              <a:ext cx="3078480" cy="194310"/>
            </a:xfrm>
            <a:prstGeom prst="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Top Corners One Rounded and One Snipped 13">
              <a:extLst>
                <a:ext uri="{FF2B5EF4-FFF2-40B4-BE49-F238E27FC236}">
                  <a16:creationId xmlns:a16="http://schemas.microsoft.com/office/drawing/2014/main" id="{5D7B9C4F-E8A2-8651-1970-AEDA78304999}"/>
                </a:ext>
              </a:extLst>
            </p:cNvPr>
            <p:cNvSpPr/>
            <p:nvPr/>
          </p:nvSpPr>
          <p:spPr>
            <a:xfrm>
              <a:off x="2480309" y="1055351"/>
              <a:ext cx="4069079" cy="2251720"/>
            </a:xfrm>
            <a:prstGeom prst="snipRoundRect">
              <a:avLst>
                <a:gd name="adj1" fmla="val 16667"/>
                <a:gd name="adj2" fmla="val 50000"/>
              </a:avLst>
            </a:prstGeom>
            <a:gradFill flip="none" rotWithShape="1"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3B3A60D-6836-3A3B-E754-21090E8A36A4}"/>
                </a:ext>
              </a:extLst>
            </p:cNvPr>
            <p:cNvGrpSpPr/>
            <p:nvPr/>
          </p:nvGrpSpPr>
          <p:grpSpPr>
            <a:xfrm>
              <a:off x="2979419" y="2214562"/>
              <a:ext cx="1847850" cy="822960"/>
              <a:chOff x="3246120" y="2306955"/>
              <a:chExt cx="1847850" cy="8229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3F1DA7E-13DE-2542-0296-3295F31FA787}"/>
                  </a:ext>
                </a:extLst>
              </p:cNvPr>
              <p:cNvSpPr/>
              <p:nvPr/>
            </p:nvSpPr>
            <p:spPr>
              <a:xfrm>
                <a:off x="3299460" y="2364105"/>
                <a:ext cx="1794510" cy="708660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Half Frame 15">
                <a:extLst>
                  <a:ext uri="{FF2B5EF4-FFF2-40B4-BE49-F238E27FC236}">
                    <a16:creationId xmlns:a16="http://schemas.microsoft.com/office/drawing/2014/main" id="{161DA1A0-E21A-B5C5-E187-5F876B32EE40}"/>
                  </a:ext>
                </a:extLst>
              </p:cNvPr>
              <p:cNvSpPr/>
              <p:nvPr/>
            </p:nvSpPr>
            <p:spPr>
              <a:xfrm>
                <a:off x="3246120" y="230695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Half Frame 16">
                <a:extLst>
                  <a:ext uri="{FF2B5EF4-FFF2-40B4-BE49-F238E27FC236}">
                    <a16:creationId xmlns:a16="http://schemas.microsoft.com/office/drawing/2014/main" id="{BEC5DCEF-5C9E-B0C1-9B2E-6989CA99D82B}"/>
                  </a:ext>
                </a:extLst>
              </p:cNvPr>
              <p:cNvSpPr/>
              <p:nvPr/>
            </p:nvSpPr>
            <p:spPr>
              <a:xfrm rot="16200000">
                <a:off x="3246120" y="270319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A7F212A-A7C3-D936-B46E-AB745E4EFFF1}"/>
                </a:ext>
              </a:extLst>
            </p:cNvPr>
            <p:cNvGrpSpPr/>
            <p:nvPr/>
          </p:nvGrpSpPr>
          <p:grpSpPr>
            <a:xfrm>
              <a:off x="6722745" y="2726054"/>
              <a:ext cx="3876672" cy="652464"/>
              <a:chOff x="6722745" y="2726054"/>
              <a:chExt cx="3876672" cy="652464"/>
            </a:xfrm>
          </p:grpSpPr>
          <p:sp>
            <p:nvSpPr>
              <p:cNvPr id="8" name="Cylinder 7">
                <a:extLst>
                  <a:ext uri="{FF2B5EF4-FFF2-40B4-BE49-F238E27FC236}">
                    <a16:creationId xmlns:a16="http://schemas.microsoft.com/office/drawing/2014/main" id="{F80005FC-F43A-251B-2588-97E524AB3485}"/>
                  </a:ext>
                </a:extLst>
              </p:cNvPr>
              <p:cNvSpPr/>
              <p:nvPr/>
            </p:nvSpPr>
            <p:spPr>
              <a:xfrm rot="5400000">
                <a:off x="8470579" y="1105852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Cylinder 17">
                <a:extLst>
                  <a:ext uri="{FF2B5EF4-FFF2-40B4-BE49-F238E27FC236}">
                    <a16:creationId xmlns:a16="http://schemas.microsoft.com/office/drawing/2014/main" id="{3643FE7F-98B6-7C69-323C-8BCC560AF8CA}"/>
                  </a:ext>
                </a:extLst>
              </p:cNvPr>
              <p:cNvSpPr/>
              <p:nvPr/>
            </p:nvSpPr>
            <p:spPr>
              <a:xfrm rot="5400000">
                <a:off x="8342947" y="1249681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1DE25037-A4AE-180B-5ECD-F33A64919498}"/>
                </a:ext>
              </a:extLst>
            </p:cNvPr>
            <p:cNvSpPr/>
            <p:nvPr/>
          </p:nvSpPr>
          <p:spPr>
            <a:xfrm>
              <a:off x="3291840" y="5095875"/>
              <a:ext cx="2880360" cy="436245"/>
            </a:xfrm>
            <a:prstGeom prst="trapezoid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apezoid 19">
              <a:extLst>
                <a:ext uri="{FF2B5EF4-FFF2-40B4-BE49-F238E27FC236}">
                  <a16:creationId xmlns:a16="http://schemas.microsoft.com/office/drawing/2014/main" id="{4678605D-5A06-B078-9A88-CDD520552B64}"/>
                </a:ext>
              </a:extLst>
            </p:cNvPr>
            <p:cNvSpPr/>
            <p:nvPr/>
          </p:nvSpPr>
          <p:spPr>
            <a:xfrm>
              <a:off x="2324100" y="5332095"/>
              <a:ext cx="4701540" cy="815340"/>
            </a:xfrm>
            <a:prstGeom prst="trapezoid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C3822EB-326F-079D-6FF9-EA89553ADA73}"/>
                </a:ext>
              </a:extLst>
            </p:cNvPr>
            <p:cNvCxnSpPr/>
            <p:nvPr/>
          </p:nvCxnSpPr>
          <p:spPr>
            <a:xfrm>
              <a:off x="4225290" y="4008120"/>
              <a:ext cx="1013460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E6F996-EFFE-BF91-0606-AC4E681CA2F0}"/>
                </a:ext>
              </a:extLst>
            </p:cNvPr>
            <p:cNvCxnSpPr>
              <a:cxnSpLocks/>
            </p:cNvCxnSpPr>
            <p:nvPr/>
          </p:nvCxnSpPr>
          <p:spPr>
            <a:xfrm>
              <a:off x="4732020" y="5347335"/>
              <a:ext cx="0" cy="79248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919B6A0-E6D8-E16E-E6A5-34C0E23F9AAC}"/>
                </a:ext>
              </a:extLst>
            </p:cNvPr>
            <p:cNvGrpSpPr/>
            <p:nvPr/>
          </p:nvGrpSpPr>
          <p:grpSpPr>
            <a:xfrm>
              <a:off x="2979419" y="1299686"/>
              <a:ext cx="1847850" cy="822960"/>
              <a:chOff x="3246120" y="2306955"/>
              <a:chExt cx="1847850" cy="8229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8170EED-73EC-5BA4-8CEE-0B1A82B2A8A6}"/>
                  </a:ext>
                </a:extLst>
              </p:cNvPr>
              <p:cNvSpPr/>
              <p:nvPr/>
            </p:nvSpPr>
            <p:spPr>
              <a:xfrm>
                <a:off x="3299460" y="2364105"/>
                <a:ext cx="1794510" cy="708660"/>
              </a:xfrm>
              <a:prstGeom prst="rect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Half Frame 23">
                <a:extLst>
                  <a:ext uri="{FF2B5EF4-FFF2-40B4-BE49-F238E27FC236}">
                    <a16:creationId xmlns:a16="http://schemas.microsoft.com/office/drawing/2014/main" id="{E3D065E2-0FBF-7821-63F4-CAF341E32A29}"/>
                  </a:ext>
                </a:extLst>
              </p:cNvPr>
              <p:cNvSpPr/>
              <p:nvPr/>
            </p:nvSpPr>
            <p:spPr>
              <a:xfrm>
                <a:off x="3246120" y="230695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Half Frame 24">
                <a:extLst>
                  <a:ext uri="{FF2B5EF4-FFF2-40B4-BE49-F238E27FC236}">
                    <a16:creationId xmlns:a16="http://schemas.microsoft.com/office/drawing/2014/main" id="{7F4F83CF-D00F-02BF-2219-270C70B1ECD2}"/>
                  </a:ext>
                </a:extLst>
              </p:cNvPr>
              <p:cNvSpPr/>
              <p:nvPr/>
            </p:nvSpPr>
            <p:spPr>
              <a:xfrm rot="16200000">
                <a:off x="3246120" y="2703195"/>
                <a:ext cx="426720" cy="426720"/>
              </a:xfrm>
              <a:prstGeom prst="halfFrame">
                <a:avLst/>
              </a:prstGeom>
              <a:gradFill>
                <a:gsLst>
                  <a:gs pos="0">
                    <a:schemeClr val="accent3">
                      <a:lumMod val="50000"/>
                      <a:shade val="30000"/>
                      <a:satMod val="115000"/>
                    </a:schemeClr>
                  </a:gs>
                  <a:gs pos="50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7FF19A3-D797-0627-A87B-940713AF3F38}"/>
                </a:ext>
              </a:extLst>
            </p:cNvPr>
            <p:cNvGrpSpPr/>
            <p:nvPr/>
          </p:nvGrpSpPr>
          <p:grpSpPr>
            <a:xfrm>
              <a:off x="6722744" y="2145505"/>
              <a:ext cx="3876672" cy="652464"/>
              <a:chOff x="6722745" y="2726054"/>
              <a:chExt cx="3876672" cy="652464"/>
            </a:xfrm>
          </p:grpSpPr>
          <p:sp>
            <p:nvSpPr>
              <p:cNvPr id="30" name="Cylinder 29">
                <a:extLst>
                  <a:ext uri="{FF2B5EF4-FFF2-40B4-BE49-F238E27FC236}">
                    <a16:creationId xmlns:a16="http://schemas.microsoft.com/office/drawing/2014/main" id="{3693817D-55C5-52D4-9311-4AC1255F8823}"/>
                  </a:ext>
                </a:extLst>
              </p:cNvPr>
              <p:cNvSpPr/>
              <p:nvPr/>
            </p:nvSpPr>
            <p:spPr>
              <a:xfrm rot="5400000">
                <a:off x="8470579" y="1105852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Cylinder 34">
                <a:extLst>
                  <a:ext uri="{FF2B5EF4-FFF2-40B4-BE49-F238E27FC236}">
                    <a16:creationId xmlns:a16="http://schemas.microsoft.com/office/drawing/2014/main" id="{F19CC8D2-6DC4-555E-E83D-9F18B326EB74}"/>
                  </a:ext>
                </a:extLst>
              </p:cNvPr>
              <p:cNvSpPr/>
              <p:nvPr/>
            </p:nvSpPr>
            <p:spPr>
              <a:xfrm rot="5400000">
                <a:off x="8342947" y="1249681"/>
                <a:ext cx="508635" cy="3749040"/>
              </a:xfrm>
              <a:prstGeom prst="can">
                <a:avLst/>
              </a:prstGeom>
              <a:gradFill>
                <a:gsLst>
                  <a:gs pos="59000">
                    <a:srgbClr val="383838"/>
                  </a:gs>
                  <a:gs pos="0">
                    <a:schemeClr val="tx1">
                      <a:lumMod val="95000"/>
                      <a:lumOff val="5000"/>
                    </a:schemeClr>
                  </a:gs>
                  <a:gs pos="79000">
                    <a:schemeClr val="accent3">
                      <a:lumMod val="50000"/>
                      <a:shade val="67500"/>
                      <a:satMod val="115000"/>
                    </a:schemeClr>
                  </a:gs>
                  <a:gs pos="100000">
                    <a:schemeClr val="accent3">
                      <a:lumMod val="50000"/>
                      <a:shade val="100000"/>
                      <a:satMod val="115000"/>
                    </a:schemeClr>
                  </a:gs>
                </a:gsLst>
                <a:lin ang="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87EE9531-FFF4-F2FE-F30A-C40BA685EC4A}"/>
                </a:ext>
              </a:extLst>
            </p:cNvPr>
            <p:cNvSpPr/>
            <p:nvPr/>
          </p:nvSpPr>
          <p:spPr>
            <a:xfrm>
              <a:off x="2887979" y="557193"/>
              <a:ext cx="2506981" cy="236220"/>
            </a:xfrm>
            <a:prstGeom prst="trapezoid">
              <a:avLst/>
            </a:prstGeom>
            <a:gradFill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rapezoid 37">
              <a:extLst>
                <a:ext uri="{FF2B5EF4-FFF2-40B4-BE49-F238E27FC236}">
                  <a16:creationId xmlns:a16="http://schemas.microsoft.com/office/drawing/2014/main" id="{8DD5BED0-6E40-A6CC-E1B7-F7E6969D473E}"/>
                </a:ext>
              </a:extLst>
            </p:cNvPr>
            <p:cNvSpPr/>
            <p:nvPr/>
          </p:nvSpPr>
          <p:spPr>
            <a:xfrm rot="16200000">
              <a:off x="1148715" y="2468404"/>
              <a:ext cx="1844040" cy="236220"/>
            </a:xfrm>
            <a:prstGeom prst="trapezoid">
              <a:avLst/>
            </a:prstGeom>
            <a:gradFill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rapezoid 38">
              <a:extLst>
                <a:ext uri="{FF2B5EF4-FFF2-40B4-BE49-F238E27FC236}">
                  <a16:creationId xmlns:a16="http://schemas.microsoft.com/office/drawing/2014/main" id="{653FF291-B73E-D668-8521-652BFB7309BF}"/>
                </a:ext>
              </a:extLst>
            </p:cNvPr>
            <p:cNvSpPr/>
            <p:nvPr/>
          </p:nvSpPr>
          <p:spPr>
            <a:xfrm rot="16200000">
              <a:off x="1862376" y="1298019"/>
              <a:ext cx="397668" cy="236220"/>
            </a:xfrm>
            <a:prstGeom prst="trapezoid">
              <a:avLst/>
            </a:prstGeom>
            <a:gradFill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: Top Corners Snipped 39">
              <a:extLst>
                <a:ext uri="{FF2B5EF4-FFF2-40B4-BE49-F238E27FC236}">
                  <a16:creationId xmlns:a16="http://schemas.microsoft.com/office/drawing/2014/main" id="{C464B213-92D7-3890-8E06-4CF790E254A9}"/>
                </a:ext>
              </a:extLst>
            </p:cNvPr>
            <p:cNvSpPr/>
            <p:nvPr/>
          </p:nvSpPr>
          <p:spPr>
            <a:xfrm>
              <a:off x="2670811" y="5489262"/>
              <a:ext cx="1775459" cy="501005"/>
            </a:xfrm>
            <a:prstGeom prst="snip2SameRect">
              <a:avLst>
                <a:gd name="adj1" fmla="val 27314"/>
                <a:gd name="adj2" fmla="val 50000"/>
              </a:avLst>
            </a:prstGeom>
            <a:gradFill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: Top Corners Snipped 40">
              <a:extLst>
                <a:ext uri="{FF2B5EF4-FFF2-40B4-BE49-F238E27FC236}">
                  <a16:creationId xmlns:a16="http://schemas.microsoft.com/office/drawing/2014/main" id="{26E2F1AB-A500-2F5B-424D-93B180B64C74}"/>
                </a:ext>
              </a:extLst>
            </p:cNvPr>
            <p:cNvSpPr/>
            <p:nvPr/>
          </p:nvSpPr>
          <p:spPr>
            <a:xfrm>
              <a:off x="4991101" y="5489262"/>
              <a:ext cx="1775459" cy="501005"/>
            </a:xfrm>
            <a:prstGeom prst="snip2SameRect">
              <a:avLst>
                <a:gd name="adj1" fmla="val 27314"/>
                <a:gd name="adj2" fmla="val 50000"/>
              </a:avLst>
            </a:prstGeom>
            <a:gradFill>
              <a:gsLst>
                <a:gs pos="58000">
                  <a:srgbClr val="401C5C"/>
                </a:gs>
                <a:gs pos="0">
                  <a:srgbClr val="100717"/>
                </a:gs>
                <a:gs pos="88000">
                  <a:srgbClr val="7030A0"/>
                </a:gs>
                <a:gs pos="100000">
                  <a:srgbClr val="9954CC"/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10546F-1680-514B-97C6-A50321B34941}"/>
                </a:ext>
              </a:extLst>
            </p:cNvPr>
            <p:cNvCxnSpPr/>
            <p:nvPr/>
          </p:nvCxnSpPr>
          <p:spPr>
            <a:xfrm>
              <a:off x="4225290" y="4259580"/>
              <a:ext cx="1013460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3252CBC-4039-BE1F-3633-F6B10A1B99CC}"/>
                </a:ext>
              </a:extLst>
            </p:cNvPr>
            <p:cNvCxnSpPr/>
            <p:nvPr/>
          </p:nvCxnSpPr>
          <p:spPr>
            <a:xfrm>
              <a:off x="4225290" y="4518660"/>
              <a:ext cx="1013460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A8DF056-6CA6-37A1-188C-F8FE93D0F83F}"/>
                </a:ext>
              </a:extLst>
            </p:cNvPr>
            <p:cNvCxnSpPr/>
            <p:nvPr/>
          </p:nvCxnSpPr>
          <p:spPr>
            <a:xfrm>
              <a:off x="4225290" y="4762500"/>
              <a:ext cx="1013460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A9DD4E89-C33B-1F77-7559-B4AA05DB8C75}"/>
                </a:ext>
              </a:extLst>
            </p:cNvPr>
            <p:cNvCxnSpPr>
              <a:cxnSpLocks/>
            </p:cNvCxnSpPr>
            <p:nvPr/>
          </p:nvCxnSpPr>
          <p:spPr>
            <a:xfrm>
              <a:off x="5128256" y="1885950"/>
              <a:ext cx="872490" cy="73440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ight Triangle 59">
              <a:extLst>
                <a:ext uri="{FF2B5EF4-FFF2-40B4-BE49-F238E27FC236}">
                  <a16:creationId xmlns:a16="http://schemas.microsoft.com/office/drawing/2014/main" id="{E9B04E18-17BB-0268-85BC-59AF7E38A399}"/>
                </a:ext>
              </a:extLst>
            </p:cNvPr>
            <p:cNvSpPr/>
            <p:nvPr/>
          </p:nvSpPr>
          <p:spPr>
            <a:xfrm>
              <a:off x="5118732" y="2288857"/>
              <a:ext cx="868680" cy="719138"/>
            </a:xfrm>
            <a:prstGeom prst="rtTriangle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BFFDB84-A212-633A-6722-B800B333E4E3}"/>
                </a:ext>
              </a:extLst>
            </p:cNvPr>
            <p:cNvCxnSpPr>
              <a:cxnSpLocks/>
            </p:cNvCxnSpPr>
            <p:nvPr/>
          </p:nvCxnSpPr>
          <p:spPr>
            <a:xfrm>
              <a:off x="5181596" y="1397289"/>
              <a:ext cx="872490" cy="73440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70814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E1288C-81B3-A54A-D9FB-B858FF12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DA04B4C-B7F2-46A0-B752-0D35BA908220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Hoverboard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8EE37C3-138C-EDC2-C18B-D9E914F3CC5C}"/>
              </a:ext>
            </a:extLst>
          </p:cNvPr>
          <p:cNvGrpSpPr/>
          <p:nvPr/>
        </p:nvGrpSpPr>
        <p:grpSpPr>
          <a:xfrm>
            <a:off x="1047325" y="2549143"/>
            <a:ext cx="9557182" cy="1759713"/>
            <a:chOff x="833965" y="1981707"/>
            <a:chExt cx="9557182" cy="1759713"/>
          </a:xfrm>
        </p:grpSpPr>
        <p:sp>
          <p:nvSpPr>
            <p:cNvPr id="34" name="Flowchart: Terminator 33">
              <a:extLst>
                <a:ext uri="{FF2B5EF4-FFF2-40B4-BE49-F238E27FC236}">
                  <a16:creationId xmlns:a16="http://schemas.microsoft.com/office/drawing/2014/main" id="{D98C5D0F-90CB-30F0-7F33-005915EE16C3}"/>
                </a:ext>
              </a:extLst>
            </p:cNvPr>
            <p:cNvSpPr/>
            <p:nvPr/>
          </p:nvSpPr>
          <p:spPr>
            <a:xfrm>
              <a:off x="1333500" y="3429000"/>
              <a:ext cx="8648700" cy="312420"/>
            </a:xfrm>
            <a:prstGeom prst="flowChartTerminator">
              <a:avLst/>
            </a:prstGeom>
            <a:solidFill>
              <a:schemeClr val="tx1">
                <a:lumMod val="85000"/>
                <a:lumOff val="1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lowchart: Terminator 35">
              <a:extLst>
                <a:ext uri="{FF2B5EF4-FFF2-40B4-BE49-F238E27FC236}">
                  <a16:creationId xmlns:a16="http://schemas.microsoft.com/office/drawing/2014/main" id="{5F068B91-58EE-D6CF-DEF9-03EC3B9088B6}"/>
                </a:ext>
              </a:extLst>
            </p:cNvPr>
            <p:cNvSpPr/>
            <p:nvPr/>
          </p:nvSpPr>
          <p:spPr>
            <a:xfrm>
              <a:off x="1050607" y="2026920"/>
              <a:ext cx="9214485" cy="861060"/>
            </a:xfrm>
            <a:prstGeom prst="flowChartTerminator">
              <a:avLst/>
            </a:prstGeom>
            <a:gradFill flip="none" rotWithShape="1">
              <a:gsLst>
                <a:gs pos="19000">
                  <a:schemeClr val="accent3">
                    <a:lumMod val="50000"/>
                    <a:shade val="30000"/>
                    <a:satMod val="115000"/>
                  </a:schemeClr>
                </a:gs>
                <a:gs pos="52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189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lowchart: Terminator 45">
              <a:extLst>
                <a:ext uri="{FF2B5EF4-FFF2-40B4-BE49-F238E27FC236}">
                  <a16:creationId xmlns:a16="http://schemas.microsoft.com/office/drawing/2014/main" id="{38E89057-7B12-CD9B-48BE-94889937A0E3}"/>
                </a:ext>
              </a:extLst>
            </p:cNvPr>
            <p:cNvSpPr/>
            <p:nvPr/>
          </p:nvSpPr>
          <p:spPr>
            <a:xfrm>
              <a:off x="2438400" y="2887980"/>
              <a:ext cx="1501140" cy="129540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6">
                    <a:lumMod val="89000"/>
                  </a:schemeClr>
                </a:gs>
                <a:gs pos="0">
                  <a:schemeClr val="bg2">
                    <a:lumMod val="50000"/>
                  </a:schemeClr>
                </a:gs>
                <a:gs pos="45000">
                  <a:schemeClr val="bg2">
                    <a:lumMod val="25000"/>
                  </a:schemeClr>
                </a:gs>
                <a:gs pos="100000">
                  <a:srgbClr val="111B0B"/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lowchart: Terminator 47">
              <a:extLst>
                <a:ext uri="{FF2B5EF4-FFF2-40B4-BE49-F238E27FC236}">
                  <a16:creationId xmlns:a16="http://schemas.microsoft.com/office/drawing/2014/main" id="{ADCDBF3B-AE4A-54A7-63C1-1CFBDD0221A7}"/>
                </a:ext>
              </a:extLst>
            </p:cNvPr>
            <p:cNvSpPr/>
            <p:nvPr/>
          </p:nvSpPr>
          <p:spPr>
            <a:xfrm>
              <a:off x="7444740" y="2887980"/>
              <a:ext cx="1501140" cy="129540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6">
                    <a:lumMod val="89000"/>
                  </a:schemeClr>
                </a:gs>
                <a:gs pos="0">
                  <a:schemeClr val="bg2">
                    <a:lumMod val="50000"/>
                  </a:schemeClr>
                </a:gs>
                <a:gs pos="45000">
                  <a:schemeClr val="bg2">
                    <a:lumMod val="25000"/>
                  </a:schemeClr>
                </a:gs>
                <a:gs pos="100000">
                  <a:srgbClr val="111B0B"/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Data 48">
              <a:extLst>
                <a:ext uri="{FF2B5EF4-FFF2-40B4-BE49-F238E27FC236}">
                  <a16:creationId xmlns:a16="http://schemas.microsoft.com/office/drawing/2014/main" id="{68DB733E-679B-9716-2576-AFC0D124B974}"/>
                </a:ext>
              </a:extLst>
            </p:cNvPr>
            <p:cNvSpPr/>
            <p:nvPr/>
          </p:nvSpPr>
          <p:spPr>
            <a:xfrm>
              <a:off x="6987540" y="2026920"/>
              <a:ext cx="525780" cy="861060"/>
            </a:xfrm>
            <a:prstGeom prst="flowChartInputOutput">
              <a:avLst/>
            </a:prstGeom>
            <a:gradFill flip="none" rotWithShape="1">
              <a:gsLst>
                <a:gs pos="0">
                  <a:schemeClr val="accent5">
                    <a:lumMod val="50000"/>
                    <a:shade val="30000"/>
                    <a:satMod val="115000"/>
                  </a:schemeClr>
                </a:gs>
                <a:gs pos="50000">
                  <a:schemeClr val="accent5">
                    <a:lumMod val="50000"/>
                    <a:shade val="67500"/>
                    <a:satMod val="115000"/>
                  </a:schemeClr>
                </a:gs>
                <a:gs pos="100000">
                  <a:schemeClr val="accent5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lowchart: Data 49">
              <a:extLst>
                <a:ext uri="{FF2B5EF4-FFF2-40B4-BE49-F238E27FC236}">
                  <a16:creationId xmlns:a16="http://schemas.microsoft.com/office/drawing/2014/main" id="{4F5BFCD6-4B82-13BD-8FBA-4B159637BE52}"/>
                </a:ext>
              </a:extLst>
            </p:cNvPr>
            <p:cNvSpPr/>
            <p:nvPr/>
          </p:nvSpPr>
          <p:spPr>
            <a:xfrm>
              <a:off x="3972878" y="2026920"/>
              <a:ext cx="525780" cy="861060"/>
            </a:xfrm>
            <a:prstGeom prst="flowChartInputOutput">
              <a:avLst/>
            </a:prstGeom>
            <a:gradFill flip="none" rotWithShape="1">
              <a:gsLst>
                <a:gs pos="0">
                  <a:schemeClr val="accent5">
                    <a:lumMod val="50000"/>
                    <a:shade val="30000"/>
                    <a:satMod val="115000"/>
                  </a:schemeClr>
                </a:gs>
                <a:gs pos="50000">
                  <a:schemeClr val="accent5">
                    <a:lumMod val="50000"/>
                    <a:shade val="67500"/>
                    <a:satMod val="115000"/>
                  </a:schemeClr>
                </a:gs>
                <a:gs pos="100000">
                  <a:schemeClr val="accent5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lowchart: Connector 52">
              <a:extLst>
                <a:ext uri="{FF2B5EF4-FFF2-40B4-BE49-F238E27FC236}">
                  <a16:creationId xmlns:a16="http://schemas.microsoft.com/office/drawing/2014/main" id="{52054D50-57EA-9121-CF9A-49D348579553}"/>
                </a:ext>
              </a:extLst>
            </p:cNvPr>
            <p:cNvSpPr/>
            <p:nvPr/>
          </p:nvSpPr>
          <p:spPr>
            <a:xfrm>
              <a:off x="1407796" y="2457450"/>
              <a:ext cx="2394584" cy="171450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lowchart: Connector 54">
              <a:extLst>
                <a:ext uri="{FF2B5EF4-FFF2-40B4-BE49-F238E27FC236}">
                  <a16:creationId xmlns:a16="http://schemas.microsoft.com/office/drawing/2014/main" id="{250D1D1D-0671-CF4B-76BF-DAD9F99B4747}"/>
                </a:ext>
              </a:extLst>
            </p:cNvPr>
            <p:cNvSpPr/>
            <p:nvPr/>
          </p:nvSpPr>
          <p:spPr>
            <a:xfrm>
              <a:off x="1483996" y="2196465"/>
              <a:ext cx="2394584" cy="171450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364641DB-96C4-F801-349B-4DDB77455317}"/>
                </a:ext>
              </a:extLst>
            </p:cNvPr>
            <p:cNvSpPr/>
            <p:nvPr/>
          </p:nvSpPr>
          <p:spPr>
            <a:xfrm>
              <a:off x="7587616" y="2196465"/>
              <a:ext cx="2394584" cy="171450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lowchart: Connector 56">
              <a:extLst>
                <a:ext uri="{FF2B5EF4-FFF2-40B4-BE49-F238E27FC236}">
                  <a16:creationId xmlns:a16="http://schemas.microsoft.com/office/drawing/2014/main" id="{84C5CEB1-96AB-9AA3-FE7A-94B6F9D3C4C6}"/>
                </a:ext>
              </a:extLst>
            </p:cNvPr>
            <p:cNvSpPr/>
            <p:nvPr/>
          </p:nvSpPr>
          <p:spPr>
            <a:xfrm>
              <a:off x="7513320" y="2456497"/>
              <a:ext cx="2394584" cy="171450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9B3B13CE-B5E4-062E-6A5E-F26DA46DEADF}"/>
                </a:ext>
              </a:extLst>
            </p:cNvPr>
            <p:cNvGrpSpPr/>
            <p:nvPr/>
          </p:nvGrpSpPr>
          <p:grpSpPr>
            <a:xfrm>
              <a:off x="833965" y="2002502"/>
              <a:ext cx="1571321" cy="1241553"/>
              <a:chOff x="833965" y="2002502"/>
              <a:chExt cx="1571321" cy="1241553"/>
            </a:xfrm>
          </p:grpSpPr>
          <p:sp>
            <p:nvSpPr>
              <p:cNvPr id="59" name="Arc 58">
                <a:extLst>
                  <a:ext uri="{FF2B5EF4-FFF2-40B4-BE49-F238E27FC236}">
                    <a16:creationId xmlns:a16="http://schemas.microsoft.com/office/drawing/2014/main" id="{9AC8DC17-672F-F4A5-1CAA-273630C7DCB9}"/>
                  </a:ext>
                </a:extLst>
              </p:cNvPr>
              <p:cNvSpPr/>
              <p:nvPr/>
            </p:nvSpPr>
            <p:spPr>
              <a:xfrm rot="10578807">
                <a:off x="869137" y="2002502"/>
                <a:ext cx="1536149" cy="1079439"/>
              </a:xfrm>
              <a:prstGeom prst="arc">
                <a:avLst>
                  <a:gd name="adj1" fmla="val 16200000"/>
                  <a:gd name="adj2" fmla="val 21095515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Arc 60">
                <a:extLst>
                  <a:ext uri="{FF2B5EF4-FFF2-40B4-BE49-F238E27FC236}">
                    <a16:creationId xmlns:a16="http://schemas.microsoft.com/office/drawing/2014/main" id="{3723117A-FD20-EAED-BBF6-71E49F8F4416}"/>
                  </a:ext>
                </a:extLst>
              </p:cNvPr>
              <p:cNvSpPr/>
              <p:nvPr/>
            </p:nvSpPr>
            <p:spPr>
              <a:xfrm rot="9346928">
                <a:off x="833965" y="2097665"/>
                <a:ext cx="1147661" cy="1146390"/>
              </a:xfrm>
              <a:prstGeom prst="arc">
                <a:avLst>
                  <a:gd name="adj1" fmla="val 17598799"/>
                  <a:gd name="adj2" fmla="val 21095515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1786BD8F-0532-5BB0-C85F-2CDB7E39D5A4}"/>
                </a:ext>
              </a:extLst>
            </p:cNvPr>
            <p:cNvGrpSpPr/>
            <p:nvPr/>
          </p:nvGrpSpPr>
          <p:grpSpPr>
            <a:xfrm flipH="1">
              <a:off x="8819826" y="1981707"/>
              <a:ext cx="1571321" cy="1241553"/>
              <a:chOff x="833965" y="2002502"/>
              <a:chExt cx="1571321" cy="1241553"/>
            </a:xfrm>
          </p:grpSpPr>
          <p:sp>
            <p:nvSpPr>
              <p:cNvPr id="68" name="Arc 67">
                <a:extLst>
                  <a:ext uri="{FF2B5EF4-FFF2-40B4-BE49-F238E27FC236}">
                    <a16:creationId xmlns:a16="http://schemas.microsoft.com/office/drawing/2014/main" id="{607FEB4A-0D5E-E949-E98C-067B2A3C618C}"/>
                  </a:ext>
                </a:extLst>
              </p:cNvPr>
              <p:cNvSpPr/>
              <p:nvPr/>
            </p:nvSpPr>
            <p:spPr>
              <a:xfrm rot="10578807">
                <a:off x="869137" y="2002502"/>
                <a:ext cx="1536149" cy="1079439"/>
              </a:xfrm>
              <a:prstGeom prst="arc">
                <a:avLst>
                  <a:gd name="adj1" fmla="val 16200000"/>
                  <a:gd name="adj2" fmla="val 21095515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Arc 68">
                <a:extLst>
                  <a:ext uri="{FF2B5EF4-FFF2-40B4-BE49-F238E27FC236}">
                    <a16:creationId xmlns:a16="http://schemas.microsoft.com/office/drawing/2014/main" id="{8BECA7A9-00DF-65EC-DAAF-8875F68FCC08}"/>
                  </a:ext>
                </a:extLst>
              </p:cNvPr>
              <p:cNvSpPr/>
              <p:nvPr/>
            </p:nvSpPr>
            <p:spPr>
              <a:xfrm rot="9346928">
                <a:off x="833965" y="2097665"/>
                <a:ext cx="1147661" cy="1146390"/>
              </a:xfrm>
              <a:prstGeom prst="arc">
                <a:avLst>
                  <a:gd name="adj1" fmla="val 17598799"/>
                  <a:gd name="adj2" fmla="val 21095515"/>
                </a:avLst>
              </a:prstGeom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0" name="Flowchart: Connector 69">
              <a:extLst>
                <a:ext uri="{FF2B5EF4-FFF2-40B4-BE49-F238E27FC236}">
                  <a16:creationId xmlns:a16="http://schemas.microsoft.com/office/drawing/2014/main" id="{FFACBFCD-9873-07A9-F0A7-CA754EABFEE6}"/>
                </a:ext>
              </a:extLst>
            </p:cNvPr>
            <p:cNvSpPr/>
            <p:nvPr/>
          </p:nvSpPr>
          <p:spPr>
            <a:xfrm>
              <a:off x="5134742" y="2119312"/>
              <a:ext cx="525780" cy="85725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lowchart: Connector 70">
              <a:extLst>
                <a:ext uri="{FF2B5EF4-FFF2-40B4-BE49-F238E27FC236}">
                  <a16:creationId xmlns:a16="http://schemas.microsoft.com/office/drawing/2014/main" id="{4ED58BCD-DB38-D893-B14F-536879561B71}"/>
                </a:ext>
              </a:extLst>
            </p:cNvPr>
            <p:cNvSpPr/>
            <p:nvPr/>
          </p:nvSpPr>
          <p:spPr>
            <a:xfrm>
              <a:off x="5894998" y="2119311"/>
              <a:ext cx="525780" cy="85725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Flowchart: Connector 71">
              <a:extLst>
                <a:ext uri="{FF2B5EF4-FFF2-40B4-BE49-F238E27FC236}">
                  <a16:creationId xmlns:a16="http://schemas.microsoft.com/office/drawing/2014/main" id="{BB3F5854-E9FB-FD57-A3E6-614AED3B84ED}"/>
                </a:ext>
              </a:extLst>
            </p:cNvPr>
            <p:cNvSpPr/>
            <p:nvPr/>
          </p:nvSpPr>
          <p:spPr>
            <a:xfrm>
              <a:off x="5854015" y="2452844"/>
              <a:ext cx="525780" cy="85725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lowchart: Connector 72">
              <a:extLst>
                <a:ext uri="{FF2B5EF4-FFF2-40B4-BE49-F238E27FC236}">
                  <a16:creationId xmlns:a16="http://schemas.microsoft.com/office/drawing/2014/main" id="{E52885E7-4CD9-B600-0C93-F9A9DC52C16F}"/>
                </a:ext>
              </a:extLst>
            </p:cNvPr>
            <p:cNvSpPr/>
            <p:nvPr/>
          </p:nvSpPr>
          <p:spPr>
            <a:xfrm>
              <a:off x="5106403" y="2452844"/>
              <a:ext cx="525780" cy="85725"/>
            </a:xfrm>
            <a:prstGeom prst="flowChartConnecto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892069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AF6AC-AF2A-F7DF-DFDB-D9EF89894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E7D0166-F48D-1863-6960-2BD7F4D57C6F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Assault Rifle Blaster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522E53A-F4C6-B3CA-2076-DC89F0C84081}"/>
              </a:ext>
            </a:extLst>
          </p:cNvPr>
          <p:cNvGrpSpPr/>
          <p:nvPr/>
        </p:nvGrpSpPr>
        <p:grpSpPr>
          <a:xfrm>
            <a:off x="1664321" y="2171700"/>
            <a:ext cx="8863358" cy="3415974"/>
            <a:chOff x="428622" y="1696832"/>
            <a:chExt cx="11539886" cy="4414717"/>
          </a:xfrm>
        </p:grpSpPr>
        <p:sp>
          <p:nvSpPr>
            <p:cNvPr id="39" name="Rectangle: Top Corners Snipped 38">
              <a:extLst>
                <a:ext uri="{FF2B5EF4-FFF2-40B4-BE49-F238E27FC236}">
                  <a16:creationId xmlns:a16="http://schemas.microsoft.com/office/drawing/2014/main" id="{69460232-3998-D9DC-8C1B-D9D4ABCAFF32}"/>
                </a:ext>
              </a:extLst>
            </p:cNvPr>
            <p:cNvSpPr/>
            <p:nvPr/>
          </p:nvSpPr>
          <p:spPr>
            <a:xfrm rot="15532290">
              <a:off x="10886909" y="4231372"/>
              <a:ext cx="1981972" cy="181227"/>
            </a:xfrm>
            <a:prstGeom prst="snip2SameRect">
              <a:avLst>
                <a:gd name="adj1" fmla="val 50000"/>
                <a:gd name="adj2" fmla="val 34921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Rectangle: Top Corners One Rounded and One Snipped 36">
              <a:extLst>
                <a:ext uri="{FF2B5EF4-FFF2-40B4-BE49-F238E27FC236}">
                  <a16:creationId xmlns:a16="http://schemas.microsoft.com/office/drawing/2014/main" id="{6471C284-8205-82CE-8E53-B915BB209216}"/>
                </a:ext>
              </a:extLst>
            </p:cNvPr>
            <p:cNvSpPr/>
            <p:nvPr/>
          </p:nvSpPr>
          <p:spPr>
            <a:xfrm flipV="1">
              <a:off x="2984533" y="3307782"/>
              <a:ext cx="3952877" cy="666750"/>
            </a:xfrm>
            <a:prstGeom prst="snipRoundRect">
              <a:avLst>
                <a:gd name="adj1" fmla="val 16667"/>
                <a:gd name="adj2" fmla="val 50000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: Top Corners One Rounded and One Snipped 34">
              <a:extLst>
                <a:ext uri="{FF2B5EF4-FFF2-40B4-BE49-F238E27FC236}">
                  <a16:creationId xmlns:a16="http://schemas.microsoft.com/office/drawing/2014/main" id="{C430EE20-2B06-E6EF-BCD4-44B5A09A0F51}"/>
                </a:ext>
              </a:extLst>
            </p:cNvPr>
            <p:cNvSpPr/>
            <p:nvPr/>
          </p:nvSpPr>
          <p:spPr>
            <a:xfrm flipH="1" flipV="1">
              <a:off x="1363413" y="3325871"/>
              <a:ext cx="3952877" cy="666750"/>
            </a:xfrm>
            <a:prstGeom prst="snipRoundRect">
              <a:avLst>
                <a:gd name="adj1" fmla="val 16667"/>
                <a:gd name="adj2" fmla="val 50000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Block Arc 30">
              <a:extLst>
                <a:ext uri="{FF2B5EF4-FFF2-40B4-BE49-F238E27FC236}">
                  <a16:creationId xmlns:a16="http://schemas.microsoft.com/office/drawing/2014/main" id="{64A06034-C261-6F92-05BC-13920282F653}"/>
                </a:ext>
              </a:extLst>
            </p:cNvPr>
            <p:cNvSpPr/>
            <p:nvPr/>
          </p:nvSpPr>
          <p:spPr>
            <a:xfrm rot="3159582">
              <a:off x="7897724" y="2148868"/>
              <a:ext cx="3403955" cy="2499883"/>
            </a:xfrm>
            <a:prstGeom prst="blockArc">
              <a:avLst>
                <a:gd name="adj1" fmla="val 10800000"/>
                <a:gd name="adj2" fmla="val 21035338"/>
                <a:gd name="adj3" fmla="val 15581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Flowchart: Stored Data 23">
              <a:extLst>
                <a:ext uri="{FF2B5EF4-FFF2-40B4-BE49-F238E27FC236}">
                  <a16:creationId xmlns:a16="http://schemas.microsoft.com/office/drawing/2014/main" id="{33877A08-8A97-160E-F4E2-A217F8DB4AF4}"/>
                </a:ext>
              </a:extLst>
            </p:cNvPr>
            <p:cNvSpPr/>
            <p:nvPr/>
          </p:nvSpPr>
          <p:spPr>
            <a:xfrm rot="10800000">
              <a:off x="8425180" y="3710840"/>
              <a:ext cx="637538" cy="527385"/>
            </a:xfrm>
            <a:prstGeom prst="flowChartOnlineStorage">
              <a:avLst/>
            </a:prstGeom>
            <a:gradFill flip="none" rotWithShape="1">
              <a:gsLst>
                <a:gs pos="7000">
                  <a:srgbClr val="FFFFFF"/>
                </a:gs>
                <a:gs pos="16000">
                  <a:schemeClr val="accent3">
                    <a:lumMod val="45000"/>
                    <a:lumOff val="55000"/>
                  </a:schemeClr>
                </a:gs>
                <a:gs pos="75000">
                  <a:schemeClr val="accent3">
                    <a:lumMod val="75000"/>
                  </a:schemeClr>
                </a:gs>
                <a:gs pos="100000">
                  <a:schemeClr val="accent3">
                    <a:lumMod val="75000"/>
                  </a:schemeClr>
                </a:gs>
              </a:gsLst>
              <a:lin ang="54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Block Arc 22">
              <a:extLst>
                <a:ext uri="{FF2B5EF4-FFF2-40B4-BE49-F238E27FC236}">
                  <a16:creationId xmlns:a16="http://schemas.microsoft.com/office/drawing/2014/main" id="{D98B7875-2B21-ECD9-7BE7-6D8AF8D28A1D}"/>
                </a:ext>
              </a:extLst>
            </p:cNvPr>
            <p:cNvSpPr/>
            <p:nvPr/>
          </p:nvSpPr>
          <p:spPr>
            <a:xfrm rot="12123758">
              <a:off x="6832478" y="2003373"/>
              <a:ext cx="2762632" cy="2650722"/>
            </a:xfrm>
            <a:prstGeom prst="blockArc">
              <a:avLst>
                <a:gd name="adj1" fmla="val 10800000"/>
                <a:gd name="adj2" fmla="val 21012757"/>
                <a:gd name="adj3" fmla="val 10245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33A6A22-BB27-8ECE-09E0-87E10C38E009}"/>
                </a:ext>
              </a:extLst>
            </p:cNvPr>
            <p:cNvGrpSpPr/>
            <p:nvPr/>
          </p:nvGrpSpPr>
          <p:grpSpPr>
            <a:xfrm rot="19621251">
              <a:off x="9294240" y="2897333"/>
              <a:ext cx="2242135" cy="3214216"/>
              <a:chOff x="2631670" y="3821653"/>
              <a:chExt cx="2242135" cy="2839200"/>
            </a:xfr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6CB0C7D0-B26D-2AEE-BD67-F8925B909299}"/>
                  </a:ext>
                </a:extLst>
              </p:cNvPr>
              <p:cNvGrpSpPr/>
              <p:nvPr/>
            </p:nvGrpSpPr>
            <p:grpSpPr>
              <a:xfrm>
                <a:off x="2793070" y="3821653"/>
                <a:ext cx="1912854" cy="2630070"/>
                <a:chOff x="2858067" y="4032250"/>
                <a:chExt cx="818583" cy="1663700"/>
              </a:xfrm>
              <a:grpFill/>
            </p:grpSpPr>
            <p:sp>
              <p:nvSpPr>
                <p:cNvPr id="17" name="Flowchart: Manual Operation 16">
                  <a:extLst>
                    <a:ext uri="{FF2B5EF4-FFF2-40B4-BE49-F238E27FC236}">
                      <a16:creationId xmlns:a16="http://schemas.microsoft.com/office/drawing/2014/main" id="{643A3920-EFFD-EFCC-EE9D-A21EEAE3B8EF}"/>
                    </a:ext>
                  </a:extLst>
                </p:cNvPr>
                <p:cNvSpPr/>
                <p:nvPr/>
              </p:nvSpPr>
              <p:spPr>
                <a:xfrm>
                  <a:off x="2858067" y="4032250"/>
                  <a:ext cx="818583" cy="831850"/>
                </a:xfrm>
                <a:prstGeom prst="flowChartManualOperation">
                  <a:avLst/>
                </a:prstGeom>
                <a:grpFill/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lowchart: Manual Operation 17">
                  <a:extLst>
                    <a:ext uri="{FF2B5EF4-FFF2-40B4-BE49-F238E27FC236}">
                      <a16:creationId xmlns:a16="http://schemas.microsoft.com/office/drawing/2014/main" id="{87C88BD8-4246-8E33-1A90-F936CDA916E4}"/>
                    </a:ext>
                  </a:extLst>
                </p:cNvPr>
                <p:cNvSpPr/>
                <p:nvPr/>
              </p:nvSpPr>
              <p:spPr>
                <a:xfrm rot="10800000">
                  <a:off x="2858067" y="4864100"/>
                  <a:ext cx="818583" cy="831850"/>
                </a:xfrm>
                <a:prstGeom prst="flowChartManualOperation">
                  <a:avLst/>
                </a:prstGeom>
                <a:grpFill/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462AE0C1-84E5-2CA0-5AE6-8D71AA1522B4}"/>
                  </a:ext>
                </a:extLst>
              </p:cNvPr>
              <p:cNvSpPr/>
              <p:nvPr/>
            </p:nvSpPr>
            <p:spPr>
              <a:xfrm rot="20613323">
                <a:off x="3111326" y="3982175"/>
                <a:ext cx="403249" cy="1062530"/>
              </a:xfrm>
              <a:prstGeom prst="roundRect">
                <a:avLst/>
              </a:prstGeom>
              <a:gradFill>
                <a:gsLst>
                  <a:gs pos="11000">
                    <a:schemeClr val="tx1">
                      <a:lumMod val="95000"/>
                      <a:lumOff val="5000"/>
                    </a:schemeClr>
                  </a:gs>
                  <a:gs pos="4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2000">
                    <a:schemeClr val="tx1">
                      <a:lumMod val="75000"/>
                      <a:lumOff val="25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D2B2A01-51E7-A21F-C168-BC573D90CB19}"/>
                  </a:ext>
                </a:extLst>
              </p:cNvPr>
              <p:cNvSpPr/>
              <p:nvPr/>
            </p:nvSpPr>
            <p:spPr>
              <a:xfrm rot="20613323">
                <a:off x="4278938" y="5190461"/>
                <a:ext cx="273060" cy="1062530"/>
              </a:xfrm>
              <a:prstGeom prst="roundRect">
                <a:avLst/>
              </a:prstGeom>
              <a:gradFill>
                <a:gsLst>
                  <a:gs pos="11000">
                    <a:schemeClr val="tx1">
                      <a:lumMod val="95000"/>
                      <a:lumOff val="5000"/>
                    </a:schemeClr>
                  </a:gs>
                  <a:gs pos="4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2000">
                    <a:schemeClr val="tx1">
                      <a:lumMod val="75000"/>
                      <a:lumOff val="25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A9F0F900-F587-92AA-2D3D-D68CE81E4605}"/>
                  </a:ext>
                </a:extLst>
              </p:cNvPr>
              <p:cNvSpPr/>
              <p:nvPr/>
            </p:nvSpPr>
            <p:spPr>
              <a:xfrm rot="986677" flipH="1">
                <a:off x="4284818" y="3956467"/>
                <a:ext cx="289412" cy="1062530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F32CB61A-FCF3-056E-8FD1-E5C0C3D29B93}"/>
                  </a:ext>
                </a:extLst>
              </p:cNvPr>
              <p:cNvSpPr/>
              <p:nvPr/>
            </p:nvSpPr>
            <p:spPr>
              <a:xfrm rot="986677" flipH="1">
                <a:off x="3129053" y="5207324"/>
                <a:ext cx="403249" cy="1062530"/>
              </a:xfrm>
              <a:prstGeom prst="roundRect">
                <a:avLst/>
              </a:prstGeom>
              <a:gradFill>
                <a:gsLst>
                  <a:gs pos="11000">
                    <a:schemeClr val="tx1">
                      <a:lumMod val="95000"/>
                      <a:lumOff val="5000"/>
                    </a:schemeClr>
                  </a:gs>
                  <a:gs pos="4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2000">
                    <a:schemeClr val="tx1">
                      <a:lumMod val="75000"/>
                      <a:lumOff val="25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: Top Corners Snipped 14">
                <a:extLst>
                  <a:ext uri="{FF2B5EF4-FFF2-40B4-BE49-F238E27FC236}">
                    <a16:creationId xmlns:a16="http://schemas.microsoft.com/office/drawing/2014/main" id="{79C0FAB3-7981-3B3F-9C21-5DD593CDF80B}"/>
                  </a:ext>
                </a:extLst>
              </p:cNvPr>
              <p:cNvSpPr/>
              <p:nvPr/>
            </p:nvSpPr>
            <p:spPr>
              <a:xfrm>
                <a:off x="2631670" y="6360815"/>
                <a:ext cx="2242135" cy="300038"/>
              </a:xfrm>
              <a:prstGeom prst="snip2SameRect">
                <a:avLst>
                  <a:gd name="adj1" fmla="val 50000"/>
                  <a:gd name="adj2" fmla="val 34921"/>
                </a:avLst>
              </a:prstGeom>
              <a:grpFill/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lowchart: Terminator 15">
                <a:extLst>
                  <a:ext uri="{FF2B5EF4-FFF2-40B4-BE49-F238E27FC236}">
                    <a16:creationId xmlns:a16="http://schemas.microsoft.com/office/drawing/2014/main" id="{50B5685F-F14D-3602-F3B8-1E47980930CD}"/>
                  </a:ext>
                </a:extLst>
              </p:cNvPr>
              <p:cNvSpPr/>
              <p:nvPr/>
            </p:nvSpPr>
            <p:spPr>
              <a:xfrm rot="16200000">
                <a:off x="2849428" y="4999005"/>
                <a:ext cx="2199267" cy="300038"/>
              </a:xfrm>
              <a:prstGeom prst="flowChartTerminator">
                <a:avLst/>
              </a:prstGeom>
              <a:gradFill>
                <a:gsLst>
                  <a:gs pos="11000">
                    <a:schemeClr val="tx1">
                      <a:lumMod val="95000"/>
                      <a:lumOff val="5000"/>
                    </a:schemeClr>
                  </a:gs>
                  <a:gs pos="4100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2000">
                    <a:schemeClr val="tx1">
                      <a:lumMod val="75000"/>
                      <a:lumOff val="25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" name="Rectangle: Top Corners One Rounded and One Snipped 5">
              <a:extLst>
                <a:ext uri="{FF2B5EF4-FFF2-40B4-BE49-F238E27FC236}">
                  <a16:creationId xmlns:a16="http://schemas.microsoft.com/office/drawing/2014/main" id="{0D2AD773-AA02-0ED5-D51C-437C366746FA}"/>
                </a:ext>
              </a:extLst>
            </p:cNvPr>
            <p:cNvSpPr/>
            <p:nvPr/>
          </p:nvSpPr>
          <p:spPr>
            <a:xfrm flipH="1">
              <a:off x="3486149" y="1850745"/>
              <a:ext cx="5753100" cy="666750"/>
            </a:xfrm>
            <a:prstGeom prst="snipRoundRect">
              <a:avLst>
                <a:gd name="adj1" fmla="val 16667"/>
                <a:gd name="adj2" fmla="val 50000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Top Corners One Rounded and One Snipped 4">
              <a:extLst>
                <a:ext uri="{FF2B5EF4-FFF2-40B4-BE49-F238E27FC236}">
                  <a16:creationId xmlns:a16="http://schemas.microsoft.com/office/drawing/2014/main" id="{D392CC6B-C7C8-B2C0-4771-7F6DD276BAB0}"/>
                </a:ext>
              </a:extLst>
            </p:cNvPr>
            <p:cNvSpPr/>
            <p:nvPr/>
          </p:nvSpPr>
          <p:spPr>
            <a:xfrm flipH="1" flipV="1">
              <a:off x="2362198" y="3429000"/>
              <a:ext cx="3952877" cy="666750"/>
            </a:xfrm>
            <a:prstGeom prst="snipRoundRect">
              <a:avLst>
                <a:gd name="adj1" fmla="val 16667"/>
                <a:gd name="adj2" fmla="val 50000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lowchart: Stored Data 3">
              <a:extLst>
                <a:ext uri="{FF2B5EF4-FFF2-40B4-BE49-F238E27FC236}">
                  <a16:creationId xmlns:a16="http://schemas.microsoft.com/office/drawing/2014/main" id="{C9006CC8-1D16-2DD3-B680-38A00F14C783}"/>
                </a:ext>
              </a:extLst>
            </p:cNvPr>
            <p:cNvSpPr/>
            <p:nvPr/>
          </p:nvSpPr>
          <p:spPr>
            <a:xfrm rot="10800000">
              <a:off x="609598" y="2517755"/>
              <a:ext cx="7096125" cy="772522"/>
            </a:xfrm>
            <a:prstGeom prst="flowChartOnlineStorage">
              <a:avLst/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: Top Corners One Rounded and One Snipped 1">
              <a:extLst>
                <a:ext uri="{FF2B5EF4-FFF2-40B4-BE49-F238E27FC236}">
                  <a16:creationId xmlns:a16="http://schemas.microsoft.com/office/drawing/2014/main" id="{D697A99C-C32A-0E5A-63D6-EC284EB091C6}"/>
                </a:ext>
              </a:extLst>
            </p:cNvPr>
            <p:cNvSpPr/>
            <p:nvPr/>
          </p:nvSpPr>
          <p:spPr>
            <a:xfrm flipH="1">
              <a:off x="428622" y="2124075"/>
              <a:ext cx="8315327" cy="617793"/>
            </a:xfrm>
            <a:prstGeom prst="snipRoundRect">
              <a:avLst>
                <a:gd name="adj1" fmla="val 16667"/>
                <a:gd name="adj2" fmla="val 50000"/>
              </a:avLst>
            </a:prstGeom>
            <a:gradFill flip="none" rotWithShape="1"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: Top Corners One Rounded and One Snipped 2">
              <a:extLst>
                <a:ext uri="{FF2B5EF4-FFF2-40B4-BE49-F238E27FC236}">
                  <a16:creationId xmlns:a16="http://schemas.microsoft.com/office/drawing/2014/main" id="{4DAE0F21-C153-DC26-F96A-AFDA46E152C0}"/>
                </a:ext>
              </a:extLst>
            </p:cNvPr>
            <p:cNvSpPr/>
            <p:nvPr/>
          </p:nvSpPr>
          <p:spPr>
            <a:xfrm flipH="1" flipV="1">
              <a:off x="609597" y="3075503"/>
              <a:ext cx="7096127" cy="666750"/>
            </a:xfrm>
            <a:prstGeom prst="snipRoundRect">
              <a:avLst>
                <a:gd name="adj1" fmla="val 16667"/>
                <a:gd name="adj2" fmla="val 50000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66F2B26C-05A6-FA4B-370A-B8D2C7B4EF12}"/>
                </a:ext>
              </a:extLst>
            </p:cNvPr>
            <p:cNvSpPr/>
            <p:nvPr/>
          </p:nvSpPr>
          <p:spPr>
            <a:xfrm>
              <a:off x="7069993" y="1970615"/>
              <a:ext cx="3952877" cy="1908834"/>
            </a:xfrm>
            <a:prstGeom prst="trapezoid">
              <a:avLst>
                <a:gd name="adj" fmla="val 38227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: Top Corners Snipped 18">
              <a:extLst>
                <a:ext uri="{FF2B5EF4-FFF2-40B4-BE49-F238E27FC236}">
                  <a16:creationId xmlns:a16="http://schemas.microsoft.com/office/drawing/2014/main" id="{C5423353-6FB9-F367-A011-DFB3A756774A}"/>
                </a:ext>
              </a:extLst>
            </p:cNvPr>
            <p:cNvSpPr/>
            <p:nvPr/>
          </p:nvSpPr>
          <p:spPr>
            <a:xfrm>
              <a:off x="9680458" y="3241530"/>
              <a:ext cx="2242135" cy="314559"/>
            </a:xfrm>
            <a:prstGeom prst="snip2SameRect">
              <a:avLst>
                <a:gd name="adj1" fmla="val 50000"/>
                <a:gd name="adj2" fmla="val 34921"/>
              </a:avLst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Flowchart: Punched Tape 25">
              <a:extLst>
                <a:ext uri="{FF2B5EF4-FFF2-40B4-BE49-F238E27FC236}">
                  <a16:creationId xmlns:a16="http://schemas.microsoft.com/office/drawing/2014/main" id="{2AE5DF1E-4D82-B239-9E14-1605AB1818A7}"/>
                </a:ext>
              </a:extLst>
            </p:cNvPr>
            <p:cNvSpPr/>
            <p:nvPr/>
          </p:nvSpPr>
          <p:spPr>
            <a:xfrm rot="10800000">
              <a:off x="3226575" y="2497975"/>
              <a:ext cx="4315665" cy="871089"/>
            </a:xfrm>
            <a:prstGeom prst="flowChartPunchedTape">
              <a:avLst/>
            </a:prstGeom>
            <a:gradFill>
              <a:gsLst>
                <a:gs pos="0">
                  <a:schemeClr val="accent2"/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: Top Corners One Rounded and One Snipped 26">
              <a:extLst>
                <a:ext uri="{FF2B5EF4-FFF2-40B4-BE49-F238E27FC236}">
                  <a16:creationId xmlns:a16="http://schemas.microsoft.com/office/drawing/2014/main" id="{DFBFE3BB-2A4A-8063-AF05-27795FDBB0E2}"/>
                </a:ext>
              </a:extLst>
            </p:cNvPr>
            <p:cNvSpPr/>
            <p:nvPr/>
          </p:nvSpPr>
          <p:spPr>
            <a:xfrm>
              <a:off x="8297158" y="2178483"/>
              <a:ext cx="1708033" cy="423415"/>
            </a:xfrm>
            <a:prstGeom prst="snipRoundRect">
              <a:avLst>
                <a:gd name="adj1" fmla="val 0"/>
                <a:gd name="adj2" fmla="val 50000"/>
              </a:avLst>
            </a:prstGeom>
            <a:gradFill>
              <a:gsLst>
                <a:gs pos="0">
                  <a:schemeClr val="accent2"/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lowchart: Connector 27">
              <a:extLst>
                <a:ext uri="{FF2B5EF4-FFF2-40B4-BE49-F238E27FC236}">
                  <a16:creationId xmlns:a16="http://schemas.microsoft.com/office/drawing/2014/main" id="{C0357EDF-66D4-1D72-BABC-9AA470E20718}"/>
                </a:ext>
              </a:extLst>
            </p:cNvPr>
            <p:cNvSpPr/>
            <p:nvPr/>
          </p:nvSpPr>
          <p:spPr>
            <a:xfrm>
              <a:off x="7828752" y="2932633"/>
              <a:ext cx="637538" cy="617793"/>
            </a:xfrm>
            <a:prstGeom prst="flowChartConnector">
              <a:avLst/>
            </a:prstGeom>
            <a:gradFill>
              <a:gsLst>
                <a:gs pos="0">
                  <a:schemeClr val="accent2"/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Connector 28">
              <a:extLst>
                <a:ext uri="{FF2B5EF4-FFF2-40B4-BE49-F238E27FC236}">
                  <a16:creationId xmlns:a16="http://schemas.microsoft.com/office/drawing/2014/main" id="{B8CEAF9F-2664-8355-62EE-202EAEAD0C42}"/>
                </a:ext>
              </a:extLst>
            </p:cNvPr>
            <p:cNvSpPr/>
            <p:nvPr/>
          </p:nvSpPr>
          <p:spPr>
            <a:xfrm>
              <a:off x="8794259" y="2932633"/>
              <a:ext cx="637538" cy="617793"/>
            </a:xfrm>
            <a:prstGeom prst="flowChartConnector">
              <a:avLst/>
            </a:prstGeom>
            <a:gradFill>
              <a:gsLst>
                <a:gs pos="0">
                  <a:schemeClr val="accent2"/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: Top Corners Snipped 29">
              <a:extLst>
                <a:ext uri="{FF2B5EF4-FFF2-40B4-BE49-F238E27FC236}">
                  <a16:creationId xmlns:a16="http://schemas.microsoft.com/office/drawing/2014/main" id="{6689077B-67DD-09C7-2C0C-C229611BFD14}"/>
                </a:ext>
              </a:extLst>
            </p:cNvPr>
            <p:cNvSpPr/>
            <p:nvPr/>
          </p:nvSpPr>
          <p:spPr>
            <a:xfrm>
              <a:off x="881062" y="2503980"/>
              <a:ext cx="1724025" cy="237888"/>
            </a:xfrm>
            <a:prstGeom prst="snip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chemeClr val="accent2"/>
                </a:gs>
                <a:gs pos="100000">
                  <a:srgbClr val="0070C0"/>
                </a:gs>
              </a:gsLst>
              <a:path path="circle">
                <a:fillToRect l="50000" t="-80000" r="50000" b="18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lowchart: Connector 31">
              <a:extLst>
                <a:ext uri="{FF2B5EF4-FFF2-40B4-BE49-F238E27FC236}">
                  <a16:creationId xmlns:a16="http://schemas.microsoft.com/office/drawing/2014/main" id="{DC1326BE-C7C0-D2B5-7F6C-F508B624CAF3}"/>
                </a:ext>
              </a:extLst>
            </p:cNvPr>
            <p:cNvSpPr/>
            <p:nvPr/>
          </p:nvSpPr>
          <p:spPr>
            <a:xfrm>
              <a:off x="6869571" y="3508296"/>
              <a:ext cx="488876" cy="435413"/>
            </a:xfrm>
            <a:prstGeom prst="flowChartConnector">
              <a:avLst/>
            </a:pr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804401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0"/>
              </a:schemeClr>
            </a:gs>
            <a:gs pos="35000">
              <a:schemeClr val="accent3">
                <a:lumMod val="0"/>
                <a:lumOff val="100000"/>
              </a:schemeClr>
            </a:gs>
            <a:gs pos="100000">
              <a:srgbClr val="0070C0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B07F9-D68C-2D3F-8D83-8A7359CC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D025AD7-C3E8-97F6-A69A-3E1055F0BC09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Sniper Rifle Blaster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2F0DB7C-914A-CA68-A615-3E19F8B9EA3F}"/>
              </a:ext>
            </a:extLst>
          </p:cNvPr>
          <p:cNvGrpSpPr/>
          <p:nvPr/>
        </p:nvGrpSpPr>
        <p:grpSpPr>
          <a:xfrm>
            <a:off x="1084122" y="2089932"/>
            <a:ext cx="10241140" cy="2678136"/>
            <a:chOff x="1046022" y="2075304"/>
            <a:chExt cx="10241140" cy="2678136"/>
          </a:xfrm>
        </p:grpSpPr>
        <p:sp>
          <p:nvSpPr>
            <p:cNvPr id="19" name="Flowchart: Terminator 18">
              <a:extLst>
                <a:ext uri="{FF2B5EF4-FFF2-40B4-BE49-F238E27FC236}">
                  <a16:creationId xmlns:a16="http://schemas.microsoft.com/office/drawing/2014/main" id="{457558DF-9714-4B66-BAB8-F8F5053EED12}"/>
                </a:ext>
              </a:extLst>
            </p:cNvPr>
            <p:cNvSpPr/>
            <p:nvPr/>
          </p:nvSpPr>
          <p:spPr>
            <a:xfrm rot="10800000">
              <a:off x="6616778" y="2183269"/>
              <a:ext cx="1710790" cy="463775"/>
            </a:xfrm>
            <a:prstGeom prst="flowChartTerminator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ylinder 19">
              <a:extLst>
                <a:ext uri="{FF2B5EF4-FFF2-40B4-BE49-F238E27FC236}">
                  <a16:creationId xmlns:a16="http://schemas.microsoft.com/office/drawing/2014/main" id="{40596B08-700D-8D95-B900-0C3D2447C231}"/>
                </a:ext>
              </a:extLst>
            </p:cNvPr>
            <p:cNvSpPr/>
            <p:nvPr/>
          </p:nvSpPr>
          <p:spPr>
            <a:xfrm rot="16200000">
              <a:off x="6109325" y="1897617"/>
              <a:ext cx="268214" cy="1042877"/>
            </a:xfrm>
            <a:prstGeom prst="can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51A34C4-905B-8620-1F4E-6AF65A1BF3E7}"/>
                </a:ext>
              </a:extLst>
            </p:cNvPr>
            <p:cNvSpPr/>
            <p:nvPr/>
          </p:nvSpPr>
          <p:spPr>
            <a:xfrm rot="16200000">
              <a:off x="5825558" y="2642104"/>
              <a:ext cx="288068" cy="98960"/>
            </a:xfrm>
            <a:prstGeom prst="round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7BE11D8-3C3E-69F7-BFB7-ECC99E8CDCC5}"/>
                </a:ext>
              </a:extLst>
            </p:cNvPr>
            <p:cNvSpPr/>
            <p:nvPr/>
          </p:nvSpPr>
          <p:spPr>
            <a:xfrm rot="16200000">
              <a:off x="6423264" y="2642104"/>
              <a:ext cx="288068" cy="98960"/>
            </a:xfrm>
            <a:prstGeom prst="round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B651567-DD8F-B746-DF89-F7B0BFDDA042}"/>
                </a:ext>
              </a:extLst>
            </p:cNvPr>
            <p:cNvSpPr/>
            <p:nvPr/>
          </p:nvSpPr>
          <p:spPr>
            <a:xfrm>
              <a:off x="5583382" y="2743508"/>
              <a:ext cx="1320102" cy="123722"/>
            </a:xfrm>
            <a:prstGeom prst="round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A4CC443E-CB8C-83EE-C2FA-48F1E554A82D}"/>
                </a:ext>
              </a:extLst>
            </p:cNvPr>
            <p:cNvSpPr/>
            <p:nvPr/>
          </p:nvSpPr>
          <p:spPr>
            <a:xfrm rot="10800000">
              <a:off x="5732000" y="2964102"/>
              <a:ext cx="1042876" cy="1072320"/>
            </a:xfrm>
            <a:prstGeom prst="blockArc">
              <a:avLst>
                <a:gd name="adj1" fmla="val 10800000"/>
                <a:gd name="adj2" fmla="val 13678830"/>
                <a:gd name="adj3" fmla="val 10178"/>
              </a:avLst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Block Arc 6">
              <a:extLst>
                <a:ext uri="{FF2B5EF4-FFF2-40B4-BE49-F238E27FC236}">
                  <a16:creationId xmlns:a16="http://schemas.microsoft.com/office/drawing/2014/main" id="{562D0815-7250-B7C6-47F6-BF9598248E7D}"/>
                </a:ext>
              </a:extLst>
            </p:cNvPr>
            <p:cNvSpPr/>
            <p:nvPr/>
          </p:nvSpPr>
          <p:spPr>
            <a:xfrm rot="11864799">
              <a:off x="6157685" y="2989410"/>
              <a:ext cx="1042876" cy="1072320"/>
            </a:xfrm>
            <a:prstGeom prst="blockArc">
              <a:avLst>
                <a:gd name="adj1" fmla="val 10800000"/>
                <a:gd name="adj2" fmla="val 21012757"/>
                <a:gd name="adj3" fmla="val 10245"/>
              </a:avLst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6CF2507-DD50-55E1-374D-ED7D252DA9CF}"/>
                </a:ext>
              </a:extLst>
            </p:cNvPr>
            <p:cNvSpPr/>
            <p:nvPr/>
          </p:nvSpPr>
          <p:spPr>
            <a:xfrm rot="18232536">
              <a:off x="6881610" y="3170186"/>
              <a:ext cx="497804" cy="753154"/>
            </a:xfrm>
            <a:prstGeom prst="round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65B38461-D09B-097C-F39D-B6FA8071A90E}"/>
                </a:ext>
              </a:extLst>
            </p:cNvPr>
            <p:cNvSpPr/>
            <p:nvPr/>
          </p:nvSpPr>
          <p:spPr>
            <a:xfrm rot="16200000">
              <a:off x="3969232" y="-67225"/>
              <a:ext cx="268214" cy="6114634"/>
            </a:xfrm>
            <a:prstGeom prst="can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Top Corners Rounded 3">
              <a:extLst>
                <a:ext uri="{FF2B5EF4-FFF2-40B4-BE49-F238E27FC236}">
                  <a16:creationId xmlns:a16="http://schemas.microsoft.com/office/drawing/2014/main" id="{3B9E3F41-7843-7803-2405-B5FD6B830300}"/>
                </a:ext>
              </a:extLst>
            </p:cNvPr>
            <p:cNvSpPr/>
            <p:nvPr/>
          </p:nvSpPr>
          <p:spPr>
            <a:xfrm rot="10800000">
              <a:off x="2660072" y="3124199"/>
              <a:ext cx="5105400" cy="422563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116148-C5BE-E7F2-6757-AE87D9F6FB80}"/>
                </a:ext>
              </a:extLst>
            </p:cNvPr>
            <p:cNvSpPr/>
            <p:nvPr/>
          </p:nvSpPr>
          <p:spPr>
            <a:xfrm rot="2059689">
              <a:off x="7261807" y="3545633"/>
              <a:ext cx="2016565" cy="981578"/>
            </a:xfrm>
            <a:prstGeom prst="roundRec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lowchart: Manual Input 9">
              <a:extLst>
                <a:ext uri="{FF2B5EF4-FFF2-40B4-BE49-F238E27FC236}">
                  <a16:creationId xmlns:a16="http://schemas.microsoft.com/office/drawing/2014/main" id="{CBE4637D-80DC-458D-02C2-9B0FABC600A4}"/>
                </a:ext>
              </a:extLst>
            </p:cNvPr>
            <p:cNvSpPr/>
            <p:nvPr/>
          </p:nvSpPr>
          <p:spPr>
            <a:xfrm flipV="1">
              <a:off x="8136876" y="3480395"/>
              <a:ext cx="3080134" cy="1199081"/>
            </a:xfrm>
            <a:prstGeom prst="flowChartManualInput">
              <a:avLst/>
            </a:pr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7405C71-32D0-95F1-52E9-76A3A0CBC9EF}"/>
                </a:ext>
              </a:extLst>
            </p:cNvPr>
            <p:cNvSpPr/>
            <p:nvPr/>
          </p:nvSpPr>
          <p:spPr>
            <a:xfrm>
              <a:off x="8011663" y="4245016"/>
              <a:ext cx="266425" cy="256310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CD1D709-F5C7-C598-D97C-D7CE9FBB79E6}"/>
                </a:ext>
              </a:extLst>
            </p:cNvPr>
            <p:cNvSpPr/>
            <p:nvPr/>
          </p:nvSpPr>
          <p:spPr>
            <a:xfrm>
              <a:off x="8011663" y="3397415"/>
              <a:ext cx="266425" cy="256310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64C7C22-6774-B84B-7644-E2554B13332C}"/>
                </a:ext>
              </a:extLst>
            </p:cNvPr>
            <p:cNvSpPr/>
            <p:nvPr/>
          </p:nvSpPr>
          <p:spPr>
            <a:xfrm>
              <a:off x="11008311" y="3406429"/>
              <a:ext cx="278851" cy="1347011"/>
            </a:xfrm>
            <a:prstGeom prst="flowChartAlternateProcess">
              <a:avLst/>
            </a:prstGeom>
            <a:gradFill>
              <a:gsLst>
                <a:gs pos="78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94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3F4FDFD-EA79-D5B5-B689-FAD4C73D1404}"/>
                </a:ext>
              </a:extLst>
            </p:cNvPr>
            <p:cNvSpPr/>
            <p:nvPr/>
          </p:nvSpPr>
          <p:spPr>
            <a:xfrm>
              <a:off x="10679279" y="3525570"/>
              <a:ext cx="266425" cy="256310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34C0A59-8BDE-083D-2889-0F77B5D7AFEA}"/>
                </a:ext>
              </a:extLst>
            </p:cNvPr>
            <p:cNvSpPr/>
            <p:nvPr/>
          </p:nvSpPr>
          <p:spPr>
            <a:xfrm>
              <a:off x="10671734" y="4334055"/>
              <a:ext cx="266425" cy="256310"/>
            </a:xfrm>
            <a:prstGeom prst="ellipse">
              <a:avLst/>
            </a:prstGeom>
            <a:gradFill flip="none" rotWithShape="1">
              <a:gsLst>
                <a:gs pos="0">
                  <a:schemeClr val="accent3">
                    <a:lumMod val="75000"/>
                    <a:shade val="30000"/>
                    <a:satMod val="115000"/>
                  </a:schemeClr>
                </a:gs>
                <a:gs pos="50000">
                  <a:schemeClr val="accent3">
                    <a:lumMod val="75000"/>
                    <a:shade val="67500"/>
                    <a:satMod val="115000"/>
                  </a:schemeClr>
                </a:gs>
                <a:gs pos="100000">
                  <a:schemeClr val="accent3">
                    <a:lumMod val="75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B5C11548-47CB-C576-86DC-7BF1DF01A1C8}"/>
                </a:ext>
              </a:extLst>
            </p:cNvPr>
            <p:cNvSpPr/>
            <p:nvPr/>
          </p:nvSpPr>
          <p:spPr>
            <a:xfrm rot="16200000">
              <a:off x="4965312" y="1835843"/>
              <a:ext cx="616279" cy="1095201"/>
            </a:xfrm>
            <a:custGeom>
              <a:avLst/>
              <a:gdLst>
                <a:gd name="csX0" fmla="*/ 0 w 595001"/>
                <a:gd name="csY0" fmla="*/ 30530 h 1100202"/>
                <a:gd name="csX1" fmla="*/ 297501 w 595001"/>
                <a:gd name="csY1" fmla="*/ 61060 h 1100202"/>
                <a:gd name="csX2" fmla="*/ 595002 w 595001"/>
                <a:gd name="csY2" fmla="*/ 30530 h 1100202"/>
                <a:gd name="csX3" fmla="*/ 595001 w 595001"/>
                <a:gd name="csY3" fmla="*/ 1069672 h 1100202"/>
                <a:gd name="csX4" fmla="*/ 297500 w 595001"/>
                <a:gd name="csY4" fmla="*/ 1100202 h 1100202"/>
                <a:gd name="csX5" fmla="*/ -1 w 595001"/>
                <a:gd name="csY5" fmla="*/ 1069672 h 1100202"/>
                <a:gd name="csX6" fmla="*/ 0 w 595001"/>
                <a:gd name="csY6" fmla="*/ 30530 h 1100202"/>
                <a:gd name="csX0" fmla="*/ 0 w 595001"/>
                <a:gd name="csY0" fmla="*/ 30530 h 1100202"/>
                <a:gd name="csX1" fmla="*/ 297501 w 595001"/>
                <a:gd name="csY1" fmla="*/ 0 h 1100202"/>
                <a:gd name="csX2" fmla="*/ 595002 w 595001"/>
                <a:gd name="csY2" fmla="*/ 30530 h 1100202"/>
                <a:gd name="csX3" fmla="*/ 297501 w 595001"/>
                <a:gd name="csY3" fmla="*/ 61060 h 1100202"/>
                <a:gd name="csX4" fmla="*/ 0 w 595001"/>
                <a:gd name="csY4" fmla="*/ 30530 h 1100202"/>
                <a:gd name="csX0" fmla="*/ 595001 w 595001"/>
                <a:gd name="csY0" fmla="*/ 30530 h 1100202"/>
                <a:gd name="csX1" fmla="*/ 297500 w 595001"/>
                <a:gd name="csY1" fmla="*/ 61060 h 1100202"/>
                <a:gd name="csX2" fmla="*/ -1 w 595001"/>
                <a:gd name="csY2" fmla="*/ 30530 h 1100202"/>
                <a:gd name="csX3" fmla="*/ 297500 w 595001"/>
                <a:gd name="csY3" fmla="*/ 0 h 1100202"/>
                <a:gd name="csX4" fmla="*/ 595001 w 595001"/>
                <a:gd name="csY4" fmla="*/ 30530 h 1100202"/>
                <a:gd name="csX5" fmla="*/ 595001 w 595001"/>
                <a:gd name="csY5" fmla="*/ 1069672 h 1100202"/>
                <a:gd name="csX6" fmla="*/ 297500 w 595001"/>
                <a:gd name="csY6" fmla="*/ 1100202 h 1100202"/>
                <a:gd name="csX7" fmla="*/ -1 w 595001"/>
                <a:gd name="csY7" fmla="*/ 1069672 h 1100202"/>
                <a:gd name="csX8" fmla="*/ 0 w 595001"/>
                <a:gd name="csY8" fmla="*/ 30530 h 1100202"/>
                <a:gd name="csX0" fmla="*/ 1 w 595003"/>
                <a:gd name="csY0" fmla="*/ 30530 h 1100651"/>
                <a:gd name="csX1" fmla="*/ 297502 w 595003"/>
                <a:gd name="csY1" fmla="*/ 61060 h 1100651"/>
                <a:gd name="csX2" fmla="*/ 595003 w 595003"/>
                <a:gd name="csY2" fmla="*/ 30530 h 1100651"/>
                <a:gd name="csX3" fmla="*/ 595002 w 595003"/>
                <a:gd name="csY3" fmla="*/ 1069672 h 1100651"/>
                <a:gd name="csX4" fmla="*/ 297501 w 595003"/>
                <a:gd name="csY4" fmla="*/ 1100202 h 1100651"/>
                <a:gd name="csX5" fmla="*/ 0 w 595003"/>
                <a:gd name="csY5" fmla="*/ 1069672 h 1100651"/>
                <a:gd name="csX6" fmla="*/ 1 w 595003"/>
                <a:gd name="csY6" fmla="*/ 30530 h 1100651"/>
                <a:gd name="csX0" fmla="*/ 1 w 595003"/>
                <a:gd name="csY0" fmla="*/ 30530 h 1100651"/>
                <a:gd name="csX1" fmla="*/ 297502 w 595003"/>
                <a:gd name="csY1" fmla="*/ 0 h 1100651"/>
                <a:gd name="csX2" fmla="*/ 595003 w 595003"/>
                <a:gd name="csY2" fmla="*/ 30530 h 1100651"/>
                <a:gd name="csX3" fmla="*/ 297502 w 595003"/>
                <a:gd name="csY3" fmla="*/ 61060 h 1100651"/>
                <a:gd name="csX4" fmla="*/ 1 w 595003"/>
                <a:gd name="csY4" fmla="*/ 30530 h 1100651"/>
                <a:gd name="csX0" fmla="*/ 595002 w 595003"/>
                <a:gd name="csY0" fmla="*/ 30530 h 1100651"/>
                <a:gd name="csX1" fmla="*/ 297501 w 595003"/>
                <a:gd name="csY1" fmla="*/ 61060 h 1100651"/>
                <a:gd name="csX2" fmla="*/ 0 w 595003"/>
                <a:gd name="csY2" fmla="*/ 30530 h 1100651"/>
                <a:gd name="csX3" fmla="*/ 297501 w 595003"/>
                <a:gd name="csY3" fmla="*/ 0 h 1100651"/>
                <a:gd name="csX4" fmla="*/ 595002 w 595003"/>
                <a:gd name="csY4" fmla="*/ 30530 h 1100651"/>
                <a:gd name="csX5" fmla="*/ 401040 w 595003"/>
                <a:gd name="csY5" fmla="*/ 1048893 h 1100651"/>
                <a:gd name="csX6" fmla="*/ 297501 w 595003"/>
                <a:gd name="csY6" fmla="*/ 1100202 h 1100651"/>
                <a:gd name="csX7" fmla="*/ 0 w 595003"/>
                <a:gd name="csY7" fmla="*/ 1069672 h 1100651"/>
                <a:gd name="csX8" fmla="*/ 1 w 595003"/>
                <a:gd name="csY8" fmla="*/ 30530 h 1100651"/>
                <a:gd name="csX0" fmla="*/ 1 w 595003"/>
                <a:gd name="csY0" fmla="*/ 30530 h 1101237"/>
                <a:gd name="csX1" fmla="*/ 297502 w 595003"/>
                <a:gd name="csY1" fmla="*/ 61060 h 1101237"/>
                <a:gd name="csX2" fmla="*/ 595003 w 595003"/>
                <a:gd name="csY2" fmla="*/ 30530 h 1101237"/>
                <a:gd name="csX3" fmla="*/ 595002 w 595003"/>
                <a:gd name="csY3" fmla="*/ 1069672 h 1101237"/>
                <a:gd name="csX4" fmla="*/ 297501 w 595003"/>
                <a:gd name="csY4" fmla="*/ 1100202 h 1101237"/>
                <a:gd name="csX5" fmla="*/ 0 w 595003"/>
                <a:gd name="csY5" fmla="*/ 1069672 h 1101237"/>
                <a:gd name="csX6" fmla="*/ 1 w 595003"/>
                <a:gd name="csY6" fmla="*/ 30530 h 1101237"/>
                <a:gd name="csX0" fmla="*/ 1 w 595003"/>
                <a:gd name="csY0" fmla="*/ 30530 h 1101237"/>
                <a:gd name="csX1" fmla="*/ 297502 w 595003"/>
                <a:gd name="csY1" fmla="*/ 0 h 1101237"/>
                <a:gd name="csX2" fmla="*/ 595003 w 595003"/>
                <a:gd name="csY2" fmla="*/ 30530 h 1101237"/>
                <a:gd name="csX3" fmla="*/ 297502 w 595003"/>
                <a:gd name="csY3" fmla="*/ 61060 h 1101237"/>
                <a:gd name="csX4" fmla="*/ 1 w 595003"/>
                <a:gd name="csY4" fmla="*/ 30530 h 1101237"/>
                <a:gd name="csX0" fmla="*/ 595002 w 595003"/>
                <a:gd name="csY0" fmla="*/ 30530 h 1101237"/>
                <a:gd name="csX1" fmla="*/ 297501 w 595003"/>
                <a:gd name="csY1" fmla="*/ 61060 h 1101237"/>
                <a:gd name="csX2" fmla="*/ 0 w 595003"/>
                <a:gd name="csY2" fmla="*/ 30530 h 1101237"/>
                <a:gd name="csX3" fmla="*/ 297501 w 595003"/>
                <a:gd name="csY3" fmla="*/ 0 h 1101237"/>
                <a:gd name="csX4" fmla="*/ 595002 w 595003"/>
                <a:gd name="csY4" fmla="*/ 30530 h 1101237"/>
                <a:gd name="csX5" fmla="*/ 401040 w 595003"/>
                <a:gd name="csY5" fmla="*/ 1048893 h 1101237"/>
                <a:gd name="csX6" fmla="*/ 297501 w 595003"/>
                <a:gd name="csY6" fmla="*/ 1100202 h 1101237"/>
                <a:gd name="csX7" fmla="*/ 138545 w 595003"/>
                <a:gd name="csY7" fmla="*/ 1076599 h 1101237"/>
                <a:gd name="csX8" fmla="*/ 1 w 595003"/>
                <a:gd name="csY8" fmla="*/ 30530 h 1101237"/>
                <a:gd name="csX0" fmla="*/ 1 w 599882"/>
                <a:gd name="csY0" fmla="*/ 30530 h 1123537"/>
                <a:gd name="csX1" fmla="*/ 297502 w 599882"/>
                <a:gd name="csY1" fmla="*/ 61060 h 1123537"/>
                <a:gd name="csX2" fmla="*/ 595003 w 599882"/>
                <a:gd name="csY2" fmla="*/ 30530 h 1123537"/>
                <a:gd name="csX3" fmla="*/ 490200 w 599882"/>
                <a:gd name="csY3" fmla="*/ 502372 h 1123537"/>
                <a:gd name="csX4" fmla="*/ 595002 w 599882"/>
                <a:gd name="csY4" fmla="*/ 1069672 h 1123537"/>
                <a:gd name="csX5" fmla="*/ 297501 w 599882"/>
                <a:gd name="csY5" fmla="*/ 1100202 h 1123537"/>
                <a:gd name="csX6" fmla="*/ 0 w 599882"/>
                <a:gd name="csY6" fmla="*/ 1069672 h 1123537"/>
                <a:gd name="csX7" fmla="*/ 1 w 599882"/>
                <a:gd name="csY7" fmla="*/ 30530 h 1123537"/>
                <a:gd name="csX0" fmla="*/ 1 w 599882"/>
                <a:gd name="csY0" fmla="*/ 30530 h 1123537"/>
                <a:gd name="csX1" fmla="*/ 297502 w 599882"/>
                <a:gd name="csY1" fmla="*/ 0 h 1123537"/>
                <a:gd name="csX2" fmla="*/ 595003 w 599882"/>
                <a:gd name="csY2" fmla="*/ 30530 h 1123537"/>
                <a:gd name="csX3" fmla="*/ 297502 w 599882"/>
                <a:gd name="csY3" fmla="*/ 61060 h 1123537"/>
                <a:gd name="csX4" fmla="*/ 1 w 599882"/>
                <a:gd name="csY4" fmla="*/ 30530 h 1123537"/>
                <a:gd name="csX0" fmla="*/ 595002 w 599882"/>
                <a:gd name="csY0" fmla="*/ 30530 h 1123537"/>
                <a:gd name="csX1" fmla="*/ 297501 w 599882"/>
                <a:gd name="csY1" fmla="*/ 61060 h 1123537"/>
                <a:gd name="csX2" fmla="*/ 0 w 599882"/>
                <a:gd name="csY2" fmla="*/ 30530 h 1123537"/>
                <a:gd name="csX3" fmla="*/ 297501 w 599882"/>
                <a:gd name="csY3" fmla="*/ 0 h 1123537"/>
                <a:gd name="csX4" fmla="*/ 595002 w 599882"/>
                <a:gd name="csY4" fmla="*/ 30530 h 1123537"/>
                <a:gd name="csX5" fmla="*/ 401040 w 599882"/>
                <a:gd name="csY5" fmla="*/ 1048893 h 1123537"/>
                <a:gd name="csX6" fmla="*/ 297501 w 599882"/>
                <a:gd name="csY6" fmla="*/ 1100202 h 1123537"/>
                <a:gd name="csX7" fmla="*/ 138545 w 599882"/>
                <a:gd name="csY7" fmla="*/ 1076599 h 1123537"/>
                <a:gd name="csX8" fmla="*/ 1 w 599882"/>
                <a:gd name="csY8" fmla="*/ 30530 h 1123537"/>
                <a:gd name="csX0" fmla="*/ 1 w 599882"/>
                <a:gd name="csY0" fmla="*/ 30530 h 1101237"/>
                <a:gd name="csX1" fmla="*/ 297502 w 599882"/>
                <a:gd name="csY1" fmla="*/ 61060 h 1101237"/>
                <a:gd name="csX2" fmla="*/ 595003 w 599882"/>
                <a:gd name="csY2" fmla="*/ 30530 h 1101237"/>
                <a:gd name="csX3" fmla="*/ 490200 w 599882"/>
                <a:gd name="csY3" fmla="*/ 502372 h 1101237"/>
                <a:gd name="csX4" fmla="*/ 428314 w 599882"/>
                <a:gd name="csY4" fmla="*/ 748206 h 1101237"/>
                <a:gd name="csX5" fmla="*/ 297501 w 599882"/>
                <a:gd name="csY5" fmla="*/ 1100202 h 1101237"/>
                <a:gd name="csX6" fmla="*/ 0 w 599882"/>
                <a:gd name="csY6" fmla="*/ 1069672 h 1101237"/>
                <a:gd name="csX7" fmla="*/ 1 w 599882"/>
                <a:gd name="csY7" fmla="*/ 30530 h 1101237"/>
                <a:gd name="csX0" fmla="*/ 1 w 599882"/>
                <a:gd name="csY0" fmla="*/ 30530 h 1101237"/>
                <a:gd name="csX1" fmla="*/ 297502 w 599882"/>
                <a:gd name="csY1" fmla="*/ 0 h 1101237"/>
                <a:gd name="csX2" fmla="*/ 595003 w 599882"/>
                <a:gd name="csY2" fmla="*/ 30530 h 1101237"/>
                <a:gd name="csX3" fmla="*/ 297502 w 599882"/>
                <a:gd name="csY3" fmla="*/ 61060 h 1101237"/>
                <a:gd name="csX4" fmla="*/ 1 w 599882"/>
                <a:gd name="csY4" fmla="*/ 30530 h 1101237"/>
                <a:gd name="csX0" fmla="*/ 595002 w 599882"/>
                <a:gd name="csY0" fmla="*/ 30530 h 1101237"/>
                <a:gd name="csX1" fmla="*/ 297501 w 599882"/>
                <a:gd name="csY1" fmla="*/ 61060 h 1101237"/>
                <a:gd name="csX2" fmla="*/ 0 w 599882"/>
                <a:gd name="csY2" fmla="*/ 30530 h 1101237"/>
                <a:gd name="csX3" fmla="*/ 297501 w 599882"/>
                <a:gd name="csY3" fmla="*/ 0 h 1101237"/>
                <a:gd name="csX4" fmla="*/ 595002 w 599882"/>
                <a:gd name="csY4" fmla="*/ 30530 h 1101237"/>
                <a:gd name="csX5" fmla="*/ 401040 w 599882"/>
                <a:gd name="csY5" fmla="*/ 1048893 h 1101237"/>
                <a:gd name="csX6" fmla="*/ 297501 w 599882"/>
                <a:gd name="csY6" fmla="*/ 1100202 h 1101237"/>
                <a:gd name="csX7" fmla="*/ 138545 w 599882"/>
                <a:gd name="csY7" fmla="*/ 1076599 h 1101237"/>
                <a:gd name="csX8" fmla="*/ 1 w 599882"/>
                <a:gd name="csY8" fmla="*/ 30530 h 1101237"/>
                <a:gd name="csX0" fmla="*/ 1 w 600058"/>
                <a:gd name="csY0" fmla="*/ 30530 h 1101237"/>
                <a:gd name="csX1" fmla="*/ 297502 w 600058"/>
                <a:gd name="csY1" fmla="*/ 61060 h 1101237"/>
                <a:gd name="csX2" fmla="*/ 595003 w 600058"/>
                <a:gd name="csY2" fmla="*/ 30530 h 1101237"/>
                <a:gd name="csX3" fmla="*/ 492580 w 600058"/>
                <a:gd name="csY3" fmla="*/ 495232 h 1101237"/>
                <a:gd name="csX4" fmla="*/ 428314 w 600058"/>
                <a:gd name="csY4" fmla="*/ 748206 h 1101237"/>
                <a:gd name="csX5" fmla="*/ 297501 w 600058"/>
                <a:gd name="csY5" fmla="*/ 1100202 h 1101237"/>
                <a:gd name="csX6" fmla="*/ 0 w 600058"/>
                <a:gd name="csY6" fmla="*/ 1069672 h 1101237"/>
                <a:gd name="csX7" fmla="*/ 1 w 600058"/>
                <a:gd name="csY7" fmla="*/ 30530 h 1101237"/>
                <a:gd name="csX0" fmla="*/ 1 w 600058"/>
                <a:gd name="csY0" fmla="*/ 30530 h 1101237"/>
                <a:gd name="csX1" fmla="*/ 297502 w 600058"/>
                <a:gd name="csY1" fmla="*/ 0 h 1101237"/>
                <a:gd name="csX2" fmla="*/ 595003 w 600058"/>
                <a:gd name="csY2" fmla="*/ 30530 h 1101237"/>
                <a:gd name="csX3" fmla="*/ 297502 w 600058"/>
                <a:gd name="csY3" fmla="*/ 61060 h 1101237"/>
                <a:gd name="csX4" fmla="*/ 1 w 600058"/>
                <a:gd name="csY4" fmla="*/ 30530 h 1101237"/>
                <a:gd name="csX0" fmla="*/ 595002 w 600058"/>
                <a:gd name="csY0" fmla="*/ 30530 h 1101237"/>
                <a:gd name="csX1" fmla="*/ 297501 w 600058"/>
                <a:gd name="csY1" fmla="*/ 61060 h 1101237"/>
                <a:gd name="csX2" fmla="*/ 0 w 600058"/>
                <a:gd name="csY2" fmla="*/ 30530 h 1101237"/>
                <a:gd name="csX3" fmla="*/ 297501 w 600058"/>
                <a:gd name="csY3" fmla="*/ 0 h 1101237"/>
                <a:gd name="csX4" fmla="*/ 595002 w 600058"/>
                <a:gd name="csY4" fmla="*/ 30530 h 1101237"/>
                <a:gd name="csX5" fmla="*/ 401040 w 600058"/>
                <a:gd name="csY5" fmla="*/ 1048893 h 1101237"/>
                <a:gd name="csX6" fmla="*/ 297501 w 600058"/>
                <a:gd name="csY6" fmla="*/ 1100202 h 1101237"/>
                <a:gd name="csX7" fmla="*/ 138545 w 600058"/>
                <a:gd name="csY7" fmla="*/ 1076599 h 1101237"/>
                <a:gd name="csX8" fmla="*/ 1 w 600058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61060 h 1101237"/>
                <a:gd name="csX2" fmla="*/ 595003 w 606080"/>
                <a:gd name="csY2" fmla="*/ 30530 h 1101237"/>
                <a:gd name="csX3" fmla="*/ 537824 w 606080"/>
                <a:gd name="csY3" fmla="*/ 338069 h 1101237"/>
                <a:gd name="csX4" fmla="*/ 492580 w 606080"/>
                <a:gd name="csY4" fmla="*/ 495232 h 1101237"/>
                <a:gd name="csX5" fmla="*/ 428314 w 606080"/>
                <a:gd name="csY5" fmla="*/ 748206 h 1101237"/>
                <a:gd name="csX6" fmla="*/ 297501 w 606080"/>
                <a:gd name="csY6" fmla="*/ 1100202 h 1101237"/>
                <a:gd name="csX7" fmla="*/ 0 w 606080"/>
                <a:gd name="csY7" fmla="*/ 1069672 h 1101237"/>
                <a:gd name="csX8" fmla="*/ 1 w 606080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0 h 1101237"/>
                <a:gd name="csX2" fmla="*/ 595003 w 606080"/>
                <a:gd name="csY2" fmla="*/ 30530 h 1101237"/>
                <a:gd name="csX3" fmla="*/ 297502 w 606080"/>
                <a:gd name="csY3" fmla="*/ 61060 h 1101237"/>
                <a:gd name="csX4" fmla="*/ 1 w 606080"/>
                <a:gd name="csY4" fmla="*/ 30530 h 1101237"/>
                <a:gd name="csX0" fmla="*/ 595002 w 606080"/>
                <a:gd name="csY0" fmla="*/ 30530 h 1101237"/>
                <a:gd name="csX1" fmla="*/ 297501 w 606080"/>
                <a:gd name="csY1" fmla="*/ 61060 h 1101237"/>
                <a:gd name="csX2" fmla="*/ 0 w 606080"/>
                <a:gd name="csY2" fmla="*/ 30530 h 1101237"/>
                <a:gd name="csX3" fmla="*/ 297501 w 606080"/>
                <a:gd name="csY3" fmla="*/ 0 h 1101237"/>
                <a:gd name="csX4" fmla="*/ 595002 w 606080"/>
                <a:gd name="csY4" fmla="*/ 30530 h 1101237"/>
                <a:gd name="csX5" fmla="*/ 401040 w 606080"/>
                <a:gd name="csY5" fmla="*/ 1048893 h 1101237"/>
                <a:gd name="csX6" fmla="*/ 297501 w 606080"/>
                <a:gd name="csY6" fmla="*/ 1100202 h 1101237"/>
                <a:gd name="csX7" fmla="*/ 138545 w 606080"/>
                <a:gd name="csY7" fmla="*/ 1076599 h 1101237"/>
                <a:gd name="csX8" fmla="*/ 1 w 606080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61060 h 1101237"/>
                <a:gd name="csX2" fmla="*/ 595003 w 606080"/>
                <a:gd name="csY2" fmla="*/ 30530 h 1101237"/>
                <a:gd name="csX3" fmla="*/ 537824 w 606080"/>
                <a:gd name="csY3" fmla="*/ 338069 h 1101237"/>
                <a:gd name="csX4" fmla="*/ 492580 w 606080"/>
                <a:gd name="csY4" fmla="*/ 495232 h 1101237"/>
                <a:gd name="csX5" fmla="*/ 428314 w 606080"/>
                <a:gd name="csY5" fmla="*/ 748206 h 1101237"/>
                <a:gd name="csX6" fmla="*/ 297501 w 606080"/>
                <a:gd name="csY6" fmla="*/ 1100202 h 1101237"/>
                <a:gd name="csX7" fmla="*/ 147641 w 606080"/>
                <a:gd name="csY7" fmla="*/ 1064913 h 1101237"/>
                <a:gd name="csX8" fmla="*/ 1 w 606080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0 h 1101237"/>
                <a:gd name="csX2" fmla="*/ 595003 w 606080"/>
                <a:gd name="csY2" fmla="*/ 30530 h 1101237"/>
                <a:gd name="csX3" fmla="*/ 297502 w 606080"/>
                <a:gd name="csY3" fmla="*/ 61060 h 1101237"/>
                <a:gd name="csX4" fmla="*/ 1 w 606080"/>
                <a:gd name="csY4" fmla="*/ 30530 h 1101237"/>
                <a:gd name="csX0" fmla="*/ 595002 w 606080"/>
                <a:gd name="csY0" fmla="*/ 30530 h 1101237"/>
                <a:gd name="csX1" fmla="*/ 297501 w 606080"/>
                <a:gd name="csY1" fmla="*/ 61060 h 1101237"/>
                <a:gd name="csX2" fmla="*/ 0 w 606080"/>
                <a:gd name="csY2" fmla="*/ 30530 h 1101237"/>
                <a:gd name="csX3" fmla="*/ 297501 w 606080"/>
                <a:gd name="csY3" fmla="*/ 0 h 1101237"/>
                <a:gd name="csX4" fmla="*/ 595002 w 606080"/>
                <a:gd name="csY4" fmla="*/ 30530 h 1101237"/>
                <a:gd name="csX5" fmla="*/ 401040 w 606080"/>
                <a:gd name="csY5" fmla="*/ 1048893 h 1101237"/>
                <a:gd name="csX6" fmla="*/ 297501 w 606080"/>
                <a:gd name="csY6" fmla="*/ 1100202 h 1101237"/>
                <a:gd name="csX7" fmla="*/ 138545 w 606080"/>
                <a:gd name="csY7" fmla="*/ 1076599 h 1101237"/>
                <a:gd name="csX8" fmla="*/ 1 w 606080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61060 h 1101237"/>
                <a:gd name="csX2" fmla="*/ 595003 w 606080"/>
                <a:gd name="csY2" fmla="*/ 30530 h 1101237"/>
                <a:gd name="csX3" fmla="*/ 537824 w 606080"/>
                <a:gd name="csY3" fmla="*/ 338069 h 1101237"/>
                <a:gd name="csX4" fmla="*/ 506631 w 606080"/>
                <a:gd name="csY4" fmla="*/ 497627 h 1101237"/>
                <a:gd name="csX5" fmla="*/ 428314 w 606080"/>
                <a:gd name="csY5" fmla="*/ 748206 h 1101237"/>
                <a:gd name="csX6" fmla="*/ 297501 w 606080"/>
                <a:gd name="csY6" fmla="*/ 1100202 h 1101237"/>
                <a:gd name="csX7" fmla="*/ 147641 w 606080"/>
                <a:gd name="csY7" fmla="*/ 1064913 h 1101237"/>
                <a:gd name="csX8" fmla="*/ 1 w 606080"/>
                <a:gd name="csY8" fmla="*/ 30530 h 1101237"/>
                <a:gd name="csX0" fmla="*/ 1 w 606080"/>
                <a:gd name="csY0" fmla="*/ 30530 h 1101237"/>
                <a:gd name="csX1" fmla="*/ 297502 w 606080"/>
                <a:gd name="csY1" fmla="*/ 0 h 1101237"/>
                <a:gd name="csX2" fmla="*/ 595003 w 606080"/>
                <a:gd name="csY2" fmla="*/ 30530 h 1101237"/>
                <a:gd name="csX3" fmla="*/ 297502 w 606080"/>
                <a:gd name="csY3" fmla="*/ 61060 h 1101237"/>
                <a:gd name="csX4" fmla="*/ 1 w 606080"/>
                <a:gd name="csY4" fmla="*/ 30530 h 1101237"/>
                <a:gd name="csX0" fmla="*/ 595002 w 606080"/>
                <a:gd name="csY0" fmla="*/ 30530 h 1101237"/>
                <a:gd name="csX1" fmla="*/ 297501 w 606080"/>
                <a:gd name="csY1" fmla="*/ 61060 h 1101237"/>
                <a:gd name="csX2" fmla="*/ 0 w 606080"/>
                <a:gd name="csY2" fmla="*/ 30530 h 1101237"/>
                <a:gd name="csX3" fmla="*/ 297501 w 606080"/>
                <a:gd name="csY3" fmla="*/ 0 h 1101237"/>
                <a:gd name="csX4" fmla="*/ 595002 w 606080"/>
                <a:gd name="csY4" fmla="*/ 30530 h 1101237"/>
                <a:gd name="csX5" fmla="*/ 401040 w 606080"/>
                <a:gd name="csY5" fmla="*/ 1048893 h 1101237"/>
                <a:gd name="csX6" fmla="*/ 297501 w 606080"/>
                <a:gd name="csY6" fmla="*/ 1100202 h 1101237"/>
                <a:gd name="csX7" fmla="*/ 138545 w 606080"/>
                <a:gd name="csY7" fmla="*/ 1076599 h 1101237"/>
                <a:gd name="csX8" fmla="*/ 1 w 606080"/>
                <a:gd name="csY8" fmla="*/ 30530 h 1101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06080" h="1101237" stroke="0" extrusionOk="0">
                  <a:moveTo>
                    <a:pt x="1" y="30530"/>
                  </a:moveTo>
                  <a:cubicBezTo>
                    <a:pt x="1" y="47391"/>
                    <a:pt x="133197" y="61060"/>
                    <a:pt x="297502" y="61060"/>
                  </a:cubicBezTo>
                  <a:cubicBezTo>
                    <a:pt x="461807" y="61060"/>
                    <a:pt x="554949" y="-15638"/>
                    <a:pt x="595003" y="30530"/>
                  </a:cubicBezTo>
                  <a:cubicBezTo>
                    <a:pt x="635057" y="76698"/>
                    <a:pt x="554894" y="260619"/>
                    <a:pt x="537824" y="338069"/>
                  </a:cubicBezTo>
                  <a:cubicBezTo>
                    <a:pt x="520754" y="415519"/>
                    <a:pt x="522105" y="427286"/>
                    <a:pt x="506631" y="497627"/>
                  </a:cubicBezTo>
                  <a:cubicBezTo>
                    <a:pt x="491158" y="567968"/>
                    <a:pt x="463169" y="647777"/>
                    <a:pt x="428314" y="748206"/>
                  </a:cubicBezTo>
                  <a:cubicBezTo>
                    <a:pt x="393459" y="848635"/>
                    <a:pt x="461806" y="1100202"/>
                    <a:pt x="297501" y="1100202"/>
                  </a:cubicBezTo>
                  <a:cubicBezTo>
                    <a:pt x="133196" y="1100202"/>
                    <a:pt x="147641" y="1081774"/>
                    <a:pt x="147641" y="1064913"/>
                  </a:cubicBezTo>
                  <a:cubicBezTo>
                    <a:pt x="147641" y="718532"/>
                    <a:pt x="1" y="376911"/>
                    <a:pt x="1" y="30530"/>
                  </a:cubicBezTo>
                  <a:close/>
                </a:path>
                <a:path w="606080" h="1101237" fill="lighten" stroke="0" extrusionOk="0">
                  <a:moveTo>
                    <a:pt x="1" y="30530"/>
                  </a:moveTo>
                  <a:cubicBezTo>
                    <a:pt x="1" y="13669"/>
                    <a:pt x="133197" y="0"/>
                    <a:pt x="297502" y="0"/>
                  </a:cubicBezTo>
                  <a:cubicBezTo>
                    <a:pt x="461807" y="0"/>
                    <a:pt x="595003" y="13669"/>
                    <a:pt x="595003" y="30530"/>
                  </a:cubicBezTo>
                  <a:cubicBezTo>
                    <a:pt x="595003" y="47391"/>
                    <a:pt x="461807" y="61060"/>
                    <a:pt x="297502" y="61060"/>
                  </a:cubicBezTo>
                  <a:cubicBezTo>
                    <a:pt x="133197" y="61060"/>
                    <a:pt x="1" y="47391"/>
                    <a:pt x="1" y="30530"/>
                  </a:cubicBezTo>
                  <a:close/>
                </a:path>
                <a:path w="606080" h="1101237" fill="none" extrusionOk="0">
                  <a:moveTo>
                    <a:pt x="595002" y="30530"/>
                  </a:moveTo>
                  <a:cubicBezTo>
                    <a:pt x="595002" y="47391"/>
                    <a:pt x="461806" y="61060"/>
                    <a:pt x="297501" y="61060"/>
                  </a:cubicBezTo>
                  <a:cubicBezTo>
                    <a:pt x="133196" y="61060"/>
                    <a:pt x="0" y="47391"/>
                    <a:pt x="0" y="30530"/>
                  </a:cubicBezTo>
                  <a:cubicBezTo>
                    <a:pt x="0" y="13669"/>
                    <a:pt x="133196" y="0"/>
                    <a:pt x="297501" y="0"/>
                  </a:cubicBezTo>
                  <a:cubicBezTo>
                    <a:pt x="461806" y="0"/>
                    <a:pt x="595002" y="13669"/>
                    <a:pt x="595002" y="30530"/>
                  </a:cubicBezTo>
                  <a:cubicBezTo>
                    <a:pt x="595002" y="376911"/>
                    <a:pt x="401040" y="702512"/>
                    <a:pt x="401040" y="1048893"/>
                  </a:cubicBezTo>
                  <a:cubicBezTo>
                    <a:pt x="401040" y="1065754"/>
                    <a:pt x="341250" y="1095584"/>
                    <a:pt x="297501" y="1100202"/>
                  </a:cubicBezTo>
                  <a:cubicBezTo>
                    <a:pt x="253752" y="1104820"/>
                    <a:pt x="138545" y="1093460"/>
                    <a:pt x="138545" y="1076599"/>
                  </a:cubicBezTo>
                  <a:cubicBezTo>
                    <a:pt x="138545" y="730218"/>
                    <a:pt x="1" y="376911"/>
                    <a:pt x="1" y="30530"/>
                  </a:cubicBezTo>
                </a:path>
              </a:pathLst>
            </a:custGeom>
            <a:gradFill>
              <a:gsLst>
                <a:gs pos="59000">
                  <a:srgbClr val="383838"/>
                </a:gs>
                <a:gs pos="0">
                  <a:schemeClr val="tx1">
                    <a:lumMod val="95000"/>
                    <a:lumOff val="5000"/>
                  </a:schemeClr>
                </a:gs>
                <a:gs pos="79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93C5D87-B4E4-1F46-3E4F-351B99C8C868}"/>
                </a:ext>
              </a:extLst>
            </p:cNvPr>
            <p:cNvSpPr/>
            <p:nvPr/>
          </p:nvSpPr>
          <p:spPr>
            <a:xfrm rot="2258546">
              <a:off x="1097280" y="2827899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0ADEB530-DF01-0BDA-05D8-37CBFB0758A5}"/>
                </a:ext>
              </a:extLst>
            </p:cNvPr>
            <p:cNvSpPr/>
            <p:nvPr/>
          </p:nvSpPr>
          <p:spPr>
            <a:xfrm rot="2258546">
              <a:off x="1554480" y="2826379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CFD8370D-E45A-56E5-7B9C-A695F0F070B2}"/>
                </a:ext>
              </a:extLst>
            </p:cNvPr>
            <p:cNvSpPr/>
            <p:nvPr/>
          </p:nvSpPr>
          <p:spPr>
            <a:xfrm rot="2258546">
              <a:off x="2011680" y="2829554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1D338612-D3C9-D318-66D3-CF6E6799BCCA}"/>
                </a:ext>
              </a:extLst>
            </p:cNvPr>
            <p:cNvSpPr/>
            <p:nvPr/>
          </p:nvSpPr>
          <p:spPr>
            <a:xfrm rot="2258546">
              <a:off x="2468880" y="2826379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17440E50-B79B-9DF3-E4A2-D0969F1FE34E}"/>
                </a:ext>
              </a:extLst>
            </p:cNvPr>
            <p:cNvSpPr/>
            <p:nvPr/>
          </p:nvSpPr>
          <p:spPr>
            <a:xfrm rot="2258546">
              <a:off x="2926080" y="2823204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390E0B83-A0D3-5E75-4D55-C76CBE4C6128}"/>
                </a:ext>
              </a:extLst>
            </p:cNvPr>
            <p:cNvSpPr/>
            <p:nvPr/>
          </p:nvSpPr>
          <p:spPr>
            <a:xfrm rot="2258546">
              <a:off x="3840480" y="2823202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220B1BC9-388E-0CF1-B5EB-DA9F1F565A80}"/>
                </a:ext>
              </a:extLst>
            </p:cNvPr>
            <p:cNvSpPr/>
            <p:nvPr/>
          </p:nvSpPr>
          <p:spPr>
            <a:xfrm rot="2258546">
              <a:off x="3383280" y="2823202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05CD77DE-FB0B-80C5-403D-76D9F5FD39F3}"/>
                </a:ext>
              </a:extLst>
            </p:cNvPr>
            <p:cNvSpPr/>
            <p:nvPr/>
          </p:nvSpPr>
          <p:spPr>
            <a:xfrm rot="2258546">
              <a:off x="4297680" y="2823202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699C22E5-77E7-91DE-498A-E577C84325B1}"/>
                </a:ext>
              </a:extLst>
            </p:cNvPr>
            <p:cNvSpPr/>
            <p:nvPr/>
          </p:nvSpPr>
          <p:spPr>
            <a:xfrm rot="2258546">
              <a:off x="4754880" y="2823201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CB530B40-2B32-91D8-0BC4-0B54812476AE}"/>
                </a:ext>
              </a:extLst>
            </p:cNvPr>
            <p:cNvSpPr/>
            <p:nvPr/>
          </p:nvSpPr>
          <p:spPr>
            <a:xfrm rot="2258546">
              <a:off x="5212080" y="2823202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748D55C-C48C-8CAB-160F-513FAC2E7A29}"/>
                </a:ext>
              </a:extLst>
            </p:cNvPr>
            <p:cNvSpPr/>
            <p:nvPr/>
          </p:nvSpPr>
          <p:spPr>
            <a:xfrm rot="2258546">
              <a:off x="5669280" y="2826378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1F573EF-9393-007D-E260-C2F60BEB0510}"/>
                </a:ext>
              </a:extLst>
            </p:cNvPr>
            <p:cNvSpPr/>
            <p:nvPr/>
          </p:nvSpPr>
          <p:spPr>
            <a:xfrm rot="2258546">
              <a:off x="6126480" y="2826374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91335C7D-1B12-C9BC-B945-541B2B32386F}"/>
                </a:ext>
              </a:extLst>
            </p:cNvPr>
            <p:cNvSpPr/>
            <p:nvPr/>
          </p:nvSpPr>
          <p:spPr>
            <a:xfrm rot="2258546">
              <a:off x="6583680" y="2823200"/>
              <a:ext cx="344298" cy="392647"/>
            </a:xfrm>
            <a:prstGeom prst="arc">
              <a:avLst/>
            </a:prstGeom>
            <a:noFill/>
            <a:ln w="38100">
              <a:solidFill>
                <a:schemeClr val="accent2"/>
              </a:solidFill>
            </a:ln>
            <a:effectLst>
              <a:glow rad="2286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822C32F-BC62-1D9B-F584-344172A5255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38" y="2855984"/>
              <a:ext cx="5973762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2EEDB31-103A-E089-C696-BCE15A3776EE}"/>
                </a:ext>
              </a:extLst>
            </p:cNvPr>
            <p:cNvCxnSpPr>
              <a:cxnSpLocks/>
            </p:cNvCxnSpPr>
            <p:nvPr/>
          </p:nvCxnSpPr>
          <p:spPr>
            <a:xfrm>
              <a:off x="1201103" y="3124199"/>
              <a:ext cx="6012497" cy="0"/>
            </a:xfrm>
            <a:prstGeom prst="line">
              <a:avLst/>
            </a:prstGeom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505AD663-C0F2-98DA-F6B5-93E2B1244953}"/>
                </a:ext>
              </a:extLst>
            </p:cNvPr>
            <p:cNvSpPr/>
            <p:nvPr/>
          </p:nvSpPr>
          <p:spPr>
            <a:xfrm>
              <a:off x="2801754" y="3233738"/>
              <a:ext cx="4497161" cy="206476"/>
            </a:xfrm>
            <a:prstGeom prst="roundRect">
              <a:avLst>
                <a:gd name="adj" fmla="val 37426"/>
              </a:avLst>
            </a:prstGeom>
            <a:gradFill flip="none" rotWithShape="1">
              <a:gsLst>
                <a:gs pos="17000">
                  <a:schemeClr val="accent2">
                    <a:shade val="30000"/>
                    <a:satMod val="115000"/>
                  </a:schemeClr>
                </a:gs>
                <a:gs pos="42000">
                  <a:schemeClr val="accent2">
                    <a:shade val="67500"/>
                    <a:satMod val="115000"/>
                  </a:schemeClr>
                </a:gs>
                <a:gs pos="100000">
                  <a:schemeClr val="accent2">
                    <a:lumMod val="20000"/>
                    <a:lumOff val="80000"/>
                  </a:schemeClr>
                </a:gs>
                <a:gs pos="58000">
                  <a:schemeClr val="accent2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C57A724-6854-CA30-5D53-A6A9FAFA1111}"/>
                </a:ext>
              </a:extLst>
            </p:cNvPr>
            <p:cNvSpPr/>
            <p:nvPr/>
          </p:nvSpPr>
          <p:spPr>
            <a:xfrm>
              <a:off x="6849382" y="2180917"/>
              <a:ext cx="155759" cy="466127"/>
            </a:xfrm>
            <a:prstGeom prst="roundRect">
              <a:avLst>
                <a:gd name="adj" fmla="val 37426"/>
              </a:avLst>
            </a:prstGeom>
            <a:gradFill flip="none" rotWithShape="1">
              <a:gsLst>
                <a:gs pos="17000">
                  <a:schemeClr val="accent2">
                    <a:shade val="30000"/>
                    <a:satMod val="115000"/>
                  </a:schemeClr>
                </a:gs>
                <a:gs pos="42000">
                  <a:schemeClr val="accent2">
                    <a:shade val="67500"/>
                    <a:satMod val="115000"/>
                  </a:schemeClr>
                </a:gs>
                <a:gs pos="100000">
                  <a:schemeClr val="accent2">
                    <a:lumMod val="20000"/>
                    <a:lumOff val="80000"/>
                  </a:schemeClr>
                </a:gs>
                <a:gs pos="58000">
                  <a:schemeClr val="accent2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FEE88581-A0BE-A662-9DA1-C65A4E853B41}"/>
                </a:ext>
              </a:extLst>
            </p:cNvPr>
            <p:cNvSpPr/>
            <p:nvPr/>
          </p:nvSpPr>
          <p:spPr>
            <a:xfrm>
              <a:off x="7888736" y="2182092"/>
              <a:ext cx="155759" cy="466127"/>
            </a:xfrm>
            <a:prstGeom prst="roundRect">
              <a:avLst>
                <a:gd name="adj" fmla="val 37426"/>
              </a:avLst>
            </a:prstGeom>
            <a:gradFill flip="none" rotWithShape="1">
              <a:gsLst>
                <a:gs pos="17000">
                  <a:schemeClr val="accent2">
                    <a:shade val="30000"/>
                    <a:satMod val="115000"/>
                  </a:schemeClr>
                </a:gs>
                <a:gs pos="42000">
                  <a:schemeClr val="accent2">
                    <a:shade val="67500"/>
                    <a:satMod val="115000"/>
                  </a:schemeClr>
                </a:gs>
                <a:gs pos="100000">
                  <a:schemeClr val="accent2">
                    <a:lumMod val="20000"/>
                    <a:lumOff val="80000"/>
                  </a:schemeClr>
                </a:gs>
                <a:gs pos="58000">
                  <a:schemeClr val="accent2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F1FE231F-F93A-FE47-38C2-B9370D59EA69}"/>
                </a:ext>
              </a:extLst>
            </p:cNvPr>
            <p:cNvSpPr/>
            <p:nvPr/>
          </p:nvSpPr>
          <p:spPr>
            <a:xfrm>
              <a:off x="7369059" y="2186928"/>
              <a:ext cx="155759" cy="466127"/>
            </a:xfrm>
            <a:prstGeom prst="roundRect">
              <a:avLst>
                <a:gd name="adj" fmla="val 37426"/>
              </a:avLst>
            </a:prstGeom>
            <a:gradFill flip="none" rotWithShape="1">
              <a:gsLst>
                <a:gs pos="17000">
                  <a:schemeClr val="accent2">
                    <a:shade val="30000"/>
                    <a:satMod val="115000"/>
                  </a:schemeClr>
                </a:gs>
                <a:gs pos="42000">
                  <a:schemeClr val="accent2">
                    <a:shade val="67500"/>
                    <a:satMod val="115000"/>
                  </a:schemeClr>
                </a:gs>
                <a:gs pos="100000">
                  <a:schemeClr val="accent2">
                    <a:lumMod val="20000"/>
                    <a:lumOff val="80000"/>
                  </a:schemeClr>
                </a:gs>
                <a:gs pos="58000">
                  <a:schemeClr val="accent2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3F98F8B-320A-AAF1-7251-31EAA6C9F063}"/>
                </a:ext>
              </a:extLst>
            </p:cNvPr>
            <p:cNvSpPr/>
            <p:nvPr/>
          </p:nvSpPr>
          <p:spPr>
            <a:xfrm>
              <a:off x="10383034" y="3480394"/>
              <a:ext cx="192891" cy="1142405"/>
            </a:xfrm>
            <a:prstGeom prst="roundRect">
              <a:avLst>
                <a:gd name="adj" fmla="val 37426"/>
              </a:avLst>
            </a:prstGeom>
            <a:gradFill flip="none" rotWithShape="1">
              <a:gsLst>
                <a:gs pos="17000">
                  <a:schemeClr val="accent2">
                    <a:shade val="30000"/>
                    <a:satMod val="115000"/>
                  </a:schemeClr>
                </a:gs>
                <a:gs pos="42000">
                  <a:schemeClr val="accent2">
                    <a:shade val="67500"/>
                    <a:satMod val="115000"/>
                  </a:schemeClr>
                </a:gs>
                <a:gs pos="100000">
                  <a:schemeClr val="accent2">
                    <a:lumMod val="20000"/>
                    <a:lumOff val="80000"/>
                  </a:schemeClr>
                </a:gs>
                <a:gs pos="58000">
                  <a:schemeClr val="accent2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1758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rgbClr val="C00000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7A7DF428-AAB6-F8B6-D6F8-920945B204A4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Double Lightsabers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7D6C2EA-41CB-E216-AE57-867B3C0851B6}"/>
              </a:ext>
            </a:extLst>
          </p:cNvPr>
          <p:cNvGrpSpPr/>
          <p:nvPr/>
        </p:nvGrpSpPr>
        <p:grpSpPr>
          <a:xfrm>
            <a:off x="1515574" y="1957662"/>
            <a:ext cx="9954354" cy="3806034"/>
            <a:chOff x="1563199" y="1900512"/>
            <a:chExt cx="9954354" cy="380603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2741624-1D6F-969A-3E3C-9C14C58027F8}"/>
                </a:ext>
              </a:extLst>
            </p:cNvPr>
            <p:cNvGrpSpPr/>
            <p:nvPr/>
          </p:nvGrpSpPr>
          <p:grpSpPr>
            <a:xfrm>
              <a:off x="1702551" y="1900512"/>
              <a:ext cx="9815002" cy="3754887"/>
              <a:chOff x="1156451" y="1876927"/>
              <a:chExt cx="9815002" cy="3754887"/>
            </a:xfrm>
          </p:grpSpPr>
          <p:sp>
            <p:nvSpPr>
              <p:cNvPr id="5" name="Flowchart: Delay 4">
                <a:extLst>
                  <a:ext uri="{FF2B5EF4-FFF2-40B4-BE49-F238E27FC236}">
                    <a16:creationId xmlns:a16="http://schemas.microsoft.com/office/drawing/2014/main" id="{4B028684-B568-77BB-63C2-6F6BCB8DB42E}"/>
                  </a:ext>
                </a:extLst>
              </p:cNvPr>
              <p:cNvSpPr/>
              <p:nvPr/>
            </p:nvSpPr>
            <p:spPr>
              <a:xfrm rot="19516687">
                <a:off x="3748912" y="1891477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F0">
                      <a:tint val="66000"/>
                      <a:satMod val="160000"/>
                    </a:srgbClr>
                  </a:gs>
                  <a:gs pos="50000">
                    <a:srgbClr val="00B0F0">
                      <a:tint val="44500"/>
                      <a:satMod val="160000"/>
                    </a:srgbClr>
                  </a:gs>
                  <a:gs pos="100000">
                    <a:srgbClr val="00B0F0">
                      <a:tint val="23500"/>
                      <a:satMod val="160000"/>
                    </a:srgbClr>
                  </a:gs>
                </a:gsLst>
                <a:lin ang="18900000" scaled="1"/>
                <a:tileRect/>
              </a:gradFill>
              <a:ln w="38100">
                <a:noFill/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A6D44BCF-AA83-6F75-92AB-4CC847AC7950}"/>
                  </a:ext>
                </a:extLst>
              </p:cNvPr>
              <p:cNvGrpSpPr/>
              <p:nvPr/>
            </p:nvGrpSpPr>
            <p:grpSpPr>
              <a:xfrm rot="3321516">
                <a:off x="2507096" y="3353434"/>
                <a:ext cx="927735" cy="3629025"/>
                <a:chOff x="4824412" y="1506855"/>
                <a:chExt cx="927735" cy="3629025"/>
              </a:xfrm>
            </p:grpSpPr>
            <p:sp>
              <p:nvSpPr>
                <p:cNvPr id="8" name="Cylinder 7">
                  <a:extLst>
                    <a:ext uri="{FF2B5EF4-FFF2-40B4-BE49-F238E27FC236}">
                      <a16:creationId xmlns:a16="http://schemas.microsoft.com/office/drawing/2014/main" id="{3B62B8E8-FFAF-786C-281A-3E6676CB15A2}"/>
                    </a:ext>
                  </a:extLst>
                </p:cNvPr>
                <p:cNvSpPr/>
                <p:nvPr/>
              </p:nvSpPr>
              <p:spPr>
                <a:xfrm>
                  <a:off x="4922520" y="1543050"/>
                  <a:ext cx="731520" cy="3592830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75000"/>
                        <a:tint val="66000"/>
                        <a:satMod val="160000"/>
                      </a:schemeClr>
                    </a:gs>
                    <a:gs pos="50000">
                      <a:schemeClr val="accent3">
                        <a:lumMod val="75000"/>
                        <a:tint val="44500"/>
                        <a:satMod val="160000"/>
                      </a:schemeClr>
                    </a:gs>
                    <a:gs pos="100000">
                      <a:schemeClr val="accent3">
                        <a:lumMod val="7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Alternate Process 8">
                  <a:extLst>
                    <a:ext uri="{FF2B5EF4-FFF2-40B4-BE49-F238E27FC236}">
                      <a16:creationId xmlns:a16="http://schemas.microsoft.com/office/drawing/2014/main" id="{93773408-6DAD-DC51-593D-6FA919DB1067}"/>
                    </a:ext>
                  </a:extLst>
                </p:cNvPr>
                <p:cNvSpPr/>
                <p:nvPr/>
              </p:nvSpPr>
              <p:spPr>
                <a:xfrm>
                  <a:off x="4872990" y="29146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Flowchart: Alternate Process 9">
                  <a:extLst>
                    <a:ext uri="{FF2B5EF4-FFF2-40B4-BE49-F238E27FC236}">
                      <a16:creationId xmlns:a16="http://schemas.microsoft.com/office/drawing/2014/main" id="{5C06E7DF-ED95-52CB-D7D4-56BE773BB7FF}"/>
                    </a:ext>
                  </a:extLst>
                </p:cNvPr>
                <p:cNvSpPr/>
                <p:nvPr/>
              </p:nvSpPr>
              <p:spPr>
                <a:xfrm>
                  <a:off x="4872990" y="392811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Flowchart: Alternate Process 10">
                  <a:extLst>
                    <a:ext uri="{FF2B5EF4-FFF2-40B4-BE49-F238E27FC236}">
                      <a16:creationId xmlns:a16="http://schemas.microsoft.com/office/drawing/2014/main" id="{4F60DDA2-F9CF-F409-877C-A1AB12F4286A}"/>
                    </a:ext>
                  </a:extLst>
                </p:cNvPr>
                <p:cNvSpPr/>
                <p:nvPr/>
              </p:nvSpPr>
              <p:spPr>
                <a:xfrm>
                  <a:off x="4872990" y="41490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Flowchart: Alternate Process 11">
                  <a:extLst>
                    <a:ext uri="{FF2B5EF4-FFF2-40B4-BE49-F238E27FC236}">
                      <a16:creationId xmlns:a16="http://schemas.microsoft.com/office/drawing/2014/main" id="{45605E32-5601-229D-D798-6E637015FDB6}"/>
                    </a:ext>
                  </a:extLst>
                </p:cNvPr>
                <p:cNvSpPr/>
                <p:nvPr/>
              </p:nvSpPr>
              <p:spPr>
                <a:xfrm>
                  <a:off x="4872990" y="43700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Flowchart: Alternate Process 12">
                  <a:extLst>
                    <a:ext uri="{FF2B5EF4-FFF2-40B4-BE49-F238E27FC236}">
                      <a16:creationId xmlns:a16="http://schemas.microsoft.com/office/drawing/2014/main" id="{A2A94D0B-E13E-339C-3BD8-87788816391C}"/>
                    </a:ext>
                  </a:extLst>
                </p:cNvPr>
                <p:cNvSpPr/>
                <p:nvPr/>
              </p:nvSpPr>
              <p:spPr>
                <a:xfrm>
                  <a:off x="4872990" y="45910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Flowchart: Alternate Process 13">
                  <a:extLst>
                    <a:ext uri="{FF2B5EF4-FFF2-40B4-BE49-F238E27FC236}">
                      <a16:creationId xmlns:a16="http://schemas.microsoft.com/office/drawing/2014/main" id="{B90A8C60-46B3-14A8-326D-240143F7F9D6}"/>
                    </a:ext>
                  </a:extLst>
                </p:cNvPr>
                <p:cNvSpPr/>
                <p:nvPr/>
              </p:nvSpPr>
              <p:spPr>
                <a:xfrm>
                  <a:off x="4872990" y="26936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Flowchart: Alternate Process 14">
                  <a:extLst>
                    <a:ext uri="{FF2B5EF4-FFF2-40B4-BE49-F238E27FC236}">
                      <a16:creationId xmlns:a16="http://schemas.microsoft.com/office/drawing/2014/main" id="{395D2110-B056-CED0-5703-7108436476D6}"/>
                    </a:ext>
                  </a:extLst>
                </p:cNvPr>
                <p:cNvSpPr/>
                <p:nvPr/>
              </p:nvSpPr>
              <p:spPr>
                <a:xfrm>
                  <a:off x="4872990" y="481203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lowchart: Alternate Process 15">
                  <a:extLst>
                    <a:ext uri="{FF2B5EF4-FFF2-40B4-BE49-F238E27FC236}">
                      <a16:creationId xmlns:a16="http://schemas.microsoft.com/office/drawing/2014/main" id="{F23E57DF-B500-56AB-B31B-627DF0106E11}"/>
                    </a:ext>
                  </a:extLst>
                </p:cNvPr>
                <p:cNvSpPr/>
                <p:nvPr/>
              </p:nvSpPr>
              <p:spPr>
                <a:xfrm>
                  <a:off x="4872990" y="24726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Cube 16">
                  <a:extLst>
                    <a:ext uri="{FF2B5EF4-FFF2-40B4-BE49-F238E27FC236}">
                      <a16:creationId xmlns:a16="http://schemas.microsoft.com/office/drawing/2014/main" id="{644FF7A1-443D-95D8-6CD6-07F8BFD3C91D}"/>
                    </a:ext>
                  </a:extLst>
                </p:cNvPr>
                <p:cNvSpPr/>
                <p:nvPr/>
              </p:nvSpPr>
              <p:spPr>
                <a:xfrm>
                  <a:off x="5288280" y="3108960"/>
                  <a:ext cx="270510" cy="782955"/>
                </a:xfrm>
                <a:prstGeom prst="cube">
                  <a:avLst>
                    <a:gd name="adj" fmla="val 16549"/>
                  </a:avLst>
                </a:prstGeom>
                <a:gradFill flip="none" rotWithShape="1"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D6FCA96B-53E7-C71B-4945-65740ACCD5B7}"/>
                    </a:ext>
                  </a:extLst>
                </p:cNvPr>
                <p:cNvSpPr/>
                <p:nvPr/>
              </p:nvSpPr>
              <p:spPr>
                <a:xfrm>
                  <a:off x="4987290" y="3188970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76A16DE5-7035-922B-FCE4-98143414DEAE}"/>
                    </a:ext>
                  </a:extLst>
                </p:cNvPr>
                <p:cNvSpPr/>
                <p:nvPr/>
              </p:nvSpPr>
              <p:spPr>
                <a:xfrm>
                  <a:off x="4987290" y="3526155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Cylinder 19">
                  <a:extLst>
                    <a:ext uri="{FF2B5EF4-FFF2-40B4-BE49-F238E27FC236}">
                      <a16:creationId xmlns:a16="http://schemas.microsoft.com/office/drawing/2014/main" id="{D7E372FF-7617-2B93-487E-F41E3E6625F4}"/>
                    </a:ext>
                  </a:extLst>
                </p:cNvPr>
                <p:cNvSpPr/>
                <p:nvPr/>
              </p:nvSpPr>
              <p:spPr>
                <a:xfrm>
                  <a:off x="4824412" y="1506855"/>
                  <a:ext cx="927735" cy="310515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accent3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accent3">
                        <a:lumMod val="50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1A929E6-0C26-1DF4-B6F8-0467930E9124}"/>
                    </a:ext>
                  </a:extLst>
                </p:cNvPr>
                <p:cNvSpPr/>
                <p:nvPr/>
              </p:nvSpPr>
              <p:spPr>
                <a:xfrm>
                  <a:off x="5076822" y="1945005"/>
                  <a:ext cx="422911" cy="384810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42B31B93-5B5E-138F-E295-4B89395B6A18}"/>
                    </a:ext>
                  </a:extLst>
                </p:cNvPr>
                <p:cNvSpPr/>
                <p:nvPr/>
              </p:nvSpPr>
              <p:spPr>
                <a:xfrm>
                  <a:off x="5153023" y="2011680"/>
                  <a:ext cx="270511" cy="259080"/>
                </a:xfrm>
                <a:prstGeom prst="ellipse">
                  <a:avLst/>
                </a:prstGeom>
                <a:solidFill>
                  <a:srgbClr val="FE1E1E"/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" name="Flowchart: Delay 6">
                <a:extLst>
                  <a:ext uri="{FF2B5EF4-FFF2-40B4-BE49-F238E27FC236}">
                    <a16:creationId xmlns:a16="http://schemas.microsoft.com/office/drawing/2014/main" id="{871B8002-9C04-D59A-63A5-1DE20B9A7AA4}"/>
                  </a:ext>
                </a:extLst>
              </p:cNvPr>
              <p:cNvSpPr/>
              <p:nvPr/>
            </p:nvSpPr>
            <p:spPr>
              <a:xfrm rot="19516687">
                <a:off x="3767147" y="1876927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F0">
                      <a:tint val="66000"/>
                      <a:satMod val="160000"/>
                    </a:srgbClr>
                  </a:gs>
                  <a:gs pos="50000">
                    <a:srgbClr val="00B0F0">
                      <a:tint val="44500"/>
                      <a:satMod val="160000"/>
                    </a:srgbClr>
                  </a:gs>
                  <a:gs pos="100000">
                    <a:srgbClr val="00B0F0">
                      <a:tint val="23500"/>
                      <a:satMod val="160000"/>
                    </a:srgbClr>
                  </a:gs>
                </a:gsLst>
                <a:lin ang="189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AD4E368-A7A6-FBA5-2198-351AE257701C}"/>
                </a:ext>
              </a:extLst>
            </p:cNvPr>
            <p:cNvGrpSpPr/>
            <p:nvPr/>
          </p:nvGrpSpPr>
          <p:grpSpPr>
            <a:xfrm flipH="1">
              <a:off x="1563199" y="1953576"/>
              <a:ext cx="9814654" cy="3752970"/>
              <a:chOff x="1156451" y="1878844"/>
              <a:chExt cx="9814654" cy="3752970"/>
            </a:xfrm>
          </p:grpSpPr>
          <p:sp>
            <p:nvSpPr>
              <p:cNvPr id="25" name="Flowchart: Delay 24">
                <a:extLst>
                  <a:ext uri="{FF2B5EF4-FFF2-40B4-BE49-F238E27FC236}">
                    <a16:creationId xmlns:a16="http://schemas.microsoft.com/office/drawing/2014/main" id="{51D991FF-B599-BBBD-BA5D-38688254F48F}"/>
                  </a:ext>
                </a:extLst>
              </p:cNvPr>
              <p:cNvSpPr/>
              <p:nvPr/>
            </p:nvSpPr>
            <p:spPr>
              <a:xfrm rot="19516687">
                <a:off x="3748912" y="1891477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F0">
                      <a:tint val="66000"/>
                      <a:satMod val="160000"/>
                    </a:srgbClr>
                  </a:gs>
                  <a:gs pos="50000">
                    <a:srgbClr val="00B0F0">
                      <a:tint val="44500"/>
                      <a:satMod val="160000"/>
                    </a:srgbClr>
                  </a:gs>
                  <a:gs pos="100000">
                    <a:srgbClr val="00B0F0">
                      <a:tint val="23500"/>
                      <a:satMod val="160000"/>
                    </a:srgbClr>
                  </a:gs>
                </a:gsLst>
                <a:lin ang="18900000" scaled="1"/>
                <a:tileRect/>
              </a:gradFill>
              <a:ln w="38100">
                <a:noFill/>
              </a:ln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74CD713B-A688-EDB2-2F72-7375F40C084A}"/>
                  </a:ext>
                </a:extLst>
              </p:cNvPr>
              <p:cNvGrpSpPr/>
              <p:nvPr/>
            </p:nvGrpSpPr>
            <p:grpSpPr>
              <a:xfrm rot="3321516">
                <a:off x="2507096" y="3353434"/>
                <a:ext cx="927735" cy="3629025"/>
                <a:chOff x="4824412" y="1506855"/>
                <a:chExt cx="927735" cy="3629025"/>
              </a:xfrm>
            </p:grpSpPr>
            <p:sp>
              <p:nvSpPr>
                <p:cNvPr id="28" name="Cylinder 27">
                  <a:extLst>
                    <a:ext uri="{FF2B5EF4-FFF2-40B4-BE49-F238E27FC236}">
                      <a16:creationId xmlns:a16="http://schemas.microsoft.com/office/drawing/2014/main" id="{4ED963D5-8D8F-D07B-F638-60CA331A98D8}"/>
                    </a:ext>
                  </a:extLst>
                </p:cNvPr>
                <p:cNvSpPr/>
                <p:nvPr/>
              </p:nvSpPr>
              <p:spPr>
                <a:xfrm>
                  <a:off x="4922520" y="1543050"/>
                  <a:ext cx="731520" cy="3592830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75000"/>
                        <a:tint val="66000"/>
                        <a:satMod val="160000"/>
                      </a:schemeClr>
                    </a:gs>
                    <a:gs pos="50000">
                      <a:schemeClr val="accent3">
                        <a:lumMod val="75000"/>
                        <a:tint val="44500"/>
                        <a:satMod val="160000"/>
                      </a:schemeClr>
                    </a:gs>
                    <a:gs pos="100000">
                      <a:schemeClr val="accent3">
                        <a:lumMod val="7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Flowchart: Alternate Process 28">
                  <a:extLst>
                    <a:ext uri="{FF2B5EF4-FFF2-40B4-BE49-F238E27FC236}">
                      <a16:creationId xmlns:a16="http://schemas.microsoft.com/office/drawing/2014/main" id="{89914EE6-7963-A859-A984-73F888F87FC2}"/>
                    </a:ext>
                  </a:extLst>
                </p:cNvPr>
                <p:cNvSpPr/>
                <p:nvPr/>
              </p:nvSpPr>
              <p:spPr>
                <a:xfrm>
                  <a:off x="4872990" y="29146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lowchart: Alternate Process 29">
                  <a:extLst>
                    <a:ext uri="{FF2B5EF4-FFF2-40B4-BE49-F238E27FC236}">
                      <a16:creationId xmlns:a16="http://schemas.microsoft.com/office/drawing/2014/main" id="{B6AC1C8C-DE13-85C7-CD53-7A7D742DEDF1}"/>
                    </a:ext>
                  </a:extLst>
                </p:cNvPr>
                <p:cNvSpPr/>
                <p:nvPr/>
              </p:nvSpPr>
              <p:spPr>
                <a:xfrm>
                  <a:off x="4872990" y="392811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lowchart: Alternate Process 30">
                  <a:extLst>
                    <a:ext uri="{FF2B5EF4-FFF2-40B4-BE49-F238E27FC236}">
                      <a16:creationId xmlns:a16="http://schemas.microsoft.com/office/drawing/2014/main" id="{54ACB278-A8B7-C8FD-4592-06FB15DE5387}"/>
                    </a:ext>
                  </a:extLst>
                </p:cNvPr>
                <p:cNvSpPr/>
                <p:nvPr/>
              </p:nvSpPr>
              <p:spPr>
                <a:xfrm>
                  <a:off x="4872990" y="41490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lowchart: Alternate Process 31">
                  <a:extLst>
                    <a:ext uri="{FF2B5EF4-FFF2-40B4-BE49-F238E27FC236}">
                      <a16:creationId xmlns:a16="http://schemas.microsoft.com/office/drawing/2014/main" id="{DD830647-2980-5B95-CA2B-E304B511DAF0}"/>
                    </a:ext>
                  </a:extLst>
                </p:cNvPr>
                <p:cNvSpPr/>
                <p:nvPr/>
              </p:nvSpPr>
              <p:spPr>
                <a:xfrm>
                  <a:off x="4872990" y="43700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Flowchart: Alternate Process 32">
                  <a:extLst>
                    <a:ext uri="{FF2B5EF4-FFF2-40B4-BE49-F238E27FC236}">
                      <a16:creationId xmlns:a16="http://schemas.microsoft.com/office/drawing/2014/main" id="{8D9399A6-DA12-15BB-60F9-36052A93E98B}"/>
                    </a:ext>
                  </a:extLst>
                </p:cNvPr>
                <p:cNvSpPr/>
                <p:nvPr/>
              </p:nvSpPr>
              <p:spPr>
                <a:xfrm>
                  <a:off x="4872990" y="459105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Flowchart: Alternate Process 33">
                  <a:extLst>
                    <a:ext uri="{FF2B5EF4-FFF2-40B4-BE49-F238E27FC236}">
                      <a16:creationId xmlns:a16="http://schemas.microsoft.com/office/drawing/2014/main" id="{D8039210-26A6-C468-728D-E511A3FC34F7}"/>
                    </a:ext>
                  </a:extLst>
                </p:cNvPr>
                <p:cNvSpPr/>
                <p:nvPr/>
              </p:nvSpPr>
              <p:spPr>
                <a:xfrm>
                  <a:off x="4872990" y="269367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Flowchart: Alternate Process 34">
                  <a:extLst>
                    <a:ext uri="{FF2B5EF4-FFF2-40B4-BE49-F238E27FC236}">
                      <a16:creationId xmlns:a16="http://schemas.microsoft.com/office/drawing/2014/main" id="{9FA26942-AA6C-041B-CCFB-7DB75E401212}"/>
                    </a:ext>
                  </a:extLst>
                </p:cNvPr>
                <p:cNvSpPr/>
                <p:nvPr/>
              </p:nvSpPr>
              <p:spPr>
                <a:xfrm>
                  <a:off x="4872990" y="481203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16102A5-93D1-9CDA-B260-95302665D923}"/>
                    </a:ext>
                  </a:extLst>
                </p:cNvPr>
                <p:cNvSpPr/>
                <p:nvPr/>
              </p:nvSpPr>
              <p:spPr>
                <a:xfrm>
                  <a:off x="4872990" y="2472690"/>
                  <a:ext cx="830580" cy="137160"/>
                </a:xfrm>
                <a:prstGeom prst="flowChartAlternateProcess">
                  <a:avLst/>
                </a:prstGeom>
                <a:gradFill flip="none" rotWithShape="1">
                  <a:gsLst>
                    <a:gs pos="0">
                      <a:schemeClr val="bg2">
                        <a:lumMod val="25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25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25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Cube 36">
                  <a:extLst>
                    <a:ext uri="{FF2B5EF4-FFF2-40B4-BE49-F238E27FC236}">
                      <a16:creationId xmlns:a16="http://schemas.microsoft.com/office/drawing/2014/main" id="{9D5DE02D-2204-061E-1A12-5F844FC43B07}"/>
                    </a:ext>
                  </a:extLst>
                </p:cNvPr>
                <p:cNvSpPr/>
                <p:nvPr/>
              </p:nvSpPr>
              <p:spPr>
                <a:xfrm>
                  <a:off x="5288280" y="3108960"/>
                  <a:ext cx="270510" cy="782955"/>
                </a:xfrm>
                <a:prstGeom prst="cube">
                  <a:avLst>
                    <a:gd name="adj" fmla="val 16549"/>
                  </a:avLst>
                </a:prstGeom>
                <a:gradFill flip="none" rotWithShape="1"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415B90C4-B791-C3C0-BDC5-0362F435F70C}"/>
                    </a:ext>
                  </a:extLst>
                </p:cNvPr>
                <p:cNvSpPr/>
                <p:nvPr/>
              </p:nvSpPr>
              <p:spPr>
                <a:xfrm>
                  <a:off x="4987290" y="3188970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417C5D7-7CF7-1FE9-BBAC-A3812D28221C}"/>
                    </a:ext>
                  </a:extLst>
                </p:cNvPr>
                <p:cNvSpPr/>
                <p:nvPr/>
              </p:nvSpPr>
              <p:spPr>
                <a:xfrm>
                  <a:off x="4987290" y="3526155"/>
                  <a:ext cx="236220" cy="240030"/>
                </a:xfrm>
                <a:prstGeom prst="ellipse">
                  <a:avLst/>
                </a:prstGeom>
                <a:gradFill>
                  <a:gsLst>
                    <a:gs pos="0">
                      <a:schemeClr val="bg2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bg2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bg2">
                        <a:lumMod val="50000"/>
                        <a:shade val="100000"/>
                        <a:satMod val="115000"/>
                      </a:schemeClr>
                    </a:gs>
                  </a:gsLst>
                  <a:lin ang="2700000" scaled="1"/>
                </a:gradFill>
                <a:ln w="28575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Cylinder 39">
                  <a:extLst>
                    <a:ext uri="{FF2B5EF4-FFF2-40B4-BE49-F238E27FC236}">
                      <a16:creationId xmlns:a16="http://schemas.microsoft.com/office/drawing/2014/main" id="{50095991-C620-7C03-BB44-CBB32D2F0F7F}"/>
                    </a:ext>
                  </a:extLst>
                </p:cNvPr>
                <p:cNvSpPr/>
                <p:nvPr/>
              </p:nvSpPr>
              <p:spPr>
                <a:xfrm>
                  <a:off x="4824412" y="1506855"/>
                  <a:ext cx="927735" cy="310515"/>
                </a:xfrm>
                <a:prstGeom prst="can">
                  <a:avLst/>
                </a:prstGeom>
                <a:gradFill flip="none" rotWithShape="1">
                  <a:gsLst>
                    <a:gs pos="0">
                      <a:schemeClr val="accent3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accent3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accent3">
                        <a:lumMod val="50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F747EB7-5937-4B85-209A-C61181AF38FE}"/>
                    </a:ext>
                  </a:extLst>
                </p:cNvPr>
                <p:cNvSpPr/>
                <p:nvPr/>
              </p:nvSpPr>
              <p:spPr>
                <a:xfrm>
                  <a:off x="5076822" y="1945005"/>
                  <a:ext cx="422911" cy="384810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8CC5FD2D-87C5-140F-3B90-B382B19DEB6E}"/>
                    </a:ext>
                  </a:extLst>
                </p:cNvPr>
                <p:cNvSpPr/>
                <p:nvPr/>
              </p:nvSpPr>
              <p:spPr>
                <a:xfrm>
                  <a:off x="5153023" y="2011680"/>
                  <a:ext cx="270511" cy="259080"/>
                </a:xfrm>
                <a:prstGeom prst="ellipse">
                  <a:avLst/>
                </a:prstGeom>
                <a:solidFill>
                  <a:srgbClr val="FE1E1E"/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7" name="Flowchart: Delay 26">
                <a:extLst>
                  <a:ext uri="{FF2B5EF4-FFF2-40B4-BE49-F238E27FC236}">
                    <a16:creationId xmlns:a16="http://schemas.microsoft.com/office/drawing/2014/main" id="{22F18C9E-B33B-7360-A91A-315BE5B22FAF}"/>
                  </a:ext>
                </a:extLst>
              </p:cNvPr>
              <p:cNvSpPr/>
              <p:nvPr/>
            </p:nvSpPr>
            <p:spPr>
              <a:xfrm rot="19516687">
                <a:off x="3766799" y="1878844"/>
                <a:ext cx="7204306" cy="510241"/>
              </a:xfrm>
              <a:prstGeom prst="flowChartDelay">
                <a:avLst/>
              </a:prstGeom>
              <a:gradFill flip="none" rotWithShape="1">
                <a:gsLst>
                  <a:gs pos="0">
                    <a:srgbClr val="00B050"/>
                  </a:gs>
                  <a:gs pos="50000">
                    <a:srgbClr val="92D050"/>
                  </a:gs>
                  <a:gs pos="100000">
                    <a:schemeClr val="accent6">
                      <a:lumMod val="40000"/>
                      <a:lumOff val="60000"/>
                    </a:schemeClr>
                  </a:gs>
                </a:gsLst>
                <a:lin ang="189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00104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rgbClr val="C00000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87C2A1-43D5-950C-59B0-C512443A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3F05669B-4665-25E1-C511-DCFCF8A12FE0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Void Grenade Launcher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81D2957-D6D4-DA2E-7540-D0F45A881BC0}"/>
              </a:ext>
            </a:extLst>
          </p:cNvPr>
          <p:cNvGrpSpPr/>
          <p:nvPr/>
        </p:nvGrpSpPr>
        <p:grpSpPr>
          <a:xfrm>
            <a:off x="2798216" y="1907074"/>
            <a:ext cx="6595567" cy="2406020"/>
            <a:chOff x="954130" y="1764199"/>
            <a:chExt cx="6595567" cy="2406020"/>
          </a:xfrm>
        </p:grpSpPr>
        <p:sp>
          <p:nvSpPr>
            <p:cNvPr id="46" name="Flowchart: Delay 45">
              <a:extLst>
                <a:ext uri="{FF2B5EF4-FFF2-40B4-BE49-F238E27FC236}">
                  <a16:creationId xmlns:a16="http://schemas.microsoft.com/office/drawing/2014/main" id="{D9D68C4B-59E4-B388-2F3E-8F00FFD9DCEE}"/>
                </a:ext>
              </a:extLst>
            </p:cNvPr>
            <p:cNvSpPr/>
            <p:nvPr/>
          </p:nvSpPr>
          <p:spPr>
            <a:xfrm rot="14192159">
              <a:off x="3198907" y="2148350"/>
              <a:ext cx="1038465" cy="270164"/>
            </a:xfrm>
            <a:prstGeom prst="flowChartDelay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Delay 46">
              <a:extLst>
                <a:ext uri="{FF2B5EF4-FFF2-40B4-BE49-F238E27FC236}">
                  <a16:creationId xmlns:a16="http://schemas.microsoft.com/office/drawing/2014/main" id="{5C8DA25F-4398-2775-6325-7757570BAF29}"/>
                </a:ext>
              </a:extLst>
            </p:cNvPr>
            <p:cNvSpPr/>
            <p:nvPr/>
          </p:nvSpPr>
          <p:spPr>
            <a:xfrm rot="14192159">
              <a:off x="1147456" y="2156632"/>
              <a:ext cx="1038465" cy="270164"/>
            </a:xfrm>
            <a:prstGeom prst="flowChartDelay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90DFC6FA-25C3-FFFD-535D-4CF2A33AC461}"/>
                </a:ext>
              </a:extLst>
            </p:cNvPr>
            <p:cNvSpPr/>
            <p:nvPr/>
          </p:nvSpPr>
          <p:spPr>
            <a:xfrm>
              <a:off x="1246909" y="2639291"/>
              <a:ext cx="3248891" cy="1530928"/>
            </a:xfrm>
            <a:prstGeom prst="roundRect">
              <a:avLst>
                <a:gd name="adj" fmla="val 18853"/>
              </a:avLst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7D79E976-B9AC-52C9-0F83-7715726BC2EE}"/>
                </a:ext>
              </a:extLst>
            </p:cNvPr>
            <p:cNvSpPr/>
            <p:nvPr/>
          </p:nvSpPr>
          <p:spPr>
            <a:xfrm>
              <a:off x="1489363" y="2798618"/>
              <a:ext cx="2763982" cy="1212273"/>
            </a:xfrm>
            <a:prstGeom prst="roundRect">
              <a:avLst>
                <a:gd name="adj" fmla="val 18853"/>
              </a:avLst>
            </a:prstGeom>
            <a:gradFill flip="none" rotWithShape="1">
              <a:gsLst>
                <a:gs pos="39000">
                  <a:srgbClr val="BCBCBC"/>
                </a:gs>
                <a:gs pos="0">
                  <a:schemeClr val="accent3">
                    <a:lumMod val="40000"/>
                    <a:lumOff val="6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Cylinder 49">
              <a:extLst>
                <a:ext uri="{FF2B5EF4-FFF2-40B4-BE49-F238E27FC236}">
                  <a16:creationId xmlns:a16="http://schemas.microsoft.com/office/drawing/2014/main" id="{B693E028-5F13-2EB5-0855-080AA3C2BB9A}"/>
                </a:ext>
              </a:extLst>
            </p:cNvPr>
            <p:cNvSpPr/>
            <p:nvPr/>
          </p:nvSpPr>
          <p:spPr>
            <a:xfrm rot="5400000">
              <a:off x="4935424" y="2137322"/>
              <a:ext cx="583650" cy="2127916"/>
            </a:xfrm>
            <a:prstGeom prst="can">
              <a:avLst/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CF5E6F1A-BDD6-2C52-1E48-4AAEDF01AF7D}"/>
                </a:ext>
              </a:extLst>
            </p:cNvPr>
            <p:cNvSpPr/>
            <p:nvPr/>
          </p:nvSpPr>
          <p:spPr>
            <a:xfrm rot="2844144">
              <a:off x="1087579" y="1822257"/>
              <a:ext cx="318653" cy="585552"/>
            </a:xfrm>
            <a:prstGeom prst="parallelogram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EDA083B-FA4B-F12B-D132-9CF4D4533E5E}"/>
                </a:ext>
              </a:extLst>
            </p:cNvPr>
            <p:cNvSpPr/>
            <p:nvPr/>
          </p:nvSpPr>
          <p:spPr>
            <a:xfrm rot="2844144">
              <a:off x="3146074" y="1819237"/>
              <a:ext cx="318653" cy="585552"/>
            </a:xfrm>
            <a:prstGeom prst="parallelogram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lowchart: Delay 57">
              <a:extLst>
                <a:ext uri="{FF2B5EF4-FFF2-40B4-BE49-F238E27FC236}">
                  <a16:creationId xmlns:a16="http://schemas.microsoft.com/office/drawing/2014/main" id="{43C320DD-711D-7741-3A17-157FA577B91D}"/>
                </a:ext>
              </a:extLst>
            </p:cNvPr>
            <p:cNvSpPr/>
            <p:nvPr/>
          </p:nvSpPr>
          <p:spPr>
            <a:xfrm rot="14192159">
              <a:off x="2819676" y="2287960"/>
              <a:ext cx="705726" cy="270164"/>
            </a:xfrm>
            <a:prstGeom prst="flowChartDelay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lowchart: Delay 43">
              <a:extLst>
                <a:ext uri="{FF2B5EF4-FFF2-40B4-BE49-F238E27FC236}">
                  <a16:creationId xmlns:a16="http://schemas.microsoft.com/office/drawing/2014/main" id="{2042D2CE-1C24-A146-5119-0BA79FD5F9CD}"/>
                </a:ext>
              </a:extLst>
            </p:cNvPr>
            <p:cNvSpPr/>
            <p:nvPr/>
          </p:nvSpPr>
          <p:spPr>
            <a:xfrm rot="14192159">
              <a:off x="729481" y="2401726"/>
              <a:ext cx="832593" cy="270164"/>
            </a:xfrm>
            <a:prstGeom prst="flowChartDelay">
              <a:avLst/>
            </a:prstGeom>
            <a:gradFill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lowchart: Connector 66">
              <a:extLst>
                <a:ext uri="{FF2B5EF4-FFF2-40B4-BE49-F238E27FC236}">
                  <a16:creationId xmlns:a16="http://schemas.microsoft.com/office/drawing/2014/main" id="{6FB937CB-1C2F-D195-6506-C093E9A7CDA1}"/>
                </a:ext>
              </a:extLst>
            </p:cNvPr>
            <p:cNvSpPr/>
            <p:nvPr/>
          </p:nvSpPr>
          <p:spPr>
            <a:xfrm>
              <a:off x="2355769" y="2913498"/>
              <a:ext cx="963369" cy="982511"/>
            </a:xfrm>
            <a:prstGeom prst="flowChartConnector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lowchart: Connector 68">
              <a:extLst>
                <a:ext uri="{FF2B5EF4-FFF2-40B4-BE49-F238E27FC236}">
                  <a16:creationId xmlns:a16="http://schemas.microsoft.com/office/drawing/2014/main" id="{A8721AF7-FE6D-81C2-1B4A-329EFF491EBE}"/>
                </a:ext>
              </a:extLst>
            </p:cNvPr>
            <p:cNvSpPr/>
            <p:nvPr/>
          </p:nvSpPr>
          <p:spPr>
            <a:xfrm>
              <a:off x="2998118" y="2929978"/>
              <a:ext cx="963369" cy="982511"/>
            </a:xfrm>
            <a:prstGeom prst="flowChartConnector">
              <a:avLst/>
            </a:prstGeom>
            <a:gradFill flip="none" rotWithShape="1">
              <a:gsLst>
                <a:gs pos="10000">
                  <a:srgbClr val="7030A0">
                    <a:shade val="30000"/>
                    <a:satMod val="115000"/>
                  </a:srgbClr>
                </a:gs>
                <a:gs pos="32000">
                  <a:srgbClr val="1E4392"/>
                </a:gs>
                <a:gs pos="66000">
                  <a:srgbClr val="2859B5"/>
                </a:gs>
                <a:gs pos="48000">
                  <a:srgbClr val="0070C0"/>
                </a:gs>
                <a:gs pos="90000">
                  <a:srgbClr val="7030A0"/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lowchart: Connector 69">
              <a:extLst>
                <a:ext uri="{FF2B5EF4-FFF2-40B4-BE49-F238E27FC236}">
                  <a16:creationId xmlns:a16="http://schemas.microsoft.com/office/drawing/2014/main" id="{C1F15251-4FBA-D28F-DFFC-C5E0327871E8}"/>
                </a:ext>
              </a:extLst>
            </p:cNvPr>
            <p:cNvSpPr/>
            <p:nvPr/>
          </p:nvSpPr>
          <p:spPr>
            <a:xfrm flipH="1">
              <a:off x="1742891" y="2936962"/>
              <a:ext cx="963369" cy="982511"/>
            </a:xfrm>
            <a:prstGeom prst="flowChartConnector">
              <a:avLst/>
            </a:prstGeom>
            <a:gradFill flip="none" rotWithShape="1">
              <a:gsLst>
                <a:gs pos="10000">
                  <a:srgbClr val="7030A0">
                    <a:shade val="30000"/>
                    <a:satMod val="115000"/>
                  </a:srgbClr>
                </a:gs>
                <a:gs pos="32000">
                  <a:srgbClr val="1E4392"/>
                </a:gs>
                <a:gs pos="66000">
                  <a:srgbClr val="2859B5"/>
                </a:gs>
                <a:gs pos="48000">
                  <a:srgbClr val="0070C0"/>
                </a:gs>
                <a:gs pos="90000">
                  <a:srgbClr val="7030A0"/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62F0E490-7BBB-7D2C-755A-C76A2B975031}"/>
                </a:ext>
              </a:extLst>
            </p:cNvPr>
            <p:cNvGrpSpPr/>
            <p:nvPr/>
          </p:nvGrpSpPr>
          <p:grpSpPr>
            <a:xfrm>
              <a:off x="6721022" y="2791079"/>
              <a:ext cx="828675" cy="782955"/>
              <a:chOff x="3733800" y="1112520"/>
              <a:chExt cx="4724400" cy="4632960"/>
            </a:xfrm>
          </p:grpSpPr>
          <p:sp>
            <p:nvSpPr>
              <p:cNvPr id="73" name="Flowchart: Connector 72">
                <a:extLst>
                  <a:ext uri="{FF2B5EF4-FFF2-40B4-BE49-F238E27FC236}">
                    <a16:creationId xmlns:a16="http://schemas.microsoft.com/office/drawing/2014/main" id="{C9CFEDCB-8AE4-45B2-A1F9-A0F0C23A969B}"/>
                  </a:ext>
                </a:extLst>
              </p:cNvPr>
              <p:cNvSpPr/>
              <p:nvPr/>
            </p:nvSpPr>
            <p:spPr>
              <a:xfrm>
                <a:off x="3733800" y="1112520"/>
                <a:ext cx="4724400" cy="4632960"/>
              </a:xfrm>
              <a:prstGeom prst="flowChartConnector">
                <a:avLst/>
              </a:prstGeom>
              <a:gradFill flip="none" rotWithShape="1">
                <a:gsLst>
                  <a:gs pos="32000">
                    <a:schemeClr val="accent6">
                      <a:lumMod val="0"/>
                      <a:lumOff val="100000"/>
                    </a:schemeClr>
                  </a:gs>
                  <a:gs pos="100000">
                    <a:srgbClr val="002060"/>
                  </a:gs>
                  <a:gs pos="56000">
                    <a:srgbClr val="00B0F0"/>
                  </a:gs>
                </a:gsLst>
                <a:path path="circle">
                  <a:fillToRect l="50000" t="-80000" r="50000" b="180000"/>
                </a:path>
                <a:tileRect/>
              </a:gradFill>
              <a:ln w="76200">
                <a:solidFill>
                  <a:schemeClr val="bg2">
                    <a:lumMod val="10000"/>
                  </a:schemeClr>
                </a:solidFill>
                <a:prstDash val="solid"/>
                <a:extLst>
                  <a:ext uri="{C807C97D-BFC1-408E-A445-0C87EB9F89A2}">
                    <ask:lineSketchStyleProps xmlns:ask="http://schemas.microsoft.com/office/drawing/2018/sketchyshapes"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Flowchart: Connector 73">
                <a:extLst>
                  <a:ext uri="{FF2B5EF4-FFF2-40B4-BE49-F238E27FC236}">
                    <a16:creationId xmlns:a16="http://schemas.microsoft.com/office/drawing/2014/main" id="{21B710F1-3298-4DC3-1C89-18A6A8D47257}"/>
                  </a:ext>
                </a:extLst>
              </p:cNvPr>
              <p:cNvSpPr/>
              <p:nvPr/>
            </p:nvSpPr>
            <p:spPr>
              <a:xfrm>
                <a:off x="3954780" y="1264920"/>
                <a:ext cx="4282440" cy="4328160"/>
              </a:xfrm>
              <a:prstGeom prst="flowChartConnector">
                <a:avLst/>
              </a:prstGeom>
              <a:gradFill flip="none" rotWithShape="1">
                <a:gsLst>
                  <a:gs pos="0">
                    <a:schemeClr val="tx1"/>
                  </a:gs>
                  <a:gs pos="45000">
                    <a:schemeClr val="tx1"/>
                  </a:gs>
                  <a:gs pos="85000">
                    <a:srgbClr val="7030A0"/>
                  </a:gs>
                </a:gsLst>
                <a:path path="circle">
                  <a:fillToRect l="50000" t="-80000" r="50000" b="180000"/>
                </a:path>
                <a:tileRect/>
              </a:gradFill>
              <a:ln w="76200">
                <a:solidFill>
                  <a:schemeClr val="bg2">
                    <a:lumMod val="10000"/>
                  </a:schemeClr>
                </a:solidFill>
                <a:prstDash val="lgDashDot"/>
                <a:extLst>
                  <a:ext uri="{C807C97D-BFC1-408E-A445-0C87EB9F89A2}">
                    <ask:lineSketchStyleProps xmlns:ask="http://schemas.microsoft.com/office/drawing/2018/sketchyshapes"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8" name="Cloud 77">
              <a:extLst>
                <a:ext uri="{FF2B5EF4-FFF2-40B4-BE49-F238E27FC236}">
                  <a16:creationId xmlns:a16="http://schemas.microsoft.com/office/drawing/2014/main" id="{CE5C8BC4-C82B-E37A-DACD-E9476BD27DD1}"/>
                </a:ext>
              </a:extLst>
            </p:cNvPr>
            <p:cNvSpPr/>
            <p:nvPr/>
          </p:nvSpPr>
          <p:spPr>
            <a:xfrm>
              <a:off x="6207466" y="3246824"/>
              <a:ext cx="719807" cy="157929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Cloud 78">
              <a:extLst>
                <a:ext uri="{FF2B5EF4-FFF2-40B4-BE49-F238E27FC236}">
                  <a16:creationId xmlns:a16="http://schemas.microsoft.com/office/drawing/2014/main" id="{40B6C7AB-3DBC-33E4-995E-90098F326184}"/>
                </a:ext>
              </a:extLst>
            </p:cNvPr>
            <p:cNvSpPr/>
            <p:nvPr/>
          </p:nvSpPr>
          <p:spPr>
            <a:xfrm>
              <a:off x="6291207" y="3043351"/>
              <a:ext cx="572964" cy="157929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Cloud 80">
              <a:extLst>
                <a:ext uri="{FF2B5EF4-FFF2-40B4-BE49-F238E27FC236}">
                  <a16:creationId xmlns:a16="http://schemas.microsoft.com/office/drawing/2014/main" id="{D3683509-BA68-3A67-3BD4-5F70BAE28CB0}"/>
                </a:ext>
              </a:extLst>
            </p:cNvPr>
            <p:cNvSpPr/>
            <p:nvPr/>
          </p:nvSpPr>
          <p:spPr>
            <a:xfrm rot="17193423">
              <a:off x="6399885" y="3370679"/>
              <a:ext cx="212457" cy="419651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2" name="Cloud 81">
              <a:extLst>
                <a:ext uri="{FF2B5EF4-FFF2-40B4-BE49-F238E27FC236}">
                  <a16:creationId xmlns:a16="http://schemas.microsoft.com/office/drawing/2014/main" id="{591662AC-85E1-8BF2-7878-860AE9067B1D}"/>
                </a:ext>
              </a:extLst>
            </p:cNvPr>
            <p:cNvSpPr/>
            <p:nvPr/>
          </p:nvSpPr>
          <p:spPr>
            <a:xfrm rot="4406577" flipV="1">
              <a:off x="6360921" y="2680830"/>
              <a:ext cx="212457" cy="419651"/>
            </a:xfrm>
            <a:prstGeom prst="cloud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3" name="Flowchart: Connector 82">
              <a:extLst>
                <a:ext uri="{FF2B5EF4-FFF2-40B4-BE49-F238E27FC236}">
                  <a16:creationId xmlns:a16="http://schemas.microsoft.com/office/drawing/2014/main" id="{9DB017A0-7B47-1DF1-72AA-FC91563244C0}"/>
                </a:ext>
              </a:extLst>
            </p:cNvPr>
            <p:cNvSpPr/>
            <p:nvPr/>
          </p:nvSpPr>
          <p:spPr>
            <a:xfrm>
              <a:off x="6982728" y="3062550"/>
              <a:ext cx="311258" cy="27745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222991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rgbClr val="C00000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D2E4BD-0547-217E-D1A2-0D4C77102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A7D6F5F0-8B84-DAD1-BFF5-85D8FB74CA63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Sidekick Robot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E6579E9-31EE-597D-B87E-DAC18CBE2B0C}"/>
              </a:ext>
            </a:extLst>
          </p:cNvPr>
          <p:cNvGrpSpPr/>
          <p:nvPr/>
        </p:nvGrpSpPr>
        <p:grpSpPr>
          <a:xfrm>
            <a:off x="3926682" y="1511834"/>
            <a:ext cx="3346608" cy="3834332"/>
            <a:chOff x="4010502" y="1047029"/>
            <a:chExt cx="3346608" cy="3834332"/>
          </a:xfrm>
        </p:grpSpPr>
        <p:sp>
          <p:nvSpPr>
            <p:cNvPr id="98" name="Flowchart: Alternate Process 97">
              <a:extLst>
                <a:ext uri="{FF2B5EF4-FFF2-40B4-BE49-F238E27FC236}">
                  <a16:creationId xmlns:a16="http://schemas.microsoft.com/office/drawing/2014/main" id="{51C80FD4-BB6E-F843-6D34-5D0303947EEF}"/>
                </a:ext>
              </a:extLst>
            </p:cNvPr>
            <p:cNvSpPr/>
            <p:nvPr/>
          </p:nvSpPr>
          <p:spPr>
            <a:xfrm>
              <a:off x="5993408" y="2075472"/>
              <a:ext cx="322701" cy="1984406"/>
            </a:xfrm>
            <a:prstGeom prst="flowChartAlternateProcess">
              <a:avLst/>
            </a:prstGeom>
            <a:gradFill>
              <a:gsLst>
                <a:gs pos="0">
                  <a:schemeClr val="accent3">
                    <a:lumMod val="89000"/>
                  </a:schemeClr>
                </a:gs>
                <a:gs pos="12000">
                  <a:schemeClr val="accent3">
                    <a:lumMod val="89000"/>
                  </a:schemeClr>
                </a:gs>
                <a:gs pos="39000">
                  <a:schemeClr val="accent3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7A1DEF2-4F6F-89A4-4522-28D6998DC041}"/>
                </a:ext>
              </a:extLst>
            </p:cNvPr>
            <p:cNvSpPr/>
            <p:nvPr/>
          </p:nvSpPr>
          <p:spPr>
            <a:xfrm>
              <a:off x="5165657" y="3914673"/>
              <a:ext cx="1927430" cy="602082"/>
            </a:xfrm>
            <a:custGeom>
              <a:avLst/>
              <a:gdLst>
                <a:gd name="csX0" fmla="*/ 385762 w 457199"/>
                <a:gd name="csY0" fmla="*/ 0 h 142875"/>
                <a:gd name="csX1" fmla="*/ 71438 w 457199"/>
                <a:gd name="csY1" fmla="*/ 0 h 142875"/>
                <a:gd name="csX2" fmla="*/ 0 w 457199"/>
                <a:gd name="csY2" fmla="*/ 71438 h 142875"/>
                <a:gd name="csX3" fmla="*/ 71438 w 457199"/>
                <a:gd name="csY3" fmla="*/ 142875 h 142875"/>
                <a:gd name="csX4" fmla="*/ 385762 w 457199"/>
                <a:gd name="csY4" fmla="*/ 142875 h 142875"/>
                <a:gd name="csX5" fmla="*/ 457200 w 457199"/>
                <a:gd name="csY5" fmla="*/ 71438 h 142875"/>
                <a:gd name="csX6" fmla="*/ 385762 w 457199"/>
                <a:gd name="csY6" fmla="*/ 0 h 142875"/>
                <a:gd name="csX7" fmla="*/ 90487 w 457199"/>
                <a:gd name="csY7" fmla="*/ 100013 h 142875"/>
                <a:gd name="csX8" fmla="*/ 61913 w 457199"/>
                <a:gd name="csY8" fmla="*/ 71438 h 142875"/>
                <a:gd name="csX9" fmla="*/ 90487 w 457199"/>
                <a:gd name="csY9" fmla="*/ 42863 h 142875"/>
                <a:gd name="csX10" fmla="*/ 119062 w 457199"/>
                <a:gd name="csY10" fmla="*/ 71438 h 142875"/>
                <a:gd name="csX11" fmla="*/ 90487 w 457199"/>
                <a:gd name="csY11" fmla="*/ 100013 h 142875"/>
                <a:gd name="csX12" fmla="*/ 228600 w 457199"/>
                <a:gd name="csY12" fmla="*/ 100013 h 142875"/>
                <a:gd name="csX13" fmla="*/ 200025 w 457199"/>
                <a:gd name="csY13" fmla="*/ 71438 h 142875"/>
                <a:gd name="csX14" fmla="*/ 228600 w 457199"/>
                <a:gd name="csY14" fmla="*/ 42863 h 142875"/>
                <a:gd name="csX15" fmla="*/ 257175 w 457199"/>
                <a:gd name="csY15" fmla="*/ 71438 h 142875"/>
                <a:gd name="csX16" fmla="*/ 228600 w 457199"/>
                <a:gd name="csY16" fmla="*/ 100013 h 142875"/>
                <a:gd name="csX17" fmla="*/ 366712 w 457199"/>
                <a:gd name="csY17" fmla="*/ 100013 h 142875"/>
                <a:gd name="csX18" fmla="*/ 338137 w 457199"/>
                <a:gd name="csY18" fmla="*/ 71438 h 142875"/>
                <a:gd name="csX19" fmla="*/ 366712 w 457199"/>
                <a:gd name="csY19" fmla="*/ 42863 h 142875"/>
                <a:gd name="csX20" fmla="*/ 395287 w 457199"/>
                <a:gd name="csY20" fmla="*/ 71438 h 142875"/>
                <a:gd name="csX21" fmla="*/ 366712 w 457199"/>
                <a:gd name="csY21" fmla="*/ 100013 h 142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7199" h="142875">
                  <a:moveTo>
                    <a:pt x="385762" y="0"/>
                  </a:moveTo>
                  <a:lnTo>
                    <a:pt x="71438" y="0"/>
                  </a:lnTo>
                  <a:cubicBezTo>
                    <a:pt x="31984" y="0"/>
                    <a:pt x="0" y="31984"/>
                    <a:pt x="0" y="71438"/>
                  </a:cubicBezTo>
                  <a:cubicBezTo>
                    <a:pt x="0" y="110891"/>
                    <a:pt x="31984" y="142875"/>
                    <a:pt x="71438" y="142875"/>
                  </a:cubicBezTo>
                  <a:lnTo>
                    <a:pt x="385762" y="142875"/>
                  </a:lnTo>
                  <a:cubicBezTo>
                    <a:pt x="425216" y="142875"/>
                    <a:pt x="457200" y="110891"/>
                    <a:pt x="457200" y="71438"/>
                  </a:cubicBezTo>
                  <a:cubicBezTo>
                    <a:pt x="457200" y="31984"/>
                    <a:pt x="425216" y="0"/>
                    <a:pt x="385762" y="0"/>
                  </a:cubicBezTo>
                  <a:close/>
                  <a:moveTo>
                    <a:pt x="90487" y="100013"/>
                  </a:moveTo>
                  <a:cubicBezTo>
                    <a:pt x="74706" y="100013"/>
                    <a:pt x="61913" y="87219"/>
                    <a:pt x="61913" y="71438"/>
                  </a:cubicBezTo>
                  <a:cubicBezTo>
                    <a:pt x="61913" y="55656"/>
                    <a:pt x="74706" y="42863"/>
                    <a:pt x="90487" y="42863"/>
                  </a:cubicBezTo>
                  <a:cubicBezTo>
                    <a:pt x="106269" y="42863"/>
                    <a:pt x="119062" y="55656"/>
                    <a:pt x="119062" y="71438"/>
                  </a:cubicBezTo>
                  <a:cubicBezTo>
                    <a:pt x="119062" y="87219"/>
                    <a:pt x="106269" y="100013"/>
                    <a:pt x="90487" y="100013"/>
                  </a:cubicBezTo>
                  <a:close/>
                  <a:moveTo>
                    <a:pt x="228600" y="100013"/>
                  </a:moveTo>
                  <a:cubicBezTo>
                    <a:pt x="212818" y="100013"/>
                    <a:pt x="200025" y="87219"/>
                    <a:pt x="200025" y="71438"/>
                  </a:cubicBezTo>
                  <a:cubicBezTo>
                    <a:pt x="200025" y="55656"/>
                    <a:pt x="212818" y="42863"/>
                    <a:pt x="228600" y="42863"/>
                  </a:cubicBezTo>
                  <a:cubicBezTo>
                    <a:pt x="244382" y="42863"/>
                    <a:pt x="257175" y="55656"/>
                    <a:pt x="257175" y="71438"/>
                  </a:cubicBezTo>
                  <a:cubicBezTo>
                    <a:pt x="257175" y="87219"/>
                    <a:pt x="244382" y="100013"/>
                    <a:pt x="228600" y="100013"/>
                  </a:cubicBezTo>
                  <a:close/>
                  <a:moveTo>
                    <a:pt x="366712" y="100013"/>
                  </a:moveTo>
                  <a:cubicBezTo>
                    <a:pt x="350931" y="100013"/>
                    <a:pt x="338137" y="87219"/>
                    <a:pt x="338137" y="71438"/>
                  </a:cubicBezTo>
                  <a:cubicBezTo>
                    <a:pt x="338137" y="55656"/>
                    <a:pt x="350931" y="42863"/>
                    <a:pt x="366712" y="42863"/>
                  </a:cubicBezTo>
                  <a:cubicBezTo>
                    <a:pt x="382494" y="42863"/>
                    <a:pt x="395287" y="55656"/>
                    <a:pt x="395287" y="71438"/>
                  </a:cubicBezTo>
                  <a:cubicBezTo>
                    <a:pt x="395287" y="87219"/>
                    <a:pt x="382494" y="100013"/>
                    <a:pt x="366712" y="100013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12000">
                  <a:schemeClr val="accent3">
                    <a:lumMod val="89000"/>
                  </a:schemeClr>
                </a:gs>
                <a:gs pos="39000">
                  <a:schemeClr val="accent3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 cap="flat">
              <a:solidFill>
                <a:schemeClr val="bg2">
                  <a:lumMod val="1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332B92A-C3D9-A764-C9B1-1E4474C04C56}"/>
                </a:ext>
              </a:extLst>
            </p:cNvPr>
            <p:cNvGrpSpPr/>
            <p:nvPr/>
          </p:nvGrpSpPr>
          <p:grpSpPr>
            <a:xfrm rot="1901722">
              <a:off x="4010502" y="1519844"/>
              <a:ext cx="1331292" cy="696586"/>
              <a:chOff x="428622" y="1696832"/>
              <a:chExt cx="11539886" cy="4414717"/>
            </a:xfrm>
          </p:grpSpPr>
          <p:sp>
            <p:nvSpPr>
              <p:cNvPr id="12" name="Rectangle: Top Corners Snipped 11">
                <a:extLst>
                  <a:ext uri="{FF2B5EF4-FFF2-40B4-BE49-F238E27FC236}">
                    <a16:creationId xmlns:a16="http://schemas.microsoft.com/office/drawing/2014/main" id="{F6748177-5F2B-AFAD-62F0-45B01A9F7521}"/>
                  </a:ext>
                </a:extLst>
              </p:cNvPr>
              <p:cNvSpPr/>
              <p:nvPr/>
            </p:nvSpPr>
            <p:spPr>
              <a:xfrm rot="15532290">
                <a:off x="10886909" y="4231372"/>
                <a:ext cx="1981972" cy="181227"/>
              </a:xfrm>
              <a:prstGeom prst="snip2SameRect">
                <a:avLst>
                  <a:gd name="adj1" fmla="val 50000"/>
                  <a:gd name="adj2" fmla="val 3492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: Top Corners One Rounded and One Snipped 12">
                <a:extLst>
                  <a:ext uri="{FF2B5EF4-FFF2-40B4-BE49-F238E27FC236}">
                    <a16:creationId xmlns:a16="http://schemas.microsoft.com/office/drawing/2014/main" id="{C907357C-5362-14D2-7071-94868CB562BC}"/>
                  </a:ext>
                </a:extLst>
              </p:cNvPr>
              <p:cNvSpPr/>
              <p:nvPr/>
            </p:nvSpPr>
            <p:spPr>
              <a:xfrm flipV="1">
                <a:off x="2984533" y="3307782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: Top Corners One Rounded and One Snipped 13">
                <a:extLst>
                  <a:ext uri="{FF2B5EF4-FFF2-40B4-BE49-F238E27FC236}">
                    <a16:creationId xmlns:a16="http://schemas.microsoft.com/office/drawing/2014/main" id="{0670CD80-6707-B566-B38D-7304D0B206B1}"/>
                  </a:ext>
                </a:extLst>
              </p:cNvPr>
              <p:cNvSpPr/>
              <p:nvPr/>
            </p:nvSpPr>
            <p:spPr>
              <a:xfrm flipH="1" flipV="1">
                <a:off x="1363413" y="3325871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Block Arc 14">
                <a:extLst>
                  <a:ext uri="{FF2B5EF4-FFF2-40B4-BE49-F238E27FC236}">
                    <a16:creationId xmlns:a16="http://schemas.microsoft.com/office/drawing/2014/main" id="{591FEC65-17DE-5278-7DA5-3D99780DD1E8}"/>
                  </a:ext>
                </a:extLst>
              </p:cNvPr>
              <p:cNvSpPr/>
              <p:nvPr/>
            </p:nvSpPr>
            <p:spPr>
              <a:xfrm rot="3159582">
                <a:off x="7897724" y="2148868"/>
                <a:ext cx="3403955" cy="2499883"/>
              </a:xfrm>
              <a:prstGeom prst="blockArc">
                <a:avLst>
                  <a:gd name="adj1" fmla="val 10800000"/>
                  <a:gd name="adj2" fmla="val 21035338"/>
                  <a:gd name="adj3" fmla="val 1558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Flowchart: Stored Data 15">
                <a:extLst>
                  <a:ext uri="{FF2B5EF4-FFF2-40B4-BE49-F238E27FC236}">
                    <a16:creationId xmlns:a16="http://schemas.microsoft.com/office/drawing/2014/main" id="{0121F3BF-C930-77CA-44B4-F7A4B7FA6BDC}"/>
                  </a:ext>
                </a:extLst>
              </p:cNvPr>
              <p:cNvSpPr/>
              <p:nvPr/>
            </p:nvSpPr>
            <p:spPr>
              <a:xfrm rot="10800000">
                <a:off x="8425180" y="3710840"/>
                <a:ext cx="637538" cy="527385"/>
              </a:xfrm>
              <a:prstGeom prst="flowChartOnlineStorage">
                <a:avLst/>
              </a:prstGeom>
              <a:gradFill flip="none" rotWithShape="1">
                <a:gsLst>
                  <a:gs pos="7000">
                    <a:srgbClr val="FFFFFF"/>
                  </a:gs>
                  <a:gs pos="16000">
                    <a:schemeClr val="accent3">
                      <a:lumMod val="45000"/>
                      <a:lumOff val="55000"/>
                    </a:schemeClr>
                  </a:gs>
                  <a:gs pos="75000">
                    <a:schemeClr val="accent3">
                      <a:lumMod val="75000"/>
                    </a:schemeClr>
                  </a:gs>
                  <a:gs pos="100000">
                    <a:schemeClr val="accent3">
                      <a:lumMod val="75000"/>
                    </a:schemeClr>
                  </a:gs>
                </a:gsLst>
                <a:lin ang="54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Block Arc 16">
                <a:extLst>
                  <a:ext uri="{FF2B5EF4-FFF2-40B4-BE49-F238E27FC236}">
                    <a16:creationId xmlns:a16="http://schemas.microsoft.com/office/drawing/2014/main" id="{E7DEF9EF-F67D-8800-1BE1-2109227C13DB}"/>
                  </a:ext>
                </a:extLst>
              </p:cNvPr>
              <p:cNvSpPr/>
              <p:nvPr/>
            </p:nvSpPr>
            <p:spPr>
              <a:xfrm rot="12123758">
                <a:off x="6832478" y="2003373"/>
                <a:ext cx="2762632" cy="2650722"/>
              </a:xfrm>
              <a:prstGeom prst="blockArc">
                <a:avLst>
                  <a:gd name="adj1" fmla="val 10800000"/>
                  <a:gd name="adj2" fmla="val 21012757"/>
                  <a:gd name="adj3" fmla="val 10245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00FB20FC-2391-E89A-79EB-D2AC597782D2}"/>
                  </a:ext>
                </a:extLst>
              </p:cNvPr>
              <p:cNvGrpSpPr/>
              <p:nvPr/>
            </p:nvGrpSpPr>
            <p:grpSpPr>
              <a:xfrm rot="19621251">
                <a:off x="9294240" y="2897333"/>
                <a:ext cx="2242135" cy="3214216"/>
                <a:chOff x="2631670" y="3821653"/>
                <a:chExt cx="2242135" cy="2839200"/>
              </a:xfr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</p:grpSpPr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FD4D9453-5796-D7D1-4E88-2476030557CA}"/>
                    </a:ext>
                  </a:extLst>
                </p:cNvPr>
                <p:cNvGrpSpPr/>
                <p:nvPr/>
              </p:nvGrpSpPr>
              <p:grpSpPr>
                <a:xfrm>
                  <a:off x="2793070" y="3821653"/>
                  <a:ext cx="1912854" cy="2630070"/>
                  <a:chOff x="2858067" y="4032250"/>
                  <a:chExt cx="818583" cy="1663700"/>
                </a:xfrm>
                <a:grpFill/>
              </p:grpSpPr>
              <p:sp>
                <p:nvSpPr>
                  <p:cNvPr id="40" name="Flowchart: Manual Operation 39">
                    <a:extLst>
                      <a:ext uri="{FF2B5EF4-FFF2-40B4-BE49-F238E27FC236}">
                        <a16:creationId xmlns:a16="http://schemas.microsoft.com/office/drawing/2014/main" id="{341F39DC-C810-1AB1-5466-7AF6EB46BAC2}"/>
                      </a:ext>
                    </a:extLst>
                  </p:cNvPr>
                  <p:cNvSpPr/>
                  <p:nvPr/>
                </p:nvSpPr>
                <p:spPr>
                  <a:xfrm>
                    <a:off x="2858067" y="4032250"/>
                    <a:ext cx="818583" cy="831850"/>
                  </a:xfrm>
                  <a:prstGeom prst="flowChartManualOperation">
                    <a:avLst/>
                  </a:prstGeom>
                  <a:grpFill/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Flowchart: Manual Operation 40">
                    <a:extLst>
                      <a:ext uri="{FF2B5EF4-FFF2-40B4-BE49-F238E27FC236}">
                        <a16:creationId xmlns:a16="http://schemas.microsoft.com/office/drawing/2014/main" id="{71D0A0A6-7CE0-37E4-6D9A-F3EA322D6F7F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58067" y="4864100"/>
                    <a:ext cx="818583" cy="831850"/>
                  </a:xfrm>
                  <a:prstGeom prst="flowChartManualOperation">
                    <a:avLst/>
                  </a:prstGeom>
                  <a:grpFill/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sp>
              <p:nvSpPr>
                <p:cNvPr id="34" name="Rectangle: Rounded Corners 33">
                  <a:extLst>
                    <a:ext uri="{FF2B5EF4-FFF2-40B4-BE49-F238E27FC236}">
                      <a16:creationId xmlns:a16="http://schemas.microsoft.com/office/drawing/2014/main" id="{3B6DA4F1-EA2C-3636-9E5B-F86D1247DA40}"/>
                    </a:ext>
                  </a:extLst>
                </p:cNvPr>
                <p:cNvSpPr/>
                <p:nvPr/>
              </p:nvSpPr>
              <p:spPr>
                <a:xfrm rot="20613323">
                  <a:off x="3111326" y="3982175"/>
                  <a:ext cx="403249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EBBF24BB-22D6-E780-27D1-CE770531F360}"/>
                    </a:ext>
                  </a:extLst>
                </p:cNvPr>
                <p:cNvSpPr/>
                <p:nvPr/>
              </p:nvSpPr>
              <p:spPr>
                <a:xfrm rot="20613323">
                  <a:off x="4278938" y="5190461"/>
                  <a:ext cx="273060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9575AA89-31B6-BD66-C375-481A48A85B65}"/>
                    </a:ext>
                  </a:extLst>
                </p:cNvPr>
                <p:cNvSpPr/>
                <p:nvPr/>
              </p:nvSpPr>
              <p:spPr>
                <a:xfrm rot="986677" flipH="1">
                  <a:off x="4284818" y="3956467"/>
                  <a:ext cx="289412" cy="1062530"/>
                </a:xfrm>
                <a:prstGeom prst="round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C4627E89-12C6-FDDD-D0B7-33C5F6F9BC5C}"/>
                    </a:ext>
                  </a:extLst>
                </p:cNvPr>
                <p:cNvSpPr/>
                <p:nvPr/>
              </p:nvSpPr>
              <p:spPr>
                <a:xfrm rot="986677" flipH="1">
                  <a:off x="3129053" y="5207324"/>
                  <a:ext cx="403249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Top Corners Snipped 37">
                  <a:extLst>
                    <a:ext uri="{FF2B5EF4-FFF2-40B4-BE49-F238E27FC236}">
                      <a16:creationId xmlns:a16="http://schemas.microsoft.com/office/drawing/2014/main" id="{8AEF7A83-2056-DCC6-D601-9B481ED11D8F}"/>
                    </a:ext>
                  </a:extLst>
                </p:cNvPr>
                <p:cNvSpPr/>
                <p:nvPr/>
              </p:nvSpPr>
              <p:spPr>
                <a:xfrm>
                  <a:off x="2631670" y="6360815"/>
                  <a:ext cx="2242135" cy="300038"/>
                </a:xfrm>
                <a:prstGeom prst="snip2SameRect">
                  <a:avLst>
                    <a:gd name="adj1" fmla="val 50000"/>
                    <a:gd name="adj2" fmla="val 34921"/>
                  </a:avLst>
                </a:prstGeom>
                <a:grpFill/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" name="Flowchart: Terminator 38">
                  <a:extLst>
                    <a:ext uri="{FF2B5EF4-FFF2-40B4-BE49-F238E27FC236}">
                      <a16:creationId xmlns:a16="http://schemas.microsoft.com/office/drawing/2014/main" id="{D236D560-0D7E-EB21-F90B-538ECC3C8BA6}"/>
                    </a:ext>
                  </a:extLst>
                </p:cNvPr>
                <p:cNvSpPr/>
                <p:nvPr/>
              </p:nvSpPr>
              <p:spPr>
                <a:xfrm rot="16200000">
                  <a:off x="2849428" y="4999005"/>
                  <a:ext cx="2199267" cy="300038"/>
                </a:xfrm>
                <a:prstGeom prst="flowChartTerminator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9" name="Rectangle: Top Corners One Rounded and One Snipped 18">
                <a:extLst>
                  <a:ext uri="{FF2B5EF4-FFF2-40B4-BE49-F238E27FC236}">
                    <a16:creationId xmlns:a16="http://schemas.microsoft.com/office/drawing/2014/main" id="{07CB966D-F884-8FA7-520F-64F9704506FE}"/>
                  </a:ext>
                </a:extLst>
              </p:cNvPr>
              <p:cNvSpPr/>
              <p:nvPr/>
            </p:nvSpPr>
            <p:spPr>
              <a:xfrm flipH="1">
                <a:off x="3486149" y="1850745"/>
                <a:ext cx="5753100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Top Corners One Rounded and One Snipped 19">
                <a:extLst>
                  <a:ext uri="{FF2B5EF4-FFF2-40B4-BE49-F238E27FC236}">
                    <a16:creationId xmlns:a16="http://schemas.microsoft.com/office/drawing/2014/main" id="{496BFE69-73EC-CC93-2716-548F87887A72}"/>
                  </a:ext>
                </a:extLst>
              </p:cNvPr>
              <p:cNvSpPr/>
              <p:nvPr/>
            </p:nvSpPr>
            <p:spPr>
              <a:xfrm flipH="1" flipV="1">
                <a:off x="2362198" y="3429000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Stored Data 20">
                <a:extLst>
                  <a:ext uri="{FF2B5EF4-FFF2-40B4-BE49-F238E27FC236}">
                    <a16:creationId xmlns:a16="http://schemas.microsoft.com/office/drawing/2014/main" id="{2155A376-D5D6-0F92-6DDF-C5F1BE11E514}"/>
                  </a:ext>
                </a:extLst>
              </p:cNvPr>
              <p:cNvSpPr/>
              <p:nvPr/>
            </p:nvSpPr>
            <p:spPr>
              <a:xfrm rot="10800000">
                <a:off x="609598" y="2517755"/>
                <a:ext cx="7096125" cy="772522"/>
              </a:xfrm>
              <a:prstGeom prst="flowChartOnlineStorage">
                <a:avLst/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: Top Corners One Rounded and One Snipped 21">
                <a:extLst>
                  <a:ext uri="{FF2B5EF4-FFF2-40B4-BE49-F238E27FC236}">
                    <a16:creationId xmlns:a16="http://schemas.microsoft.com/office/drawing/2014/main" id="{62C34574-8572-87CC-6F50-0DC48C1E7EBF}"/>
                  </a:ext>
                </a:extLst>
              </p:cNvPr>
              <p:cNvSpPr/>
              <p:nvPr/>
            </p:nvSpPr>
            <p:spPr>
              <a:xfrm flipH="1">
                <a:off x="428622" y="2124075"/>
                <a:ext cx="8315327" cy="617793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 flip="none" rotWithShape="1"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: Top Corners One Rounded and One Snipped 23">
                <a:extLst>
                  <a:ext uri="{FF2B5EF4-FFF2-40B4-BE49-F238E27FC236}">
                    <a16:creationId xmlns:a16="http://schemas.microsoft.com/office/drawing/2014/main" id="{0F8DE7D0-EF5F-078F-2B7C-D60A183404BD}"/>
                  </a:ext>
                </a:extLst>
              </p:cNvPr>
              <p:cNvSpPr/>
              <p:nvPr/>
            </p:nvSpPr>
            <p:spPr>
              <a:xfrm flipH="1" flipV="1">
                <a:off x="609597" y="3075503"/>
                <a:ext cx="709612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rapezoid 24">
                <a:extLst>
                  <a:ext uri="{FF2B5EF4-FFF2-40B4-BE49-F238E27FC236}">
                    <a16:creationId xmlns:a16="http://schemas.microsoft.com/office/drawing/2014/main" id="{78C6E858-5980-4EE3-EDA2-ED722C410AC9}"/>
                  </a:ext>
                </a:extLst>
              </p:cNvPr>
              <p:cNvSpPr/>
              <p:nvPr/>
            </p:nvSpPr>
            <p:spPr>
              <a:xfrm>
                <a:off x="7069993" y="1970615"/>
                <a:ext cx="3952877" cy="1908834"/>
              </a:xfrm>
              <a:prstGeom prst="trapezoid">
                <a:avLst>
                  <a:gd name="adj" fmla="val 38227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Top Corners Snipped 25">
                <a:extLst>
                  <a:ext uri="{FF2B5EF4-FFF2-40B4-BE49-F238E27FC236}">
                    <a16:creationId xmlns:a16="http://schemas.microsoft.com/office/drawing/2014/main" id="{6236A2DC-EF3E-482B-3023-150DE7A62EBB}"/>
                  </a:ext>
                </a:extLst>
              </p:cNvPr>
              <p:cNvSpPr/>
              <p:nvPr/>
            </p:nvSpPr>
            <p:spPr>
              <a:xfrm>
                <a:off x="9680458" y="3241530"/>
                <a:ext cx="2242135" cy="314559"/>
              </a:xfrm>
              <a:prstGeom prst="snip2SameRect">
                <a:avLst>
                  <a:gd name="adj1" fmla="val 50000"/>
                  <a:gd name="adj2" fmla="val 3492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Flowchart: Punched Tape 26">
                <a:extLst>
                  <a:ext uri="{FF2B5EF4-FFF2-40B4-BE49-F238E27FC236}">
                    <a16:creationId xmlns:a16="http://schemas.microsoft.com/office/drawing/2014/main" id="{F6347010-53A4-08AF-478E-27E78B584A0B}"/>
                  </a:ext>
                </a:extLst>
              </p:cNvPr>
              <p:cNvSpPr/>
              <p:nvPr/>
            </p:nvSpPr>
            <p:spPr>
              <a:xfrm rot="10800000">
                <a:off x="3226575" y="2497975"/>
                <a:ext cx="4315665" cy="871089"/>
              </a:xfrm>
              <a:prstGeom prst="flowChartPunchedTape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: Top Corners One Rounded and One Snipped 27">
                <a:extLst>
                  <a:ext uri="{FF2B5EF4-FFF2-40B4-BE49-F238E27FC236}">
                    <a16:creationId xmlns:a16="http://schemas.microsoft.com/office/drawing/2014/main" id="{E0AEA0B5-557F-BF81-0958-B55B92E2485A}"/>
                  </a:ext>
                </a:extLst>
              </p:cNvPr>
              <p:cNvSpPr/>
              <p:nvPr/>
            </p:nvSpPr>
            <p:spPr>
              <a:xfrm>
                <a:off x="8297158" y="2178483"/>
                <a:ext cx="1708033" cy="423415"/>
              </a:xfrm>
              <a:prstGeom prst="snipRoundRect">
                <a:avLst>
                  <a:gd name="adj1" fmla="val 0"/>
                  <a:gd name="adj2" fmla="val 50000"/>
                </a:avLst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Flowchart: Connector 28">
                <a:extLst>
                  <a:ext uri="{FF2B5EF4-FFF2-40B4-BE49-F238E27FC236}">
                    <a16:creationId xmlns:a16="http://schemas.microsoft.com/office/drawing/2014/main" id="{47E2A525-1A70-EC9C-E6BA-F1F715921901}"/>
                  </a:ext>
                </a:extLst>
              </p:cNvPr>
              <p:cNvSpPr/>
              <p:nvPr/>
            </p:nvSpPr>
            <p:spPr>
              <a:xfrm>
                <a:off x="7828752" y="2932633"/>
                <a:ext cx="637538" cy="617793"/>
              </a:xfrm>
              <a:prstGeom prst="flowChartConnector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Connector 29">
                <a:extLst>
                  <a:ext uri="{FF2B5EF4-FFF2-40B4-BE49-F238E27FC236}">
                    <a16:creationId xmlns:a16="http://schemas.microsoft.com/office/drawing/2014/main" id="{515E547B-2019-C526-F0AE-90D0F227458E}"/>
                  </a:ext>
                </a:extLst>
              </p:cNvPr>
              <p:cNvSpPr/>
              <p:nvPr/>
            </p:nvSpPr>
            <p:spPr>
              <a:xfrm>
                <a:off x="8794259" y="2932633"/>
                <a:ext cx="637538" cy="617793"/>
              </a:xfrm>
              <a:prstGeom prst="flowChartConnector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: Top Corners Snipped 30">
                <a:extLst>
                  <a:ext uri="{FF2B5EF4-FFF2-40B4-BE49-F238E27FC236}">
                    <a16:creationId xmlns:a16="http://schemas.microsoft.com/office/drawing/2014/main" id="{6332B6BE-781D-B3B0-1A29-AE85745DDB57}"/>
                  </a:ext>
                </a:extLst>
              </p:cNvPr>
              <p:cNvSpPr/>
              <p:nvPr/>
            </p:nvSpPr>
            <p:spPr>
              <a:xfrm>
                <a:off x="881062" y="2503980"/>
                <a:ext cx="1724025" cy="237888"/>
              </a:xfrm>
              <a:prstGeom prst="snip2SameRect">
                <a:avLst>
                  <a:gd name="adj1" fmla="val 50000"/>
                  <a:gd name="adj2" fmla="val 0"/>
                </a:avLst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lowchart: Connector 31">
                <a:extLst>
                  <a:ext uri="{FF2B5EF4-FFF2-40B4-BE49-F238E27FC236}">
                    <a16:creationId xmlns:a16="http://schemas.microsoft.com/office/drawing/2014/main" id="{0B7B8DE9-F468-7D77-F4B4-D347EF13B1AB}"/>
                  </a:ext>
                </a:extLst>
              </p:cNvPr>
              <p:cNvSpPr/>
              <p:nvPr/>
            </p:nvSpPr>
            <p:spPr>
              <a:xfrm>
                <a:off x="6869571" y="3508296"/>
                <a:ext cx="488876" cy="435413"/>
              </a:xfrm>
              <a:prstGeom prst="flowChartConnector">
                <a:avLst/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0" name="Flowchart: Terminator 129">
              <a:extLst>
                <a:ext uri="{FF2B5EF4-FFF2-40B4-BE49-F238E27FC236}">
                  <a16:creationId xmlns:a16="http://schemas.microsoft.com/office/drawing/2014/main" id="{F7C0BDF2-27E4-A27A-5596-1771B832E127}"/>
                </a:ext>
              </a:extLst>
            </p:cNvPr>
            <p:cNvSpPr/>
            <p:nvPr/>
          </p:nvSpPr>
          <p:spPr>
            <a:xfrm>
              <a:off x="5263704" y="3967955"/>
              <a:ext cx="1715683" cy="489324"/>
            </a:xfrm>
            <a:prstGeom prst="flowChartTerminator">
              <a:avLst/>
            </a:prstGeom>
            <a:gradFill>
              <a:gsLst>
                <a:gs pos="22000">
                  <a:srgbClr val="002060">
                    <a:tint val="66000"/>
                    <a:satMod val="160000"/>
                  </a:srgbClr>
                </a:gs>
                <a:gs pos="67000">
                  <a:srgbClr val="002060">
                    <a:tint val="44500"/>
                    <a:satMod val="160000"/>
                  </a:srgbClr>
                </a:gs>
                <a:gs pos="100000">
                  <a:srgbClr val="002060">
                    <a:tint val="23500"/>
                    <a:satMod val="160000"/>
                  </a:srgbClr>
                </a:gs>
              </a:gsLst>
              <a:lin ang="81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50C3611-E436-2393-7936-AA51F52C43CE}"/>
                </a:ext>
              </a:extLst>
            </p:cNvPr>
            <p:cNvGrpSpPr/>
            <p:nvPr/>
          </p:nvGrpSpPr>
          <p:grpSpPr>
            <a:xfrm rot="8064167" flipH="1">
              <a:off x="6152979" y="3867422"/>
              <a:ext cx="1331292" cy="696586"/>
              <a:chOff x="428622" y="1696832"/>
              <a:chExt cx="11539886" cy="4414717"/>
            </a:xfrm>
          </p:grpSpPr>
          <p:sp>
            <p:nvSpPr>
              <p:cNvPr id="45" name="Rectangle: Top Corners Snipped 44">
                <a:extLst>
                  <a:ext uri="{FF2B5EF4-FFF2-40B4-BE49-F238E27FC236}">
                    <a16:creationId xmlns:a16="http://schemas.microsoft.com/office/drawing/2014/main" id="{422B601D-2177-5E7C-C40F-B576D82C99CB}"/>
                  </a:ext>
                </a:extLst>
              </p:cNvPr>
              <p:cNvSpPr/>
              <p:nvPr/>
            </p:nvSpPr>
            <p:spPr>
              <a:xfrm rot="15532290">
                <a:off x="10886909" y="4231372"/>
                <a:ext cx="1981972" cy="181227"/>
              </a:xfrm>
              <a:prstGeom prst="snip2SameRect">
                <a:avLst>
                  <a:gd name="adj1" fmla="val 50000"/>
                  <a:gd name="adj2" fmla="val 3492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: Top Corners One Rounded and One Snipped 50">
                <a:extLst>
                  <a:ext uri="{FF2B5EF4-FFF2-40B4-BE49-F238E27FC236}">
                    <a16:creationId xmlns:a16="http://schemas.microsoft.com/office/drawing/2014/main" id="{CD017C90-A009-C810-18DA-1E6538BD2B11}"/>
                  </a:ext>
                </a:extLst>
              </p:cNvPr>
              <p:cNvSpPr/>
              <p:nvPr/>
            </p:nvSpPr>
            <p:spPr>
              <a:xfrm flipV="1">
                <a:off x="2984533" y="3307782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: Top Corners One Rounded and One Snipped 51">
                <a:extLst>
                  <a:ext uri="{FF2B5EF4-FFF2-40B4-BE49-F238E27FC236}">
                    <a16:creationId xmlns:a16="http://schemas.microsoft.com/office/drawing/2014/main" id="{D752F07D-A387-6AF9-F93C-0834F17DF37F}"/>
                  </a:ext>
                </a:extLst>
              </p:cNvPr>
              <p:cNvSpPr/>
              <p:nvPr/>
            </p:nvSpPr>
            <p:spPr>
              <a:xfrm flipH="1" flipV="1">
                <a:off x="1363413" y="3325871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Block Arc 52">
                <a:extLst>
                  <a:ext uri="{FF2B5EF4-FFF2-40B4-BE49-F238E27FC236}">
                    <a16:creationId xmlns:a16="http://schemas.microsoft.com/office/drawing/2014/main" id="{F28AE8B1-A44A-3190-2D66-3149F630899D}"/>
                  </a:ext>
                </a:extLst>
              </p:cNvPr>
              <p:cNvSpPr/>
              <p:nvPr/>
            </p:nvSpPr>
            <p:spPr>
              <a:xfrm rot="3159582">
                <a:off x="7897724" y="2148868"/>
                <a:ext cx="3403955" cy="2499883"/>
              </a:xfrm>
              <a:prstGeom prst="blockArc">
                <a:avLst>
                  <a:gd name="adj1" fmla="val 10800000"/>
                  <a:gd name="adj2" fmla="val 21035338"/>
                  <a:gd name="adj3" fmla="val 1558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Flowchart: Stored Data 54">
                <a:extLst>
                  <a:ext uri="{FF2B5EF4-FFF2-40B4-BE49-F238E27FC236}">
                    <a16:creationId xmlns:a16="http://schemas.microsoft.com/office/drawing/2014/main" id="{0EE602A6-E56B-64C6-DD2C-26FC3602114A}"/>
                  </a:ext>
                </a:extLst>
              </p:cNvPr>
              <p:cNvSpPr/>
              <p:nvPr/>
            </p:nvSpPr>
            <p:spPr>
              <a:xfrm rot="10800000">
                <a:off x="8425180" y="3710840"/>
                <a:ext cx="637538" cy="527385"/>
              </a:xfrm>
              <a:prstGeom prst="flowChartOnlineStorage">
                <a:avLst/>
              </a:prstGeom>
              <a:gradFill flip="none" rotWithShape="1">
                <a:gsLst>
                  <a:gs pos="7000">
                    <a:srgbClr val="FFFFFF"/>
                  </a:gs>
                  <a:gs pos="16000">
                    <a:schemeClr val="accent3">
                      <a:lumMod val="45000"/>
                      <a:lumOff val="55000"/>
                    </a:schemeClr>
                  </a:gs>
                  <a:gs pos="75000">
                    <a:schemeClr val="accent3">
                      <a:lumMod val="75000"/>
                    </a:schemeClr>
                  </a:gs>
                  <a:gs pos="100000">
                    <a:schemeClr val="accent3">
                      <a:lumMod val="75000"/>
                    </a:schemeClr>
                  </a:gs>
                </a:gsLst>
                <a:lin ang="54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AED73168-D51D-4E43-B6EB-7BAADC92E004}"/>
                  </a:ext>
                </a:extLst>
              </p:cNvPr>
              <p:cNvSpPr/>
              <p:nvPr/>
            </p:nvSpPr>
            <p:spPr>
              <a:xfrm rot="12123758">
                <a:off x="6832478" y="2003373"/>
                <a:ext cx="2762632" cy="2650722"/>
              </a:xfrm>
              <a:prstGeom prst="blockArc">
                <a:avLst>
                  <a:gd name="adj1" fmla="val 10800000"/>
                  <a:gd name="adj2" fmla="val 21012757"/>
                  <a:gd name="adj3" fmla="val 10245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7FBE95C-3B00-D5B0-415C-9A22985EDBE5}"/>
                  </a:ext>
                </a:extLst>
              </p:cNvPr>
              <p:cNvGrpSpPr/>
              <p:nvPr/>
            </p:nvGrpSpPr>
            <p:grpSpPr>
              <a:xfrm rot="19621251">
                <a:off x="9294240" y="2897333"/>
                <a:ext cx="2242135" cy="3214216"/>
                <a:chOff x="2631670" y="3821653"/>
                <a:chExt cx="2242135" cy="2839200"/>
              </a:xfr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</p:grpSpPr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CAD2BA5E-53F7-6BA4-8B9A-AC66ADA3A268}"/>
                    </a:ext>
                  </a:extLst>
                </p:cNvPr>
                <p:cNvGrpSpPr/>
                <p:nvPr/>
              </p:nvGrpSpPr>
              <p:grpSpPr>
                <a:xfrm>
                  <a:off x="2793070" y="3821653"/>
                  <a:ext cx="1912854" cy="2630070"/>
                  <a:chOff x="2858067" y="4032250"/>
                  <a:chExt cx="818583" cy="1663700"/>
                </a:xfrm>
                <a:grpFill/>
              </p:grpSpPr>
              <p:sp>
                <p:nvSpPr>
                  <p:cNvPr id="92" name="Flowchart: Manual Operation 91">
                    <a:extLst>
                      <a:ext uri="{FF2B5EF4-FFF2-40B4-BE49-F238E27FC236}">
                        <a16:creationId xmlns:a16="http://schemas.microsoft.com/office/drawing/2014/main" id="{23328F72-44FD-79F9-0CD1-C36EA7D7A449}"/>
                      </a:ext>
                    </a:extLst>
                  </p:cNvPr>
                  <p:cNvSpPr/>
                  <p:nvPr/>
                </p:nvSpPr>
                <p:spPr>
                  <a:xfrm>
                    <a:off x="2858067" y="4032250"/>
                    <a:ext cx="818583" cy="831850"/>
                  </a:xfrm>
                  <a:prstGeom prst="flowChartManualOperation">
                    <a:avLst/>
                  </a:prstGeom>
                  <a:grpFill/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" name="Flowchart: Manual Operation 92">
                    <a:extLst>
                      <a:ext uri="{FF2B5EF4-FFF2-40B4-BE49-F238E27FC236}">
                        <a16:creationId xmlns:a16="http://schemas.microsoft.com/office/drawing/2014/main" id="{DA3CDC81-D666-95D4-1E53-34434383C739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58067" y="4864100"/>
                    <a:ext cx="818583" cy="831850"/>
                  </a:xfrm>
                  <a:prstGeom prst="flowChartManualOperation">
                    <a:avLst/>
                  </a:prstGeom>
                  <a:grpFill/>
                  <a:ln w="38100">
                    <a:solidFill>
                      <a:schemeClr val="bg2">
                        <a:lumMod val="1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159A7F22-4A68-D81F-DC09-7FACFC4B7F8F}"/>
                    </a:ext>
                  </a:extLst>
                </p:cNvPr>
                <p:cNvSpPr/>
                <p:nvPr/>
              </p:nvSpPr>
              <p:spPr>
                <a:xfrm rot="20613323">
                  <a:off x="3111326" y="3982175"/>
                  <a:ext cx="403249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6F5E1427-AC1B-5613-A3B4-27F04DDA8B09}"/>
                    </a:ext>
                  </a:extLst>
                </p:cNvPr>
                <p:cNvSpPr/>
                <p:nvPr/>
              </p:nvSpPr>
              <p:spPr>
                <a:xfrm rot="20613323">
                  <a:off x="4278938" y="5190461"/>
                  <a:ext cx="273060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DC9CDD60-74FE-72E6-A83F-58BD5E0FF3DC}"/>
                    </a:ext>
                  </a:extLst>
                </p:cNvPr>
                <p:cNvSpPr/>
                <p:nvPr/>
              </p:nvSpPr>
              <p:spPr>
                <a:xfrm rot="986677" flipH="1">
                  <a:off x="4284818" y="3956467"/>
                  <a:ext cx="289412" cy="1062530"/>
                </a:xfrm>
                <a:prstGeom prst="round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97236D78-1DBB-37EF-97E0-690F55BE8C7E}"/>
                    </a:ext>
                  </a:extLst>
                </p:cNvPr>
                <p:cNvSpPr/>
                <p:nvPr/>
              </p:nvSpPr>
              <p:spPr>
                <a:xfrm rot="986677" flipH="1">
                  <a:off x="3129053" y="5207324"/>
                  <a:ext cx="403249" cy="1062530"/>
                </a:xfrm>
                <a:prstGeom prst="roundRect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Top Corners Snipped 89">
                  <a:extLst>
                    <a:ext uri="{FF2B5EF4-FFF2-40B4-BE49-F238E27FC236}">
                      <a16:creationId xmlns:a16="http://schemas.microsoft.com/office/drawing/2014/main" id="{62B4B6D8-DE44-4533-AFBC-D6786AC2915A}"/>
                    </a:ext>
                  </a:extLst>
                </p:cNvPr>
                <p:cNvSpPr/>
                <p:nvPr/>
              </p:nvSpPr>
              <p:spPr>
                <a:xfrm>
                  <a:off x="2631670" y="6360815"/>
                  <a:ext cx="2242135" cy="300038"/>
                </a:xfrm>
                <a:prstGeom prst="snip2SameRect">
                  <a:avLst>
                    <a:gd name="adj1" fmla="val 50000"/>
                    <a:gd name="adj2" fmla="val 34921"/>
                  </a:avLst>
                </a:prstGeom>
                <a:grpFill/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1" name="Flowchart: Terminator 90">
                  <a:extLst>
                    <a:ext uri="{FF2B5EF4-FFF2-40B4-BE49-F238E27FC236}">
                      <a16:creationId xmlns:a16="http://schemas.microsoft.com/office/drawing/2014/main" id="{B2204F71-34F6-290B-583B-7E56588052FB}"/>
                    </a:ext>
                  </a:extLst>
                </p:cNvPr>
                <p:cNvSpPr/>
                <p:nvPr/>
              </p:nvSpPr>
              <p:spPr>
                <a:xfrm rot="16200000">
                  <a:off x="2849428" y="4999005"/>
                  <a:ext cx="2199267" cy="300038"/>
                </a:xfrm>
                <a:prstGeom prst="flowChartTerminator">
                  <a:avLst/>
                </a:prstGeom>
                <a:gradFill>
                  <a:gsLst>
                    <a:gs pos="11000">
                      <a:schemeClr val="tx1">
                        <a:lumMod val="95000"/>
                        <a:lumOff val="5000"/>
                      </a:schemeClr>
                    </a:gs>
                    <a:gs pos="4100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65000"/>
                        <a:lumOff val="35000"/>
                      </a:schemeClr>
                    </a:gs>
                    <a:gs pos="72000">
                      <a:schemeClr val="tx1">
                        <a:lumMod val="75000"/>
                        <a:lumOff val="25000"/>
                      </a:schemeClr>
                    </a:gs>
                  </a:gsLst>
                  <a:lin ang="13500000" scaled="1"/>
                </a:gra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60" name="Rectangle: Top Corners One Rounded and One Snipped 59">
                <a:extLst>
                  <a:ext uri="{FF2B5EF4-FFF2-40B4-BE49-F238E27FC236}">
                    <a16:creationId xmlns:a16="http://schemas.microsoft.com/office/drawing/2014/main" id="{B186674D-1A07-EA11-5E14-6F1BB5205AC6}"/>
                  </a:ext>
                </a:extLst>
              </p:cNvPr>
              <p:cNvSpPr/>
              <p:nvPr/>
            </p:nvSpPr>
            <p:spPr>
              <a:xfrm flipH="1">
                <a:off x="3486149" y="1850745"/>
                <a:ext cx="5753100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: Top Corners One Rounded and One Snipped 60">
                <a:extLst>
                  <a:ext uri="{FF2B5EF4-FFF2-40B4-BE49-F238E27FC236}">
                    <a16:creationId xmlns:a16="http://schemas.microsoft.com/office/drawing/2014/main" id="{6ACAF4BF-DE05-0E20-26F6-5FBB96E6A1F3}"/>
                  </a:ext>
                </a:extLst>
              </p:cNvPr>
              <p:cNvSpPr/>
              <p:nvPr/>
            </p:nvSpPr>
            <p:spPr>
              <a:xfrm flipH="1" flipV="1">
                <a:off x="2362198" y="3429000"/>
                <a:ext cx="395287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Flowchart: Stored Data 61">
                <a:extLst>
                  <a:ext uri="{FF2B5EF4-FFF2-40B4-BE49-F238E27FC236}">
                    <a16:creationId xmlns:a16="http://schemas.microsoft.com/office/drawing/2014/main" id="{3296BF6A-C827-4155-54D8-2287B1867F2F}"/>
                  </a:ext>
                </a:extLst>
              </p:cNvPr>
              <p:cNvSpPr/>
              <p:nvPr/>
            </p:nvSpPr>
            <p:spPr>
              <a:xfrm rot="10800000">
                <a:off x="609598" y="2517755"/>
                <a:ext cx="7096125" cy="772522"/>
              </a:xfrm>
              <a:prstGeom prst="flowChartOnlineStorage">
                <a:avLst/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ectangle: Top Corners One Rounded and One Snipped 62">
                <a:extLst>
                  <a:ext uri="{FF2B5EF4-FFF2-40B4-BE49-F238E27FC236}">
                    <a16:creationId xmlns:a16="http://schemas.microsoft.com/office/drawing/2014/main" id="{289A4FE1-35F4-3193-41BC-C4159BBFF1B4}"/>
                  </a:ext>
                </a:extLst>
              </p:cNvPr>
              <p:cNvSpPr/>
              <p:nvPr/>
            </p:nvSpPr>
            <p:spPr>
              <a:xfrm flipH="1">
                <a:off x="428622" y="2124075"/>
                <a:ext cx="8315327" cy="617793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 flip="none" rotWithShape="1"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  <a:tileRect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: Top Corners One Rounded and One Snipped 63">
                <a:extLst>
                  <a:ext uri="{FF2B5EF4-FFF2-40B4-BE49-F238E27FC236}">
                    <a16:creationId xmlns:a16="http://schemas.microsoft.com/office/drawing/2014/main" id="{3424F68D-F31B-BD95-BCE4-597CD7A676CC}"/>
                  </a:ext>
                </a:extLst>
              </p:cNvPr>
              <p:cNvSpPr/>
              <p:nvPr/>
            </p:nvSpPr>
            <p:spPr>
              <a:xfrm flipH="1" flipV="1">
                <a:off x="609597" y="3075503"/>
                <a:ext cx="7096127" cy="666750"/>
              </a:xfrm>
              <a:prstGeom prst="snipRoundRect">
                <a:avLst>
                  <a:gd name="adj1" fmla="val 16667"/>
                  <a:gd name="adj2" fmla="val 50000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F4048364-DE0A-242C-F0A7-BBFE8DE30149}"/>
                  </a:ext>
                </a:extLst>
              </p:cNvPr>
              <p:cNvSpPr/>
              <p:nvPr/>
            </p:nvSpPr>
            <p:spPr>
              <a:xfrm>
                <a:off x="7069993" y="1970615"/>
                <a:ext cx="3952877" cy="1908834"/>
              </a:xfrm>
              <a:prstGeom prst="trapezoid">
                <a:avLst>
                  <a:gd name="adj" fmla="val 38227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: Top Corners Snipped 65">
                <a:extLst>
                  <a:ext uri="{FF2B5EF4-FFF2-40B4-BE49-F238E27FC236}">
                    <a16:creationId xmlns:a16="http://schemas.microsoft.com/office/drawing/2014/main" id="{6EC7FAFD-C8DC-245D-D977-C6DB8577205F}"/>
                  </a:ext>
                </a:extLst>
              </p:cNvPr>
              <p:cNvSpPr/>
              <p:nvPr/>
            </p:nvSpPr>
            <p:spPr>
              <a:xfrm>
                <a:off x="9680458" y="3241530"/>
                <a:ext cx="2242135" cy="314559"/>
              </a:xfrm>
              <a:prstGeom prst="snip2SameRect">
                <a:avLst>
                  <a:gd name="adj1" fmla="val 50000"/>
                  <a:gd name="adj2" fmla="val 34921"/>
                </a:avLst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Flowchart: Punched Tape 67">
                <a:extLst>
                  <a:ext uri="{FF2B5EF4-FFF2-40B4-BE49-F238E27FC236}">
                    <a16:creationId xmlns:a16="http://schemas.microsoft.com/office/drawing/2014/main" id="{CF27A0E7-D22B-0625-C17D-D2F2B665546A}"/>
                  </a:ext>
                </a:extLst>
              </p:cNvPr>
              <p:cNvSpPr/>
              <p:nvPr/>
            </p:nvSpPr>
            <p:spPr>
              <a:xfrm rot="10800000">
                <a:off x="3226575" y="2497975"/>
                <a:ext cx="4315665" cy="871089"/>
              </a:xfrm>
              <a:prstGeom prst="flowChartPunchedTape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Top Corners One Rounded and One Snipped 70">
                <a:extLst>
                  <a:ext uri="{FF2B5EF4-FFF2-40B4-BE49-F238E27FC236}">
                    <a16:creationId xmlns:a16="http://schemas.microsoft.com/office/drawing/2014/main" id="{3045C343-E542-F137-C47F-BEB70074C0FE}"/>
                  </a:ext>
                </a:extLst>
              </p:cNvPr>
              <p:cNvSpPr/>
              <p:nvPr/>
            </p:nvSpPr>
            <p:spPr>
              <a:xfrm>
                <a:off x="8297158" y="2178483"/>
                <a:ext cx="1708033" cy="423415"/>
              </a:xfrm>
              <a:prstGeom prst="snipRoundRect">
                <a:avLst>
                  <a:gd name="adj1" fmla="val 0"/>
                  <a:gd name="adj2" fmla="val 50000"/>
                </a:avLst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Flowchart: Connector 74">
                <a:extLst>
                  <a:ext uri="{FF2B5EF4-FFF2-40B4-BE49-F238E27FC236}">
                    <a16:creationId xmlns:a16="http://schemas.microsoft.com/office/drawing/2014/main" id="{669DC8E5-2F19-62F6-9ADB-1958D38B8532}"/>
                  </a:ext>
                </a:extLst>
              </p:cNvPr>
              <p:cNvSpPr/>
              <p:nvPr/>
            </p:nvSpPr>
            <p:spPr>
              <a:xfrm>
                <a:off x="7828752" y="2932633"/>
                <a:ext cx="637538" cy="617793"/>
              </a:xfrm>
              <a:prstGeom prst="flowChartConnector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Flowchart: Connector 75">
                <a:extLst>
                  <a:ext uri="{FF2B5EF4-FFF2-40B4-BE49-F238E27FC236}">
                    <a16:creationId xmlns:a16="http://schemas.microsoft.com/office/drawing/2014/main" id="{36DA5224-20CE-3989-8A98-9BF0BFF5D2AA}"/>
                  </a:ext>
                </a:extLst>
              </p:cNvPr>
              <p:cNvSpPr/>
              <p:nvPr/>
            </p:nvSpPr>
            <p:spPr>
              <a:xfrm>
                <a:off x="8794259" y="2932633"/>
                <a:ext cx="637538" cy="617793"/>
              </a:xfrm>
              <a:prstGeom prst="flowChartConnector">
                <a:avLst/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Top Corners Snipped 76">
                <a:extLst>
                  <a:ext uri="{FF2B5EF4-FFF2-40B4-BE49-F238E27FC236}">
                    <a16:creationId xmlns:a16="http://schemas.microsoft.com/office/drawing/2014/main" id="{3370F67D-9203-0532-97B9-343373E3FDFF}"/>
                  </a:ext>
                </a:extLst>
              </p:cNvPr>
              <p:cNvSpPr/>
              <p:nvPr/>
            </p:nvSpPr>
            <p:spPr>
              <a:xfrm>
                <a:off x="881062" y="2503980"/>
                <a:ext cx="1724025" cy="237888"/>
              </a:xfrm>
              <a:prstGeom prst="snip2SameRect">
                <a:avLst>
                  <a:gd name="adj1" fmla="val 50000"/>
                  <a:gd name="adj2" fmla="val 0"/>
                </a:avLst>
              </a:prstGeom>
              <a:gradFill>
                <a:gsLst>
                  <a:gs pos="0">
                    <a:schemeClr val="accent2"/>
                  </a:gs>
                  <a:gs pos="100000">
                    <a:srgbClr val="0070C0"/>
                  </a:gs>
                </a:gsLst>
                <a:path path="circle">
                  <a:fillToRect l="50000" t="-80000" r="50000" b="180000"/>
                </a:path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40E8579D-80E8-DCD1-ED01-C3BC9F383DFB}"/>
                  </a:ext>
                </a:extLst>
              </p:cNvPr>
              <p:cNvSpPr/>
              <p:nvPr/>
            </p:nvSpPr>
            <p:spPr>
              <a:xfrm>
                <a:off x="6869571" y="3508296"/>
                <a:ext cx="488876" cy="435413"/>
              </a:xfrm>
              <a:prstGeom prst="flowChartConnector">
                <a:avLst/>
              </a:prstGeom>
              <a:gradFill>
                <a:gsLst>
                  <a:gs pos="11000">
                    <a:srgbClr val="0C1526"/>
                  </a:gs>
                  <a:gs pos="41000">
                    <a:schemeClr val="accent1">
                      <a:lumMod val="50000"/>
                      <a:shade val="67500"/>
                      <a:satMod val="115000"/>
                    </a:schemeClr>
                  </a:gs>
                  <a:gs pos="100000">
                    <a:srgbClr val="00B0F0"/>
                  </a:gs>
                  <a:gs pos="72000">
                    <a:schemeClr val="accent5">
                      <a:lumMod val="50000"/>
                    </a:schemeClr>
                  </a:gs>
                </a:gsLst>
                <a:lin ang="13500000" scaled="1"/>
              </a:gra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AEDF63C-3639-B325-078D-B8F26C71FD4C}"/>
                </a:ext>
              </a:extLst>
            </p:cNvPr>
            <p:cNvSpPr/>
            <p:nvPr/>
          </p:nvSpPr>
          <p:spPr>
            <a:xfrm>
              <a:off x="4834890" y="2135318"/>
              <a:ext cx="2522220" cy="1671779"/>
            </a:xfrm>
            <a:custGeom>
              <a:avLst/>
              <a:gdLst>
                <a:gd name="csX0" fmla="*/ 555471 w 598287"/>
                <a:gd name="csY0" fmla="*/ 296704 h 396716"/>
                <a:gd name="csX1" fmla="*/ 555471 w 598287"/>
                <a:gd name="csY1" fmla="*/ 217361 h 396716"/>
                <a:gd name="csX2" fmla="*/ 512704 w 598287"/>
                <a:gd name="csY2" fmla="*/ 174593 h 396716"/>
                <a:gd name="csX3" fmla="*/ 460221 w 598287"/>
                <a:gd name="csY3" fmla="*/ 174593 h 396716"/>
                <a:gd name="csX4" fmla="*/ 460221 w 598287"/>
                <a:gd name="csY4" fmla="*/ 126968 h 396716"/>
                <a:gd name="csX5" fmla="*/ 155421 w 598287"/>
                <a:gd name="csY5" fmla="*/ 126968 h 396716"/>
                <a:gd name="csX6" fmla="*/ 155421 w 598287"/>
                <a:gd name="csY6" fmla="*/ 184118 h 396716"/>
                <a:gd name="csX7" fmla="*/ 83889 w 598287"/>
                <a:gd name="csY7" fmla="*/ 184118 h 396716"/>
                <a:gd name="csX8" fmla="*/ 79221 w 598287"/>
                <a:gd name="csY8" fmla="*/ 179451 h 396716"/>
                <a:gd name="csX9" fmla="*/ 79221 w 598287"/>
                <a:gd name="csY9" fmla="*/ 100489 h 396716"/>
                <a:gd name="csX10" fmla="*/ 120999 w 598287"/>
                <a:gd name="csY10" fmla="*/ 23694 h 396716"/>
                <a:gd name="csX11" fmla="*/ 107796 w 598287"/>
                <a:gd name="csY11" fmla="*/ 0 h 396716"/>
                <a:gd name="csX12" fmla="*/ 79221 w 598287"/>
                <a:gd name="csY12" fmla="*/ 25336 h 396716"/>
                <a:gd name="csX13" fmla="*/ 85603 w 598287"/>
                <a:gd name="csY13" fmla="*/ 41243 h 396716"/>
                <a:gd name="csX14" fmla="*/ 61661 w 598287"/>
                <a:gd name="csY14" fmla="*/ 64926 h 396716"/>
                <a:gd name="csX15" fmla="*/ 37979 w 598287"/>
                <a:gd name="csY15" fmla="*/ 40984 h 396716"/>
                <a:gd name="csX16" fmla="*/ 43788 w 598287"/>
                <a:gd name="csY16" fmla="*/ 25527 h 396716"/>
                <a:gd name="csX17" fmla="*/ 15213 w 598287"/>
                <a:gd name="csY17" fmla="*/ 476 h 396716"/>
                <a:gd name="csX18" fmla="*/ 21266 w 598287"/>
                <a:gd name="csY18" fmla="*/ 87824 h 396716"/>
                <a:gd name="csX19" fmla="*/ 41121 w 598287"/>
                <a:gd name="csY19" fmla="*/ 99441 h 396716"/>
                <a:gd name="csX20" fmla="*/ 41121 w 598287"/>
                <a:gd name="csY20" fmla="*/ 179451 h 396716"/>
                <a:gd name="csX21" fmla="*/ 83889 w 598287"/>
                <a:gd name="csY21" fmla="*/ 222218 h 396716"/>
                <a:gd name="csX22" fmla="*/ 155421 w 598287"/>
                <a:gd name="csY22" fmla="*/ 222218 h 396716"/>
                <a:gd name="csX23" fmla="*/ 155421 w 598287"/>
                <a:gd name="csY23" fmla="*/ 393668 h 396716"/>
                <a:gd name="csX24" fmla="*/ 460221 w 598287"/>
                <a:gd name="csY24" fmla="*/ 393668 h 396716"/>
                <a:gd name="csX25" fmla="*/ 460221 w 598287"/>
                <a:gd name="csY25" fmla="*/ 212693 h 396716"/>
                <a:gd name="csX26" fmla="*/ 512704 w 598287"/>
                <a:gd name="csY26" fmla="*/ 212693 h 396716"/>
                <a:gd name="csX27" fmla="*/ 517371 w 598287"/>
                <a:gd name="csY27" fmla="*/ 217361 h 396716"/>
                <a:gd name="csX28" fmla="*/ 517371 w 598287"/>
                <a:gd name="csY28" fmla="*/ 296704 h 396716"/>
                <a:gd name="csX29" fmla="*/ 477521 w 598287"/>
                <a:gd name="csY29" fmla="*/ 374667 h 396716"/>
                <a:gd name="csX30" fmla="*/ 490130 w 598287"/>
                <a:gd name="csY30" fmla="*/ 396716 h 396716"/>
                <a:gd name="csX31" fmla="*/ 518705 w 598287"/>
                <a:gd name="csY31" fmla="*/ 371380 h 396716"/>
                <a:gd name="csX32" fmla="*/ 512609 w 598287"/>
                <a:gd name="csY32" fmla="*/ 355568 h 396716"/>
                <a:gd name="csX33" fmla="*/ 536441 w 598287"/>
                <a:gd name="csY33" fmla="*/ 331776 h 396716"/>
                <a:gd name="csX34" fmla="*/ 560234 w 598287"/>
                <a:gd name="csY34" fmla="*/ 355608 h 396716"/>
                <a:gd name="csX35" fmla="*/ 554328 w 598287"/>
                <a:gd name="csY35" fmla="*/ 371285 h 396716"/>
                <a:gd name="csX36" fmla="*/ 582903 w 598287"/>
                <a:gd name="csY36" fmla="*/ 396335 h 396716"/>
                <a:gd name="csX37" fmla="*/ 577276 w 598287"/>
                <a:gd name="csY37" fmla="*/ 309094 h 396716"/>
                <a:gd name="csX38" fmla="*/ 555471 w 598287"/>
                <a:gd name="csY38" fmla="*/ 296704 h 396716"/>
                <a:gd name="csX39" fmla="*/ 422121 w 598287"/>
                <a:gd name="csY39" fmla="*/ 260318 h 396716"/>
                <a:gd name="csX40" fmla="*/ 395642 w 598287"/>
                <a:gd name="csY40" fmla="*/ 260318 h 396716"/>
                <a:gd name="csX41" fmla="*/ 393070 w 598287"/>
                <a:gd name="csY41" fmla="*/ 261366 h 396716"/>
                <a:gd name="csX42" fmla="*/ 363924 w 598287"/>
                <a:gd name="csY42" fmla="*/ 291179 h 396716"/>
                <a:gd name="csX43" fmla="*/ 341730 w 598287"/>
                <a:gd name="csY43" fmla="*/ 238601 h 396716"/>
                <a:gd name="csX44" fmla="*/ 300297 w 598287"/>
                <a:gd name="csY44" fmla="*/ 324326 h 396716"/>
                <a:gd name="csX45" fmla="*/ 271245 w 598287"/>
                <a:gd name="csY45" fmla="*/ 212693 h 396716"/>
                <a:gd name="csX46" fmla="*/ 248862 w 598287"/>
                <a:gd name="csY46" fmla="*/ 260318 h 396716"/>
                <a:gd name="csX47" fmla="*/ 203046 w 598287"/>
                <a:gd name="csY47" fmla="*/ 260318 h 396716"/>
                <a:gd name="csX48" fmla="*/ 203046 w 598287"/>
                <a:gd name="csY48" fmla="*/ 241268 h 396716"/>
                <a:gd name="csX49" fmla="*/ 236765 w 598287"/>
                <a:gd name="csY49" fmla="*/ 241268 h 396716"/>
                <a:gd name="csX50" fmla="*/ 276389 w 598287"/>
                <a:gd name="csY50" fmla="*/ 156972 h 396716"/>
                <a:gd name="csX51" fmla="*/ 305726 w 598287"/>
                <a:gd name="csY51" fmla="*/ 269177 h 396716"/>
                <a:gd name="csX52" fmla="*/ 342969 w 598287"/>
                <a:gd name="csY52" fmla="*/ 192977 h 396716"/>
                <a:gd name="csX53" fmla="*/ 370401 w 598287"/>
                <a:gd name="csY53" fmla="*/ 257937 h 396716"/>
                <a:gd name="csX54" fmla="*/ 379926 w 598287"/>
                <a:gd name="csY54" fmla="*/ 248412 h 396716"/>
                <a:gd name="csX55" fmla="*/ 395642 w 598287"/>
                <a:gd name="csY55" fmla="*/ 241268 h 396716"/>
                <a:gd name="csX56" fmla="*/ 422121 w 598287"/>
                <a:gd name="csY56" fmla="*/ 241268 h 396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598287" h="396716">
                  <a:moveTo>
                    <a:pt x="555471" y="296704"/>
                  </a:moveTo>
                  <a:lnTo>
                    <a:pt x="555471" y="217361"/>
                  </a:lnTo>
                  <a:cubicBezTo>
                    <a:pt x="555471" y="193740"/>
                    <a:pt x="536324" y="174593"/>
                    <a:pt x="512704" y="174593"/>
                  </a:cubicBezTo>
                  <a:lnTo>
                    <a:pt x="460221" y="174593"/>
                  </a:lnTo>
                  <a:lnTo>
                    <a:pt x="460221" y="126968"/>
                  </a:lnTo>
                  <a:lnTo>
                    <a:pt x="155421" y="126968"/>
                  </a:lnTo>
                  <a:lnTo>
                    <a:pt x="155421" y="184118"/>
                  </a:lnTo>
                  <a:lnTo>
                    <a:pt x="83889" y="184118"/>
                  </a:lnTo>
                  <a:cubicBezTo>
                    <a:pt x="81311" y="184118"/>
                    <a:pt x="79221" y="182028"/>
                    <a:pt x="79221" y="179451"/>
                  </a:cubicBezTo>
                  <a:lnTo>
                    <a:pt x="79221" y="100489"/>
                  </a:lnTo>
                  <a:cubicBezTo>
                    <a:pt x="111965" y="90819"/>
                    <a:pt x="130669" y="56437"/>
                    <a:pt x="120999" y="23694"/>
                  </a:cubicBezTo>
                  <a:cubicBezTo>
                    <a:pt x="118406" y="14916"/>
                    <a:pt x="113897" y="6824"/>
                    <a:pt x="107796" y="0"/>
                  </a:cubicBezTo>
                  <a:lnTo>
                    <a:pt x="79221" y="25336"/>
                  </a:lnTo>
                  <a:cubicBezTo>
                    <a:pt x="83218" y="29683"/>
                    <a:pt x="85488" y="35340"/>
                    <a:pt x="85603" y="41243"/>
                  </a:cubicBezTo>
                  <a:cubicBezTo>
                    <a:pt x="85532" y="54394"/>
                    <a:pt x="74812" y="64998"/>
                    <a:pt x="61661" y="64926"/>
                  </a:cubicBezTo>
                  <a:cubicBezTo>
                    <a:pt x="48510" y="64854"/>
                    <a:pt x="37908" y="54135"/>
                    <a:pt x="37979" y="40984"/>
                  </a:cubicBezTo>
                  <a:cubicBezTo>
                    <a:pt x="38010" y="35303"/>
                    <a:pt x="40070" y="29822"/>
                    <a:pt x="43788" y="25527"/>
                  </a:cubicBezTo>
                  <a:lnTo>
                    <a:pt x="15213" y="476"/>
                  </a:lnTo>
                  <a:cubicBezTo>
                    <a:pt x="-7236" y="26268"/>
                    <a:pt x="-4526" y="65375"/>
                    <a:pt x="21266" y="87824"/>
                  </a:cubicBezTo>
                  <a:cubicBezTo>
                    <a:pt x="27101" y="92903"/>
                    <a:pt x="33835" y="96844"/>
                    <a:pt x="41121" y="99441"/>
                  </a:cubicBezTo>
                  <a:lnTo>
                    <a:pt x="41121" y="179451"/>
                  </a:lnTo>
                  <a:cubicBezTo>
                    <a:pt x="41121" y="203071"/>
                    <a:pt x="60269" y="222218"/>
                    <a:pt x="83889" y="222218"/>
                  </a:cubicBezTo>
                  <a:lnTo>
                    <a:pt x="155421" y="222218"/>
                  </a:lnTo>
                  <a:lnTo>
                    <a:pt x="155421" y="393668"/>
                  </a:lnTo>
                  <a:lnTo>
                    <a:pt x="460221" y="393668"/>
                  </a:lnTo>
                  <a:lnTo>
                    <a:pt x="460221" y="212693"/>
                  </a:lnTo>
                  <a:lnTo>
                    <a:pt x="512704" y="212693"/>
                  </a:lnTo>
                  <a:cubicBezTo>
                    <a:pt x="515282" y="212693"/>
                    <a:pt x="517371" y="214783"/>
                    <a:pt x="517371" y="217361"/>
                  </a:cubicBezTo>
                  <a:lnTo>
                    <a:pt x="517371" y="296704"/>
                  </a:lnTo>
                  <a:cubicBezTo>
                    <a:pt x="484838" y="307228"/>
                    <a:pt x="466997" y="342133"/>
                    <a:pt x="477521" y="374667"/>
                  </a:cubicBezTo>
                  <a:cubicBezTo>
                    <a:pt x="480155" y="382809"/>
                    <a:pt x="484448" y="390316"/>
                    <a:pt x="490130" y="396716"/>
                  </a:cubicBezTo>
                  <a:lnTo>
                    <a:pt x="518705" y="371380"/>
                  </a:lnTo>
                  <a:cubicBezTo>
                    <a:pt x="514763" y="367059"/>
                    <a:pt x="512588" y="361417"/>
                    <a:pt x="512609" y="355568"/>
                  </a:cubicBezTo>
                  <a:cubicBezTo>
                    <a:pt x="512620" y="342417"/>
                    <a:pt x="523290" y="331764"/>
                    <a:pt x="536441" y="331776"/>
                  </a:cubicBezTo>
                  <a:cubicBezTo>
                    <a:pt x="549593" y="331787"/>
                    <a:pt x="560245" y="342457"/>
                    <a:pt x="560234" y="355608"/>
                  </a:cubicBezTo>
                  <a:cubicBezTo>
                    <a:pt x="560229" y="361377"/>
                    <a:pt x="558131" y="366947"/>
                    <a:pt x="554328" y="371285"/>
                  </a:cubicBezTo>
                  <a:lnTo>
                    <a:pt x="582903" y="396335"/>
                  </a:lnTo>
                  <a:cubicBezTo>
                    <a:pt x="605441" y="370690"/>
                    <a:pt x="602921" y="331631"/>
                    <a:pt x="577276" y="309094"/>
                  </a:cubicBezTo>
                  <a:cubicBezTo>
                    <a:pt x="570931" y="303517"/>
                    <a:pt x="563510" y="299300"/>
                    <a:pt x="555471" y="296704"/>
                  </a:cubicBezTo>
                  <a:close/>
                  <a:moveTo>
                    <a:pt x="422121" y="260318"/>
                  </a:moveTo>
                  <a:lnTo>
                    <a:pt x="395642" y="260318"/>
                  </a:lnTo>
                  <a:cubicBezTo>
                    <a:pt x="394721" y="260483"/>
                    <a:pt x="393845" y="260840"/>
                    <a:pt x="393070" y="261366"/>
                  </a:cubicBezTo>
                  <a:lnTo>
                    <a:pt x="363924" y="291179"/>
                  </a:lnTo>
                  <a:lnTo>
                    <a:pt x="341730" y="238601"/>
                  </a:lnTo>
                  <a:lnTo>
                    <a:pt x="300297" y="324326"/>
                  </a:lnTo>
                  <a:lnTo>
                    <a:pt x="271245" y="212693"/>
                  </a:lnTo>
                  <a:lnTo>
                    <a:pt x="248862" y="260318"/>
                  </a:lnTo>
                  <a:lnTo>
                    <a:pt x="203046" y="260318"/>
                  </a:lnTo>
                  <a:lnTo>
                    <a:pt x="203046" y="241268"/>
                  </a:lnTo>
                  <a:lnTo>
                    <a:pt x="236765" y="241268"/>
                  </a:lnTo>
                  <a:lnTo>
                    <a:pt x="276389" y="156972"/>
                  </a:lnTo>
                  <a:lnTo>
                    <a:pt x="305726" y="269177"/>
                  </a:lnTo>
                  <a:lnTo>
                    <a:pt x="342969" y="192977"/>
                  </a:lnTo>
                  <a:lnTo>
                    <a:pt x="370401" y="257937"/>
                  </a:lnTo>
                  <a:lnTo>
                    <a:pt x="379926" y="248412"/>
                  </a:lnTo>
                  <a:cubicBezTo>
                    <a:pt x="384108" y="244179"/>
                    <a:pt x="389703" y="241636"/>
                    <a:pt x="395642" y="241268"/>
                  </a:cubicBezTo>
                  <a:lnTo>
                    <a:pt x="422121" y="24126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12000">
                  <a:schemeClr val="accent3">
                    <a:lumMod val="89000"/>
                  </a:schemeClr>
                </a:gs>
                <a:gs pos="39000">
                  <a:schemeClr val="accent3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 cap="flat">
              <a:solidFill>
                <a:schemeClr val="bg2">
                  <a:lumMod val="1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lowchart: Alternate Process 96">
              <a:extLst>
                <a:ext uri="{FF2B5EF4-FFF2-40B4-BE49-F238E27FC236}">
                  <a16:creationId xmlns:a16="http://schemas.microsoft.com/office/drawing/2014/main" id="{2A50DC6A-DB7B-A96B-5E0B-BDCDD8FE3572}"/>
                </a:ext>
              </a:extLst>
            </p:cNvPr>
            <p:cNvSpPr/>
            <p:nvPr/>
          </p:nvSpPr>
          <p:spPr>
            <a:xfrm>
              <a:off x="5528296" y="1389382"/>
              <a:ext cx="1252926" cy="1164976"/>
            </a:xfrm>
            <a:prstGeom prst="flowChartAlternateProcess">
              <a:avLst/>
            </a:prstGeom>
            <a:gradFill>
              <a:gsLst>
                <a:gs pos="0">
                  <a:schemeClr val="accent3">
                    <a:lumMod val="89000"/>
                  </a:schemeClr>
                </a:gs>
                <a:gs pos="12000">
                  <a:schemeClr val="accent3">
                    <a:lumMod val="89000"/>
                  </a:schemeClr>
                </a:gs>
                <a:gs pos="39000">
                  <a:schemeClr val="accent3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L-Shape 98">
              <a:extLst>
                <a:ext uri="{FF2B5EF4-FFF2-40B4-BE49-F238E27FC236}">
                  <a16:creationId xmlns:a16="http://schemas.microsoft.com/office/drawing/2014/main" id="{808E0D51-E502-BE31-5761-76EB4F16F744}"/>
                </a:ext>
              </a:extLst>
            </p:cNvPr>
            <p:cNvSpPr/>
            <p:nvPr/>
          </p:nvSpPr>
          <p:spPr>
            <a:xfrm rot="7912849">
              <a:off x="5660512" y="1670168"/>
              <a:ext cx="368300" cy="378214"/>
            </a:xfrm>
            <a:prstGeom prst="corne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L-Shape 100">
              <a:extLst>
                <a:ext uri="{FF2B5EF4-FFF2-40B4-BE49-F238E27FC236}">
                  <a16:creationId xmlns:a16="http://schemas.microsoft.com/office/drawing/2014/main" id="{F713782B-9B2E-C68D-07E3-065850855286}"/>
                </a:ext>
              </a:extLst>
            </p:cNvPr>
            <p:cNvSpPr/>
            <p:nvPr/>
          </p:nvSpPr>
          <p:spPr>
            <a:xfrm rot="7912849">
              <a:off x="6289553" y="1662105"/>
              <a:ext cx="368300" cy="378214"/>
            </a:xfrm>
            <a:prstGeom prst="corner">
              <a:avLst/>
            </a:prstGeom>
            <a:gradFill flip="none" rotWithShape="1"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62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: Rounded Corners 105">
              <a:extLst>
                <a:ext uri="{FF2B5EF4-FFF2-40B4-BE49-F238E27FC236}">
                  <a16:creationId xmlns:a16="http://schemas.microsoft.com/office/drawing/2014/main" id="{001E0E68-558F-667F-AB37-89A8F9CA61F8}"/>
                </a:ext>
              </a:extLst>
            </p:cNvPr>
            <p:cNvSpPr/>
            <p:nvPr/>
          </p:nvSpPr>
          <p:spPr>
            <a:xfrm>
              <a:off x="5721308" y="2125379"/>
              <a:ext cx="866899" cy="231736"/>
            </a:xfrm>
            <a:prstGeom prst="roundRect">
              <a:avLst/>
            </a:prstGeom>
            <a:gradFill>
              <a:gsLst>
                <a:gs pos="0">
                  <a:srgbClr val="00B0F0">
                    <a:tint val="66000"/>
                    <a:satMod val="160000"/>
                  </a:srgbClr>
                </a:gs>
                <a:gs pos="50000">
                  <a:srgbClr val="00B0F0">
                    <a:tint val="44500"/>
                    <a:satMod val="160000"/>
                  </a:srgbClr>
                </a:gs>
                <a:gs pos="100000">
                  <a:srgbClr val="00B0F0">
                    <a:tint val="23500"/>
                    <a:satMod val="160000"/>
                  </a:srgbClr>
                </a:gs>
              </a:gsLst>
              <a:lin ang="162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D0E2009-1E99-DB24-1616-0FCD0696E965}"/>
                </a:ext>
              </a:extLst>
            </p:cNvPr>
            <p:cNvGrpSpPr/>
            <p:nvPr/>
          </p:nvGrpSpPr>
          <p:grpSpPr>
            <a:xfrm>
              <a:off x="5551246" y="1047029"/>
              <a:ext cx="1134343" cy="429816"/>
              <a:chOff x="5482375" y="1061815"/>
              <a:chExt cx="1134343" cy="429816"/>
            </a:xfrm>
            <a:solidFill>
              <a:srgbClr val="FF0000"/>
            </a:solidFill>
          </p:grpSpPr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14767154-EE69-E06F-187B-2237E3CA9E19}"/>
                  </a:ext>
                </a:extLst>
              </p:cNvPr>
              <p:cNvSpPr/>
              <p:nvPr/>
            </p:nvSpPr>
            <p:spPr>
              <a:xfrm rot="327690" flipH="1">
                <a:off x="5482375" y="1287234"/>
                <a:ext cx="592030" cy="161109"/>
              </a:xfrm>
              <a:custGeom>
                <a:avLst/>
                <a:gdLst>
                  <a:gd name="csX0" fmla="*/ 569627 w 592030"/>
                  <a:gd name="csY0" fmla="*/ 32956 h 161109"/>
                  <a:gd name="csX1" fmla="*/ 327210 w 592030"/>
                  <a:gd name="csY1" fmla="*/ 0 h 161109"/>
                  <a:gd name="csX2" fmla="*/ 327210 w 592030"/>
                  <a:gd name="csY2" fmla="*/ 952 h 161109"/>
                  <a:gd name="csX3" fmla="*/ 309726 w 592030"/>
                  <a:gd name="csY3" fmla="*/ 8096 h 161109"/>
                  <a:gd name="csX4" fmla="*/ 47589 w 592030"/>
                  <a:gd name="csY4" fmla="*/ 90106 h 161109"/>
                  <a:gd name="csX5" fmla="*/ 0 w 592030"/>
                  <a:gd name="csY5" fmla="*/ 100489 h 161109"/>
                  <a:gd name="csX6" fmla="*/ 415947 w 592030"/>
                  <a:gd name="csY6" fmla="*/ 157639 h 161109"/>
                  <a:gd name="csX7" fmla="*/ 586849 w 592030"/>
                  <a:gd name="csY7" fmla="*/ 63151 h 161109"/>
                  <a:gd name="csX8" fmla="*/ 581407 w 592030"/>
                  <a:gd name="csY8" fmla="*/ 36500 h 161109"/>
                  <a:gd name="csX9" fmla="*/ 569627 w 592030"/>
                  <a:gd name="csY9" fmla="*/ 32956 h 161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92030" h="161109">
                    <a:moveTo>
                      <a:pt x="569627" y="32956"/>
                    </a:moveTo>
                    <a:lnTo>
                      <a:pt x="327210" y="0"/>
                    </a:lnTo>
                    <a:lnTo>
                      <a:pt x="327210" y="952"/>
                    </a:lnTo>
                    <a:lnTo>
                      <a:pt x="309726" y="8096"/>
                    </a:lnTo>
                    <a:cubicBezTo>
                      <a:pt x="225185" y="39969"/>
                      <a:pt x="137578" y="67377"/>
                      <a:pt x="47589" y="90106"/>
                    </a:cubicBezTo>
                    <a:cubicBezTo>
                      <a:pt x="34443" y="93154"/>
                      <a:pt x="18405" y="96679"/>
                      <a:pt x="0" y="100489"/>
                    </a:cubicBezTo>
                    <a:cubicBezTo>
                      <a:pt x="42725" y="111633"/>
                      <a:pt x="298551" y="176689"/>
                      <a:pt x="415947" y="157639"/>
                    </a:cubicBezTo>
                    <a:cubicBezTo>
                      <a:pt x="494825" y="144875"/>
                      <a:pt x="555561" y="94107"/>
                      <a:pt x="586849" y="63151"/>
                    </a:cubicBezTo>
                    <a:cubicBezTo>
                      <a:pt x="595503" y="54703"/>
                      <a:pt x="593067" y="42771"/>
                      <a:pt x="581407" y="36500"/>
                    </a:cubicBezTo>
                    <a:cubicBezTo>
                      <a:pt x="577941" y="34637"/>
                      <a:pt x="573896" y="33419"/>
                      <a:pt x="569627" y="32956"/>
                    </a:cubicBezTo>
                    <a:close/>
                  </a:path>
                </a:pathLst>
              </a:custGeom>
              <a:grpFill/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A61E2F5C-F8EE-D550-68BF-52548AC8E2B7}"/>
                  </a:ext>
                </a:extLst>
              </p:cNvPr>
              <p:cNvSpPr/>
              <p:nvPr/>
            </p:nvSpPr>
            <p:spPr>
              <a:xfrm rot="327690" flipH="1">
                <a:off x="5787891" y="1061815"/>
                <a:ext cx="828827" cy="429816"/>
              </a:xfrm>
              <a:custGeom>
                <a:avLst/>
                <a:gdLst>
                  <a:gd name="csX0" fmla="*/ 222786 w 828827"/>
                  <a:gd name="csY0" fmla="*/ 402036 h 429816"/>
                  <a:gd name="csX1" fmla="*/ 566954 w 828827"/>
                  <a:gd name="csY1" fmla="*/ 337837 h 429816"/>
                  <a:gd name="csX2" fmla="*/ 566954 w 828827"/>
                  <a:gd name="csY2" fmla="*/ 337837 h 429816"/>
                  <a:gd name="csX3" fmla="*/ 577471 w 828827"/>
                  <a:gd name="csY3" fmla="*/ 335361 h 429816"/>
                  <a:gd name="csX4" fmla="*/ 592327 w 828827"/>
                  <a:gd name="csY4" fmla="*/ 331646 h 429816"/>
                  <a:gd name="csX5" fmla="*/ 592327 w 828827"/>
                  <a:gd name="csY5" fmla="*/ 331646 h 429816"/>
                  <a:gd name="csX6" fmla="*/ 639390 w 828827"/>
                  <a:gd name="csY6" fmla="*/ 318883 h 429816"/>
                  <a:gd name="csX7" fmla="*/ 649513 w 828827"/>
                  <a:gd name="csY7" fmla="*/ 315930 h 429816"/>
                  <a:gd name="csX8" fmla="*/ 659898 w 828827"/>
                  <a:gd name="csY8" fmla="*/ 312882 h 429816"/>
                  <a:gd name="csX9" fmla="*/ 663448 w 828827"/>
                  <a:gd name="csY9" fmla="*/ 311834 h 429816"/>
                  <a:gd name="csX10" fmla="*/ 663448 w 828827"/>
                  <a:gd name="csY10" fmla="*/ 311834 h 429816"/>
                  <a:gd name="csX11" fmla="*/ 828828 w 828827"/>
                  <a:gd name="csY11" fmla="*/ 256208 h 429816"/>
                  <a:gd name="csX12" fmla="*/ 342416 w 828827"/>
                  <a:gd name="csY12" fmla="*/ 23322 h 429816"/>
                  <a:gd name="csX13" fmla="*/ 287202 w 828827"/>
                  <a:gd name="csY13" fmla="*/ 1033 h 429816"/>
                  <a:gd name="csX14" fmla="*/ 264854 w 828827"/>
                  <a:gd name="csY14" fmla="*/ 5224 h 429816"/>
                  <a:gd name="csX15" fmla="*/ 231725 w 828827"/>
                  <a:gd name="csY15" fmla="*/ 44848 h 429816"/>
                  <a:gd name="csX16" fmla="*/ 12446 w 828827"/>
                  <a:gd name="csY16" fmla="*/ 359173 h 429816"/>
                  <a:gd name="csX17" fmla="*/ 29667 w 828827"/>
                  <a:gd name="csY17" fmla="*/ 414895 h 429816"/>
                  <a:gd name="csX18" fmla="*/ 60955 w 828827"/>
                  <a:gd name="csY18" fmla="*/ 429373 h 429816"/>
                  <a:gd name="csX19" fmla="*/ 197939 w 828827"/>
                  <a:gd name="csY19" fmla="*/ 406513 h 429816"/>
                  <a:gd name="csX20" fmla="*/ 197939 w 828827"/>
                  <a:gd name="csY20" fmla="*/ 406513 h 429816"/>
                  <a:gd name="csX21" fmla="*/ 224232 w 828827"/>
                  <a:gd name="csY21" fmla="*/ 402131 h 429816"/>
                  <a:gd name="csX22" fmla="*/ 332557 w 828827"/>
                  <a:gd name="csY22" fmla="*/ 26941 h 429816"/>
                  <a:gd name="csX23" fmla="*/ 506350 w 828827"/>
                  <a:gd name="csY23" fmla="*/ 148671 h 429816"/>
                  <a:gd name="csX24" fmla="*/ 582467 w 828827"/>
                  <a:gd name="csY24" fmla="*/ 293737 h 429816"/>
                  <a:gd name="csX25" fmla="*/ 560907 w 828827"/>
                  <a:gd name="csY25" fmla="*/ 299166 h 429816"/>
                  <a:gd name="csX26" fmla="*/ 557358 w 828827"/>
                  <a:gd name="csY26" fmla="*/ 300023 h 429816"/>
                  <a:gd name="csX27" fmla="*/ 483739 w 828827"/>
                  <a:gd name="csY27" fmla="*/ 158386 h 429816"/>
                  <a:gd name="csX28" fmla="*/ 291672 w 828827"/>
                  <a:gd name="csY28" fmla="*/ 34561 h 429816"/>
                  <a:gd name="csX29" fmla="*/ 186765 w 828827"/>
                  <a:gd name="csY29" fmla="*/ 368698 h 429816"/>
                  <a:gd name="csX30" fmla="*/ 199911 w 828827"/>
                  <a:gd name="csY30" fmla="*/ 114857 h 429816"/>
                  <a:gd name="csX31" fmla="*/ 243951 w 828827"/>
                  <a:gd name="csY31" fmla="*/ 43705 h 429816"/>
                  <a:gd name="csX32" fmla="*/ 281286 w 828827"/>
                  <a:gd name="csY32" fmla="*/ 36657 h 429816"/>
                  <a:gd name="csX33" fmla="*/ 225283 w 828827"/>
                  <a:gd name="csY33" fmla="*/ 121048 h 429816"/>
                  <a:gd name="csX34" fmla="*/ 212137 w 828827"/>
                  <a:gd name="csY34" fmla="*/ 364698 h 4298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828827" h="429816">
                    <a:moveTo>
                      <a:pt x="222786" y="402036"/>
                    </a:moveTo>
                    <a:cubicBezTo>
                      <a:pt x="346097" y="380986"/>
                      <a:pt x="496622" y="354411"/>
                      <a:pt x="566954" y="337837"/>
                    </a:cubicBezTo>
                    <a:lnTo>
                      <a:pt x="566954" y="337837"/>
                    </a:lnTo>
                    <a:lnTo>
                      <a:pt x="577471" y="335361"/>
                    </a:lnTo>
                    <a:lnTo>
                      <a:pt x="592327" y="331646"/>
                    </a:lnTo>
                    <a:lnTo>
                      <a:pt x="592327" y="331646"/>
                    </a:lnTo>
                    <a:cubicBezTo>
                      <a:pt x="608102" y="327550"/>
                      <a:pt x="623878" y="323264"/>
                      <a:pt x="639390" y="318883"/>
                    </a:cubicBezTo>
                    <a:lnTo>
                      <a:pt x="649513" y="315930"/>
                    </a:lnTo>
                    <a:lnTo>
                      <a:pt x="659898" y="312882"/>
                    </a:lnTo>
                    <a:lnTo>
                      <a:pt x="663448" y="311834"/>
                    </a:lnTo>
                    <a:lnTo>
                      <a:pt x="663448" y="311834"/>
                    </a:lnTo>
                    <a:cubicBezTo>
                      <a:pt x="753894" y="284878"/>
                      <a:pt x="828828" y="256208"/>
                      <a:pt x="828828" y="256208"/>
                    </a:cubicBezTo>
                    <a:cubicBezTo>
                      <a:pt x="778609" y="93140"/>
                      <a:pt x="585622" y="-6491"/>
                      <a:pt x="342416" y="23322"/>
                    </a:cubicBezTo>
                    <a:cubicBezTo>
                      <a:pt x="335081" y="6460"/>
                      <a:pt x="310852" y="-3321"/>
                      <a:pt x="287202" y="1033"/>
                    </a:cubicBezTo>
                    <a:lnTo>
                      <a:pt x="264854" y="5224"/>
                    </a:lnTo>
                    <a:cubicBezTo>
                      <a:pt x="240879" y="9808"/>
                      <a:pt x="226229" y="27331"/>
                      <a:pt x="231725" y="44848"/>
                    </a:cubicBezTo>
                    <a:cubicBezTo>
                      <a:pt x="37818" y="99617"/>
                      <a:pt x="-30806" y="219156"/>
                      <a:pt x="12446" y="359173"/>
                    </a:cubicBezTo>
                    <a:lnTo>
                      <a:pt x="29667" y="414895"/>
                    </a:lnTo>
                    <a:cubicBezTo>
                      <a:pt x="32809" y="425143"/>
                      <a:pt x="46802" y="431617"/>
                      <a:pt x="60955" y="429373"/>
                    </a:cubicBezTo>
                    <a:cubicBezTo>
                      <a:pt x="89483" y="424705"/>
                      <a:pt x="139833" y="416419"/>
                      <a:pt x="197939" y="406513"/>
                    </a:cubicBezTo>
                    <a:lnTo>
                      <a:pt x="197939" y="406513"/>
                    </a:lnTo>
                    <a:lnTo>
                      <a:pt x="224232" y="402131"/>
                    </a:lnTo>
                    <a:close/>
                    <a:moveTo>
                      <a:pt x="332557" y="26941"/>
                    </a:moveTo>
                    <a:cubicBezTo>
                      <a:pt x="405704" y="54298"/>
                      <a:pt x="466140" y="96628"/>
                      <a:pt x="506350" y="148671"/>
                    </a:cubicBezTo>
                    <a:cubicBezTo>
                      <a:pt x="541999" y="193857"/>
                      <a:pt x="567681" y="242803"/>
                      <a:pt x="582467" y="293737"/>
                    </a:cubicBezTo>
                    <a:lnTo>
                      <a:pt x="560907" y="299166"/>
                    </a:lnTo>
                    <a:lnTo>
                      <a:pt x="557358" y="300023"/>
                    </a:lnTo>
                    <a:cubicBezTo>
                      <a:pt x="543308" y="250287"/>
                      <a:pt x="518461" y="202481"/>
                      <a:pt x="483739" y="158386"/>
                    </a:cubicBezTo>
                    <a:cubicBezTo>
                      <a:pt x="433914" y="97426"/>
                      <a:pt x="368578" y="55802"/>
                      <a:pt x="291672" y="34561"/>
                    </a:cubicBezTo>
                    <a:close/>
                    <a:moveTo>
                      <a:pt x="186765" y="368698"/>
                    </a:moveTo>
                    <a:cubicBezTo>
                      <a:pt x="163627" y="276401"/>
                      <a:pt x="167966" y="188390"/>
                      <a:pt x="199911" y="114857"/>
                    </a:cubicBezTo>
                    <a:cubicBezTo>
                      <a:pt x="210823" y="90007"/>
                      <a:pt x="225596" y="66137"/>
                      <a:pt x="243951" y="43705"/>
                    </a:cubicBezTo>
                    <a:lnTo>
                      <a:pt x="281286" y="36657"/>
                    </a:lnTo>
                    <a:cubicBezTo>
                      <a:pt x="256908" y="62604"/>
                      <a:pt x="238031" y="91049"/>
                      <a:pt x="225283" y="121048"/>
                    </a:cubicBezTo>
                    <a:cubicBezTo>
                      <a:pt x="194390" y="191343"/>
                      <a:pt x="190183" y="275830"/>
                      <a:pt x="212137" y="364698"/>
                    </a:cubicBezTo>
                    <a:close/>
                  </a:path>
                </a:pathLst>
              </a:custGeom>
              <a:grpFill/>
              <a:ln w="38100" cap="flat">
                <a:solidFill>
                  <a:schemeClr val="bg2">
                    <a:lumMod val="1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EDF2F552-A9AA-E454-068A-390CF90B90A0}"/>
                </a:ext>
              </a:extLst>
            </p:cNvPr>
            <p:cNvSpPr/>
            <p:nvPr/>
          </p:nvSpPr>
          <p:spPr>
            <a:xfrm>
              <a:off x="5553681" y="2747311"/>
              <a:ext cx="1153748" cy="982945"/>
            </a:xfrm>
            <a:prstGeom prst="roundRect">
              <a:avLst/>
            </a:prstGeom>
            <a:gradFill flip="none" rotWithShape="1">
              <a:gsLst>
                <a:gs pos="22000">
                  <a:srgbClr val="002060">
                    <a:tint val="66000"/>
                    <a:satMod val="160000"/>
                  </a:srgbClr>
                </a:gs>
                <a:gs pos="67000">
                  <a:srgbClr val="002060">
                    <a:tint val="44500"/>
                    <a:satMod val="160000"/>
                  </a:srgbClr>
                </a:gs>
                <a:gs pos="100000">
                  <a:srgbClr val="002060">
                    <a:tint val="23500"/>
                    <a:satMod val="160000"/>
                  </a:srgbClr>
                </a:gs>
              </a:gsLst>
              <a:lin ang="810000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193808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rgbClr val="C00000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80909C-55CC-31BC-6F2C-4949B211D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E1609C85-E352-787F-251B-2C53A006ED02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Reflect Shield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FC0A1D-AB2C-D7B4-086A-AE36807C54A2}"/>
              </a:ext>
            </a:extLst>
          </p:cNvPr>
          <p:cNvGrpSpPr/>
          <p:nvPr/>
        </p:nvGrpSpPr>
        <p:grpSpPr>
          <a:xfrm>
            <a:off x="3733800" y="1112520"/>
            <a:ext cx="4724400" cy="4632960"/>
            <a:chOff x="3733800" y="1112520"/>
            <a:chExt cx="4724400" cy="4632960"/>
          </a:xfrm>
          <a:gradFill flip="none" rotWithShape="1">
            <a:gsLst>
              <a:gs pos="0">
                <a:schemeClr val="accent2"/>
              </a:gs>
              <a:gs pos="100000">
                <a:srgbClr val="0070C0"/>
              </a:gs>
            </a:gsLst>
            <a:path path="circle">
              <a:fillToRect l="50000" t="50000" r="50000" b="50000"/>
            </a:path>
            <a:tileRect/>
          </a:gradFill>
        </p:grpSpPr>
        <p:sp>
          <p:nvSpPr>
            <p:cNvPr id="3" name="Flowchart: Connector 2">
              <a:extLst>
                <a:ext uri="{FF2B5EF4-FFF2-40B4-BE49-F238E27FC236}">
                  <a16:creationId xmlns:a16="http://schemas.microsoft.com/office/drawing/2014/main" id="{2715FF07-54B7-E233-F942-E3E1D37F6378}"/>
                </a:ext>
              </a:extLst>
            </p:cNvPr>
            <p:cNvSpPr/>
            <p:nvPr/>
          </p:nvSpPr>
          <p:spPr>
            <a:xfrm>
              <a:off x="3733800" y="1112520"/>
              <a:ext cx="4724400" cy="4632960"/>
            </a:xfrm>
            <a:prstGeom prst="flowChartConnector">
              <a:avLst/>
            </a:prstGeom>
            <a:gradFill flip="none" rotWithShape="1">
              <a:gsLst>
                <a:gs pos="14679">
                  <a:schemeClr val="accent2"/>
                </a:gs>
                <a:gs pos="38000">
                  <a:schemeClr val="accent2"/>
                </a:gs>
                <a:gs pos="10000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 w="76200">
              <a:solidFill>
                <a:schemeClr val="bg2">
                  <a:lumMod val="1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lowchart: Connector 3">
              <a:extLst>
                <a:ext uri="{FF2B5EF4-FFF2-40B4-BE49-F238E27FC236}">
                  <a16:creationId xmlns:a16="http://schemas.microsoft.com/office/drawing/2014/main" id="{8BBE0C85-3A66-5765-348B-4776007AEC66}"/>
                </a:ext>
              </a:extLst>
            </p:cNvPr>
            <p:cNvSpPr/>
            <p:nvPr/>
          </p:nvSpPr>
          <p:spPr>
            <a:xfrm>
              <a:off x="3954780" y="1264920"/>
              <a:ext cx="4282440" cy="4328160"/>
            </a:xfrm>
            <a:prstGeom prst="flowChartConnector">
              <a:avLst/>
            </a:prstGeom>
            <a:grpFill/>
            <a:ln w="76200">
              <a:solidFill>
                <a:schemeClr val="bg2">
                  <a:lumMod val="10000"/>
                </a:schemeClr>
              </a:solidFill>
              <a:prstDash val="lgDash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642658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rgbClr val="C00000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6FFAEA-D540-E35D-1E94-20F061478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7D84F9DE-83C5-33EE-7FBA-2B5AE944B179}"/>
              </a:ext>
            </a:extLst>
          </p:cNvPr>
          <p:cNvSpPr txBox="1"/>
          <p:nvPr/>
        </p:nvSpPr>
        <p:spPr>
          <a:xfrm>
            <a:off x="77000" y="114741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Stim Shot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F7BC705-66E2-2EC9-51F8-34ABE0D288EC}"/>
              </a:ext>
            </a:extLst>
          </p:cNvPr>
          <p:cNvGrpSpPr/>
          <p:nvPr/>
        </p:nvGrpSpPr>
        <p:grpSpPr>
          <a:xfrm>
            <a:off x="3681448" y="721422"/>
            <a:ext cx="4541994" cy="5245354"/>
            <a:chOff x="2995648" y="530922"/>
            <a:chExt cx="4541994" cy="5245354"/>
          </a:xfrm>
        </p:grpSpPr>
        <p:sp>
          <p:nvSpPr>
            <p:cNvPr id="24" name="Cylinder 23">
              <a:extLst>
                <a:ext uri="{FF2B5EF4-FFF2-40B4-BE49-F238E27FC236}">
                  <a16:creationId xmlns:a16="http://schemas.microsoft.com/office/drawing/2014/main" id="{B3AB78BF-17D4-9C85-C7AC-6B4DC5055B87}"/>
                </a:ext>
              </a:extLst>
            </p:cNvPr>
            <p:cNvSpPr/>
            <p:nvPr/>
          </p:nvSpPr>
          <p:spPr>
            <a:xfrm rot="19170154">
              <a:off x="3487052" y="713170"/>
              <a:ext cx="152197" cy="535502"/>
            </a:xfrm>
            <a:prstGeom prst="can">
              <a:avLst/>
            </a:prstGeom>
            <a:gradFill>
              <a:gsLst>
                <a:gs pos="100000">
                  <a:schemeClr val="accent3">
                    <a:lumMod val="50000"/>
                  </a:schemeClr>
                </a:gs>
                <a:gs pos="0">
                  <a:schemeClr val="tx1">
                    <a:lumMod val="85000"/>
                    <a:lumOff val="15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Diagonal Stripe 20">
              <a:extLst>
                <a:ext uri="{FF2B5EF4-FFF2-40B4-BE49-F238E27FC236}">
                  <a16:creationId xmlns:a16="http://schemas.microsoft.com/office/drawing/2014/main" id="{0A1D96DE-0043-3325-7676-DBAB6FD53123}"/>
                </a:ext>
              </a:extLst>
            </p:cNvPr>
            <p:cNvSpPr/>
            <p:nvPr/>
          </p:nvSpPr>
          <p:spPr>
            <a:xfrm rot="20018518" flipH="1">
              <a:off x="5015592" y="792376"/>
              <a:ext cx="886691" cy="3726180"/>
            </a:xfrm>
            <a:prstGeom prst="diagStripe">
              <a:avLst/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Diagonal Stripe 19">
              <a:extLst>
                <a:ext uri="{FF2B5EF4-FFF2-40B4-BE49-F238E27FC236}">
                  <a16:creationId xmlns:a16="http://schemas.microsoft.com/office/drawing/2014/main" id="{BD41A5EB-5516-B943-840A-196098F83679}"/>
                </a:ext>
              </a:extLst>
            </p:cNvPr>
            <p:cNvSpPr/>
            <p:nvPr/>
          </p:nvSpPr>
          <p:spPr>
            <a:xfrm rot="18390713">
              <a:off x="4415392" y="1161759"/>
              <a:ext cx="886691" cy="3726180"/>
            </a:xfrm>
            <a:prstGeom prst="diagStripe">
              <a:avLst/>
            </a:prstGeom>
            <a:gradFill flip="none" rotWithShape="1">
              <a:gsLst>
                <a:gs pos="0">
                  <a:schemeClr val="accent3">
                    <a:lumMod val="50000"/>
                    <a:shade val="30000"/>
                    <a:satMod val="115000"/>
                  </a:schemeClr>
                </a:gs>
                <a:gs pos="50000">
                  <a:schemeClr val="accent3">
                    <a:lumMod val="50000"/>
                    <a:shade val="67500"/>
                    <a:satMod val="115000"/>
                  </a:schemeClr>
                </a:gs>
                <a:gs pos="100000">
                  <a:schemeClr val="accent3">
                    <a:lumMod val="50000"/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Cylinder 3">
              <a:extLst>
                <a:ext uri="{FF2B5EF4-FFF2-40B4-BE49-F238E27FC236}">
                  <a16:creationId xmlns:a16="http://schemas.microsoft.com/office/drawing/2014/main" id="{2395E1F9-AF3F-1A8F-13DE-E3480A00F525}"/>
                </a:ext>
              </a:extLst>
            </p:cNvPr>
            <p:cNvSpPr/>
            <p:nvPr/>
          </p:nvSpPr>
          <p:spPr>
            <a:xfrm rot="8387728">
              <a:off x="4654357" y="530922"/>
              <a:ext cx="773206" cy="4370293"/>
            </a:xfrm>
            <a:prstGeom prst="can">
              <a:avLst>
                <a:gd name="adj" fmla="val 14851"/>
              </a:avLst>
            </a:prstGeom>
            <a:gradFill>
              <a:gsLst>
                <a:gs pos="77000">
                  <a:srgbClr val="0070C0"/>
                </a:gs>
                <a:gs pos="100000">
                  <a:srgbClr val="002060"/>
                </a:gs>
                <a:gs pos="0">
                  <a:srgbClr val="FF0000"/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ylinder 10">
              <a:extLst>
                <a:ext uri="{FF2B5EF4-FFF2-40B4-BE49-F238E27FC236}">
                  <a16:creationId xmlns:a16="http://schemas.microsoft.com/office/drawing/2014/main" id="{477A37FB-4F2F-E9E6-2422-97319DA13836}"/>
                </a:ext>
              </a:extLst>
            </p:cNvPr>
            <p:cNvSpPr/>
            <p:nvPr/>
          </p:nvSpPr>
          <p:spPr>
            <a:xfrm rot="8387728">
              <a:off x="6196005" y="4297880"/>
              <a:ext cx="583824" cy="247120"/>
            </a:xfrm>
            <a:prstGeom prst="can">
              <a:avLst>
                <a:gd name="adj" fmla="val 14851"/>
              </a:avLst>
            </a:prstGeom>
            <a:gradFill>
              <a:gsLst>
                <a:gs pos="100000">
                  <a:schemeClr val="accent3">
                    <a:lumMod val="50000"/>
                  </a:schemeClr>
                </a:gs>
                <a:gs pos="0">
                  <a:schemeClr val="tx1">
                    <a:lumMod val="85000"/>
                    <a:lumOff val="15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lowchart: Terminator 11">
              <a:extLst>
                <a:ext uri="{FF2B5EF4-FFF2-40B4-BE49-F238E27FC236}">
                  <a16:creationId xmlns:a16="http://schemas.microsoft.com/office/drawing/2014/main" id="{87E2720B-09D3-C2EF-DF62-C02F7A638900}"/>
                </a:ext>
              </a:extLst>
            </p:cNvPr>
            <p:cNvSpPr/>
            <p:nvPr/>
          </p:nvSpPr>
          <p:spPr>
            <a:xfrm rot="2987507">
              <a:off x="3080746" y="2522115"/>
              <a:ext cx="3920429" cy="266700"/>
            </a:xfrm>
            <a:prstGeom prst="flowChartTerminator">
              <a:avLst/>
            </a:prstGeom>
            <a:gradFill>
              <a:gsLst>
                <a:gs pos="100000">
                  <a:schemeClr val="bg1">
                    <a:lumMod val="95000"/>
                  </a:schemeClr>
                </a:gs>
                <a:gs pos="3000">
                  <a:srgbClr val="FF0000"/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3B76F57-8176-3AE7-725D-D5B1F59E7CD8}"/>
                </a:ext>
              </a:extLst>
            </p:cNvPr>
            <p:cNvCxnSpPr>
              <a:cxnSpLocks/>
            </p:cNvCxnSpPr>
            <p:nvPr/>
          </p:nvCxnSpPr>
          <p:spPr>
            <a:xfrm>
              <a:off x="6580523" y="4493103"/>
              <a:ext cx="886691" cy="1046018"/>
            </a:xfrm>
            <a:prstGeom prst="line">
              <a:avLst/>
            </a:prstGeom>
            <a:ln w="76200">
              <a:solidFill>
                <a:schemeClr val="bg2">
                  <a:lumMod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ardrop 17">
              <a:extLst>
                <a:ext uri="{FF2B5EF4-FFF2-40B4-BE49-F238E27FC236}">
                  <a16:creationId xmlns:a16="http://schemas.microsoft.com/office/drawing/2014/main" id="{918A6286-13E6-8897-D89D-E710B86D7D5F}"/>
                </a:ext>
              </a:extLst>
            </p:cNvPr>
            <p:cNvSpPr/>
            <p:nvPr/>
          </p:nvSpPr>
          <p:spPr>
            <a:xfrm rot="18955498">
              <a:off x="7396786" y="5627697"/>
              <a:ext cx="140856" cy="148579"/>
            </a:xfrm>
            <a:prstGeom prst="teardrop">
              <a:avLst/>
            </a:prstGeom>
            <a:solidFill>
              <a:srgbClr val="FF0000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Cylinder 21">
              <a:extLst>
                <a:ext uri="{FF2B5EF4-FFF2-40B4-BE49-F238E27FC236}">
                  <a16:creationId xmlns:a16="http://schemas.microsoft.com/office/drawing/2014/main" id="{46466DA2-8663-6634-CF3E-ACB3C0828873}"/>
                </a:ext>
              </a:extLst>
            </p:cNvPr>
            <p:cNvSpPr/>
            <p:nvPr/>
          </p:nvSpPr>
          <p:spPr>
            <a:xfrm rot="8387728">
              <a:off x="3106645" y="715859"/>
              <a:ext cx="583824" cy="190574"/>
            </a:xfrm>
            <a:prstGeom prst="can">
              <a:avLst>
                <a:gd name="adj" fmla="val 14851"/>
              </a:avLst>
            </a:prstGeom>
            <a:gradFill>
              <a:gsLst>
                <a:gs pos="100000">
                  <a:schemeClr val="accent3">
                    <a:lumMod val="50000"/>
                  </a:schemeClr>
                </a:gs>
                <a:gs pos="0">
                  <a:schemeClr val="tx1">
                    <a:lumMod val="85000"/>
                    <a:lumOff val="15000"/>
                  </a:schemeClr>
                </a:gs>
              </a:gsLst>
              <a:lin ang="13500000" scaled="1"/>
            </a:gradFill>
            <a:ln w="38100">
              <a:solidFill>
                <a:schemeClr val="bg2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9389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0"/>
                <a:lumOff val="100000"/>
              </a:schemeClr>
            </a:gs>
            <a:gs pos="47000">
              <a:schemeClr val="accent3">
                <a:lumMod val="0"/>
                <a:lumOff val="100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273B12-183D-361D-58E1-9A747DABD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7E979A21-0491-34AA-BC0F-FF2BA4F16968}"/>
              </a:ext>
            </a:extLst>
          </p:cNvPr>
          <p:cNvSpPr txBox="1"/>
          <p:nvPr/>
        </p:nvSpPr>
        <p:spPr>
          <a:xfrm>
            <a:off x="0" y="82015"/>
            <a:ext cx="3486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Dennis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F57841-C91B-21A8-C334-3BABF62D4301}"/>
              </a:ext>
            </a:extLst>
          </p:cNvPr>
          <p:cNvGrpSpPr/>
          <p:nvPr/>
        </p:nvGrpSpPr>
        <p:grpSpPr>
          <a:xfrm>
            <a:off x="4733925" y="643821"/>
            <a:ext cx="2724150" cy="5570358"/>
            <a:chOff x="4733925" y="487543"/>
            <a:chExt cx="2724150" cy="5570358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CE4B9CD-4BDE-7BFA-FBFE-83F30F101D30}"/>
                </a:ext>
              </a:extLst>
            </p:cNvPr>
            <p:cNvSpPr/>
            <p:nvPr/>
          </p:nvSpPr>
          <p:spPr>
            <a:xfrm>
              <a:off x="5600699" y="1177714"/>
              <a:ext cx="990600" cy="887307"/>
            </a:xfrm>
            <a:custGeom>
              <a:avLst/>
              <a:gdLst>
                <a:gd name="csX0" fmla="*/ 152400 w 152400"/>
                <a:gd name="csY0" fmla="*/ 76200 h 152400"/>
                <a:gd name="csX1" fmla="*/ 76200 w 152400"/>
                <a:gd name="csY1" fmla="*/ 152400 h 152400"/>
                <a:gd name="csX2" fmla="*/ 0 w 152400"/>
                <a:gd name="csY2" fmla="*/ 76200 h 152400"/>
                <a:gd name="csX3" fmla="*/ 76200 w 152400"/>
                <a:gd name="csY3" fmla="*/ 0 h 152400"/>
                <a:gd name="csX4" fmla="*/ 152400 w 152400"/>
                <a:gd name="csY4" fmla="*/ 76200 h 152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2400" h="152400">
                  <a:moveTo>
                    <a:pt x="152400" y="76200"/>
                  </a:moveTo>
                  <a:cubicBezTo>
                    <a:pt x="152400" y="118284"/>
                    <a:pt x="118284" y="152400"/>
                    <a:pt x="76200" y="152400"/>
                  </a:cubicBezTo>
                  <a:cubicBezTo>
                    <a:pt x="34116" y="152400"/>
                    <a:pt x="0" y="118284"/>
                    <a:pt x="0" y="76200"/>
                  </a:cubicBezTo>
                  <a:cubicBezTo>
                    <a:pt x="0" y="34116"/>
                    <a:pt x="34116" y="0"/>
                    <a:pt x="76200" y="0"/>
                  </a:cubicBezTo>
                  <a:cubicBezTo>
                    <a:pt x="118284" y="0"/>
                    <a:pt x="152400" y="34116"/>
                    <a:pt x="152400" y="7620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7232217-9999-F22A-8341-E7E4A6AEBB6C}"/>
                </a:ext>
              </a:extLst>
            </p:cNvPr>
            <p:cNvSpPr/>
            <p:nvPr/>
          </p:nvSpPr>
          <p:spPr>
            <a:xfrm>
              <a:off x="4733925" y="2065021"/>
              <a:ext cx="2724150" cy="3992880"/>
            </a:xfrm>
            <a:custGeom>
              <a:avLst/>
              <a:gdLst>
                <a:gd name="csX0" fmla="*/ 417195 w 419100"/>
                <a:gd name="csY0" fmla="*/ 297180 h 685800"/>
                <a:gd name="csX1" fmla="*/ 363855 w 419100"/>
                <a:gd name="csY1" fmla="*/ 70485 h 685800"/>
                <a:gd name="csX2" fmla="*/ 352425 w 419100"/>
                <a:gd name="csY2" fmla="*/ 49530 h 685800"/>
                <a:gd name="csX3" fmla="*/ 272415 w 419100"/>
                <a:gd name="csY3" fmla="*/ 7620 h 685800"/>
                <a:gd name="csX4" fmla="*/ 209550 w 419100"/>
                <a:gd name="csY4" fmla="*/ 0 h 685800"/>
                <a:gd name="csX5" fmla="*/ 146685 w 419100"/>
                <a:gd name="csY5" fmla="*/ 9525 h 685800"/>
                <a:gd name="csX6" fmla="*/ 66675 w 419100"/>
                <a:gd name="csY6" fmla="*/ 51435 h 685800"/>
                <a:gd name="csX7" fmla="*/ 55245 w 419100"/>
                <a:gd name="csY7" fmla="*/ 72390 h 685800"/>
                <a:gd name="csX8" fmla="*/ 1905 w 419100"/>
                <a:gd name="csY8" fmla="*/ 299085 h 685800"/>
                <a:gd name="csX9" fmla="*/ 0 w 419100"/>
                <a:gd name="csY9" fmla="*/ 308610 h 685800"/>
                <a:gd name="csX10" fmla="*/ 38100 w 419100"/>
                <a:gd name="csY10" fmla="*/ 346710 h 685800"/>
                <a:gd name="csX11" fmla="*/ 74295 w 419100"/>
                <a:gd name="csY11" fmla="*/ 318135 h 685800"/>
                <a:gd name="csX12" fmla="*/ 114300 w 419100"/>
                <a:gd name="csY12" fmla="*/ 152400 h 685800"/>
                <a:gd name="csX13" fmla="*/ 114300 w 419100"/>
                <a:gd name="csY13" fmla="*/ 685800 h 685800"/>
                <a:gd name="csX14" fmla="*/ 190500 w 419100"/>
                <a:gd name="csY14" fmla="*/ 685800 h 685800"/>
                <a:gd name="csX15" fmla="*/ 190500 w 419100"/>
                <a:gd name="csY15" fmla="*/ 342900 h 685800"/>
                <a:gd name="csX16" fmla="*/ 228600 w 419100"/>
                <a:gd name="csY16" fmla="*/ 342900 h 685800"/>
                <a:gd name="csX17" fmla="*/ 228600 w 419100"/>
                <a:gd name="csY17" fmla="*/ 685800 h 685800"/>
                <a:gd name="csX18" fmla="*/ 304800 w 419100"/>
                <a:gd name="csY18" fmla="*/ 685800 h 685800"/>
                <a:gd name="csX19" fmla="*/ 304800 w 419100"/>
                <a:gd name="csY19" fmla="*/ 150495 h 685800"/>
                <a:gd name="csX20" fmla="*/ 344805 w 419100"/>
                <a:gd name="csY20" fmla="*/ 316230 h 685800"/>
                <a:gd name="csX21" fmla="*/ 381000 w 419100"/>
                <a:gd name="csY21" fmla="*/ 344805 h 685800"/>
                <a:gd name="csX22" fmla="*/ 419100 w 419100"/>
                <a:gd name="csY22" fmla="*/ 306705 h 685800"/>
                <a:gd name="csX23" fmla="*/ 417195 w 419100"/>
                <a:gd name="csY23" fmla="*/ 297180 h 68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19100" h="685800">
                  <a:moveTo>
                    <a:pt x="417195" y="297180"/>
                  </a:moveTo>
                  <a:lnTo>
                    <a:pt x="363855" y="70485"/>
                  </a:lnTo>
                  <a:cubicBezTo>
                    <a:pt x="361950" y="62865"/>
                    <a:pt x="358140" y="55245"/>
                    <a:pt x="352425" y="49530"/>
                  </a:cubicBezTo>
                  <a:cubicBezTo>
                    <a:pt x="329565" y="30480"/>
                    <a:pt x="302895" y="17145"/>
                    <a:pt x="272415" y="7620"/>
                  </a:cubicBezTo>
                  <a:cubicBezTo>
                    <a:pt x="251460" y="3810"/>
                    <a:pt x="230505" y="0"/>
                    <a:pt x="209550" y="0"/>
                  </a:cubicBezTo>
                  <a:cubicBezTo>
                    <a:pt x="188595" y="0"/>
                    <a:pt x="167640" y="3810"/>
                    <a:pt x="146685" y="9525"/>
                  </a:cubicBezTo>
                  <a:cubicBezTo>
                    <a:pt x="116205" y="17145"/>
                    <a:pt x="89535" y="32385"/>
                    <a:pt x="66675" y="51435"/>
                  </a:cubicBezTo>
                  <a:cubicBezTo>
                    <a:pt x="60960" y="57150"/>
                    <a:pt x="57150" y="64770"/>
                    <a:pt x="55245" y="72390"/>
                  </a:cubicBezTo>
                  <a:lnTo>
                    <a:pt x="1905" y="299085"/>
                  </a:lnTo>
                  <a:cubicBezTo>
                    <a:pt x="1905" y="300990"/>
                    <a:pt x="0" y="304800"/>
                    <a:pt x="0" y="308610"/>
                  </a:cubicBezTo>
                  <a:cubicBezTo>
                    <a:pt x="0" y="329565"/>
                    <a:pt x="17145" y="346710"/>
                    <a:pt x="38100" y="346710"/>
                  </a:cubicBezTo>
                  <a:cubicBezTo>
                    <a:pt x="55245" y="346710"/>
                    <a:pt x="70485" y="333375"/>
                    <a:pt x="74295" y="318135"/>
                  </a:cubicBezTo>
                  <a:lnTo>
                    <a:pt x="114300" y="152400"/>
                  </a:lnTo>
                  <a:lnTo>
                    <a:pt x="114300" y="685800"/>
                  </a:lnTo>
                  <a:lnTo>
                    <a:pt x="190500" y="685800"/>
                  </a:lnTo>
                  <a:lnTo>
                    <a:pt x="190500" y="342900"/>
                  </a:lnTo>
                  <a:lnTo>
                    <a:pt x="228600" y="342900"/>
                  </a:lnTo>
                  <a:lnTo>
                    <a:pt x="228600" y="685800"/>
                  </a:lnTo>
                  <a:lnTo>
                    <a:pt x="304800" y="685800"/>
                  </a:lnTo>
                  <a:lnTo>
                    <a:pt x="304800" y="150495"/>
                  </a:lnTo>
                  <a:lnTo>
                    <a:pt x="344805" y="316230"/>
                  </a:lnTo>
                  <a:cubicBezTo>
                    <a:pt x="348615" y="331470"/>
                    <a:pt x="363855" y="344805"/>
                    <a:pt x="381000" y="344805"/>
                  </a:cubicBezTo>
                  <a:cubicBezTo>
                    <a:pt x="401955" y="344805"/>
                    <a:pt x="419100" y="327660"/>
                    <a:pt x="419100" y="306705"/>
                  </a:cubicBezTo>
                  <a:cubicBezTo>
                    <a:pt x="419100" y="302895"/>
                    <a:pt x="417195" y="299085"/>
                    <a:pt x="417195" y="29718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Graphic 7" descr="Moustache with solid fill">
              <a:extLst>
                <a:ext uri="{FF2B5EF4-FFF2-40B4-BE49-F238E27FC236}">
                  <a16:creationId xmlns:a16="http://schemas.microsoft.com/office/drawing/2014/main" id="{883E94A9-F8FA-A8EB-A409-243280234395}"/>
                </a:ext>
              </a:extLst>
            </p:cNvPr>
            <p:cNvSpPr/>
            <p:nvPr/>
          </p:nvSpPr>
          <p:spPr>
            <a:xfrm>
              <a:off x="5685926" y="1621367"/>
              <a:ext cx="820145" cy="202458"/>
            </a:xfrm>
            <a:custGeom>
              <a:avLst/>
              <a:gdLst>
                <a:gd name="csX0" fmla="*/ 787834 w 820145"/>
                <a:gd name="csY0" fmla="*/ 23230 h 202458"/>
                <a:gd name="csX1" fmla="*/ 729446 w 820145"/>
                <a:gd name="csY1" fmla="*/ 22182 h 202458"/>
                <a:gd name="csX2" fmla="*/ 745353 w 820145"/>
                <a:gd name="csY2" fmla="*/ 105526 h 202458"/>
                <a:gd name="csX3" fmla="*/ 633910 w 820145"/>
                <a:gd name="csY3" fmla="*/ 53234 h 202458"/>
                <a:gd name="csX4" fmla="*/ 491035 w 820145"/>
                <a:gd name="csY4" fmla="*/ 180 h 202458"/>
                <a:gd name="csX5" fmla="*/ 410073 w 820145"/>
                <a:gd name="csY5" fmla="*/ 35708 h 202458"/>
                <a:gd name="csX6" fmla="*/ 329110 w 820145"/>
                <a:gd name="csY6" fmla="*/ 180 h 202458"/>
                <a:gd name="csX7" fmla="*/ 186235 w 820145"/>
                <a:gd name="csY7" fmla="*/ 53234 h 202458"/>
                <a:gd name="csX8" fmla="*/ 74793 w 820145"/>
                <a:gd name="csY8" fmla="*/ 105526 h 202458"/>
                <a:gd name="csX9" fmla="*/ 90699 w 820145"/>
                <a:gd name="csY9" fmla="*/ 22182 h 202458"/>
                <a:gd name="csX10" fmla="*/ 32311 w 820145"/>
                <a:gd name="csY10" fmla="*/ 23230 h 202458"/>
                <a:gd name="csX11" fmla="*/ 498 w 820145"/>
                <a:gd name="csY11" fmla="*/ 94477 h 202458"/>
                <a:gd name="csX12" fmla="*/ 117941 w 820145"/>
                <a:gd name="csY12" fmla="*/ 198014 h 202458"/>
                <a:gd name="csX13" fmla="*/ 305869 w 820145"/>
                <a:gd name="csY13" fmla="*/ 177345 h 202458"/>
                <a:gd name="csX14" fmla="*/ 409787 w 820145"/>
                <a:gd name="csY14" fmla="*/ 118290 h 202458"/>
                <a:gd name="csX15" fmla="*/ 513705 w 820145"/>
                <a:gd name="csY15" fmla="*/ 177345 h 202458"/>
                <a:gd name="csX16" fmla="*/ 701633 w 820145"/>
                <a:gd name="csY16" fmla="*/ 198014 h 202458"/>
                <a:gd name="csX17" fmla="*/ 819648 w 820145"/>
                <a:gd name="csY17" fmla="*/ 94477 h 202458"/>
                <a:gd name="csX18" fmla="*/ 787834 w 820145"/>
                <a:gd name="csY18" fmla="*/ 23230 h 2024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820145" h="202458">
                  <a:moveTo>
                    <a:pt x="787834" y="23230"/>
                  </a:moveTo>
                  <a:cubicBezTo>
                    <a:pt x="771927" y="13705"/>
                    <a:pt x="744019" y="6942"/>
                    <a:pt x="729446" y="22182"/>
                  </a:cubicBezTo>
                  <a:cubicBezTo>
                    <a:pt x="789072" y="4942"/>
                    <a:pt x="800502" y="104955"/>
                    <a:pt x="745353" y="105526"/>
                  </a:cubicBezTo>
                  <a:cubicBezTo>
                    <a:pt x="708777" y="105526"/>
                    <a:pt x="664009" y="70569"/>
                    <a:pt x="633910" y="53234"/>
                  </a:cubicBezTo>
                  <a:cubicBezTo>
                    <a:pt x="588476" y="27040"/>
                    <a:pt x="546185" y="-2583"/>
                    <a:pt x="491035" y="180"/>
                  </a:cubicBezTo>
                  <a:cubicBezTo>
                    <a:pt x="460792" y="2470"/>
                    <a:pt x="432234" y="15002"/>
                    <a:pt x="410073" y="35708"/>
                  </a:cubicBezTo>
                  <a:cubicBezTo>
                    <a:pt x="387911" y="15002"/>
                    <a:pt x="359353" y="2470"/>
                    <a:pt x="329110" y="180"/>
                  </a:cubicBezTo>
                  <a:cubicBezTo>
                    <a:pt x="273960" y="-2583"/>
                    <a:pt x="231669" y="27040"/>
                    <a:pt x="186235" y="53234"/>
                  </a:cubicBezTo>
                  <a:cubicBezTo>
                    <a:pt x="156136" y="70569"/>
                    <a:pt x="111369" y="105907"/>
                    <a:pt x="74793" y="105526"/>
                  </a:cubicBezTo>
                  <a:cubicBezTo>
                    <a:pt x="19548" y="104955"/>
                    <a:pt x="31073" y="4942"/>
                    <a:pt x="90699" y="22182"/>
                  </a:cubicBezTo>
                  <a:cubicBezTo>
                    <a:pt x="76126" y="6942"/>
                    <a:pt x="48218" y="13324"/>
                    <a:pt x="32311" y="23230"/>
                  </a:cubicBezTo>
                  <a:cubicBezTo>
                    <a:pt x="9512" y="39404"/>
                    <a:pt x="-2678" y="66704"/>
                    <a:pt x="498" y="94477"/>
                  </a:cubicBezTo>
                  <a:cubicBezTo>
                    <a:pt x="6117" y="157152"/>
                    <a:pt x="61743" y="187917"/>
                    <a:pt x="117941" y="198014"/>
                  </a:cubicBezTo>
                  <a:cubicBezTo>
                    <a:pt x="180520" y="209253"/>
                    <a:pt x="246433" y="198014"/>
                    <a:pt x="305869" y="177345"/>
                  </a:cubicBezTo>
                  <a:cubicBezTo>
                    <a:pt x="337873" y="166200"/>
                    <a:pt x="384736" y="148198"/>
                    <a:pt x="409787" y="118290"/>
                  </a:cubicBezTo>
                  <a:cubicBezTo>
                    <a:pt x="434838" y="148198"/>
                    <a:pt x="481701" y="165915"/>
                    <a:pt x="513705" y="177345"/>
                  </a:cubicBezTo>
                  <a:cubicBezTo>
                    <a:pt x="573141" y="198014"/>
                    <a:pt x="639054" y="209253"/>
                    <a:pt x="701633" y="198014"/>
                  </a:cubicBezTo>
                  <a:cubicBezTo>
                    <a:pt x="758116" y="187917"/>
                    <a:pt x="813742" y="157152"/>
                    <a:pt x="819648" y="94477"/>
                  </a:cubicBezTo>
                  <a:cubicBezTo>
                    <a:pt x="822823" y="66704"/>
                    <a:pt x="810633" y="39404"/>
                    <a:pt x="787834" y="2323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B9E900A-3447-EA68-A7EE-2D9F51485B5D}"/>
                </a:ext>
              </a:extLst>
            </p:cNvPr>
            <p:cNvSpPr/>
            <p:nvPr/>
          </p:nvSpPr>
          <p:spPr>
            <a:xfrm>
              <a:off x="5985985" y="487543"/>
              <a:ext cx="220030" cy="252904"/>
            </a:xfrm>
            <a:custGeom>
              <a:avLst/>
              <a:gdLst>
                <a:gd name="csX0" fmla="*/ 32385 w 173354"/>
                <a:gd name="csY0" fmla="*/ 116205 h 173354"/>
                <a:gd name="csX1" fmla="*/ 20002 w 173354"/>
                <a:gd name="csY1" fmla="*/ 134303 h 173354"/>
                <a:gd name="csX2" fmla="*/ 39052 w 173354"/>
                <a:gd name="csY2" fmla="*/ 153353 h 173354"/>
                <a:gd name="csX3" fmla="*/ 69533 w 173354"/>
                <a:gd name="csY3" fmla="*/ 145733 h 173354"/>
                <a:gd name="csX4" fmla="*/ 73342 w 173354"/>
                <a:gd name="csY4" fmla="*/ 167640 h 173354"/>
                <a:gd name="csX5" fmla="*/ 100013 w 173354"/>
                <a:gd name="csY5" fmla="*/ 167640 h 173354"/>
                <a:gd name="csX6" fmla="*/ 116205 w 173354"/>
                <a:gd name="csY6" fmla="*/ 140970 h 173354"/>
                <a:gd name="csX7" fmla="*/ 134303 w 173354"/>
                <a:gd name="csY7" fmla="*/ 153353 h 173354"/>
                <a:gd name="csX8" fmla="*/ 153353 w 173354"/>
                <a:gd name="csY8" fmla="*/ 134303 h 173354"/>
                <a:gd name="csX9" fmla="*/ 145733 w 173354"/>
                <a:gd name="csY9" fmla="*/ 103823 h 173354"/>
                <a:gd name="csX10" fmla="*/ 167640 w 173354"/>
                <a:gd name="csY10" fmla="*/ 100013 h 173354"/>
                <a:gd name="csX11" fmla="*/ 173355 w 173354"/>
                <a:gd name="csY11" fmla="*/ 86678 h 173354"/>
                <a:gd name="csX12" fmla="*/ 167640 w 173354"/>
                <a:gd name="csY12" fmla="*/ 73343 h 173354"/>
                <a:gd name="csX13" fmla="*/ 140970 w 173354"/>
                <a:gd name="csY13" fmla="*/ 57150 h 173354"/>
                <a:gd name="csX14" fmla="*/ 153353 w 173354"/>
                <a:gd name="csY14" fmla="*/ 39053 h 173354"/>
                <a:gd name="csX15" fmla="*/ 147638 w 173354"/>
                <a:gd name="csY15" fmla="*/ 25717 h 173354"/>
                <a:gd name="csX16" fmla="*/ 134303 w 173354"/>
                <a:gd name="csY16" fmla="*/ 20003 h 173354"/>
                <a:gd name="csX17" fmla="*/ 103822 w 173354"/>
                <a:gd name="csY17" fmla="*/ 27623 h 173354"/>
                <a:gd name="csX18" fmla="*/ 100013 w 173354"/>
                <a:gd name="csY18" fmla="*/ 5715 h 173354"/>
                <a:gd name="csX19" fmla="*/ 86677 w 173354"/>
                <a:gd name="csY19" fmla="*/ 0 h 173354"/>
                <a:gd name="csX20" fmla="*/ 73342 w 173354"/>
                <a:gd name="csY20" fmla="*/ 5715 h 173354"/>
                <a:gd name="csX21" fmla="*/ 57150 w 173354"/>
                <a:gd name="csY21" fmla="*/ 32385 h 173354"/>
                <a:gd name="csX22" fmla="*/ 39052 w 173354"/>
                <a:gd name="csY22" fmla="*/ 20003 h 173354"/>
                <a:gd name="csX23" fmla="*/ 25717 w 173354"/>
                <a:gd name="csY23" fmla="*/ 25717 h 173354"/>
                <a:gd name="csX24" fmla="*/ 20002 w 173354"/>
                <a:gd name="csY24" fmla="*/ 39053 h 173354"/>
                <a:gd name="csX25" fmla="*/ 27622 w 173354"/>
                <a:gd name="csY25" fmla="*/ 69533 h 173354"/>
                <a:gd name="csX26" fmla="*/ 5715 w 173354"/>
                <a:gd name="csY26" fmla="*/ 73343 h 173354"/>
                <a:gd name="csX27" fmla="*/ 5715 w 173354"/>
                <a:gd name="csY27" fmla="*/ 100013 h 173354"/>
                <a:gd name="csX28" fmla="*/ 32385 w 173354"/>
                <a:gd name="csY28" fmla="*/ 116205 h 173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73354" h="173354">
                  <a:moveTo>
                    <a:pt x="32385" y="116205"/>
                  </a:moveTo>
                  <a:cubicBezTo>
                    <a:pt x="24765" y="119063"/>
                    <a:pt x="20002" y="125730"/>
                    <a:pt x="20002" y="134303"/>
                  </a:cubicBezTo>
                  <a:cubicBezTo>
                    <a:pt x="20002" y="144780"/>
                    <a:pt x="28575" y="153353"/>
                    <a:pt x="39052" y="153353"/>
                  </a:cubicBezTo>
                  <a:cubicBezTo>
                    <a:pt x="50483" y="153353"/>
                    <a:pt x="60008" y="150495"/>
                    <a:pt x="69533" y="145733"/>
                  </a:cubicBezTo>
                  <a:cubicBezTo>
                    <a:pt x="65722" y="152400"/>
                    <a:pt x="67627" y="161925"/>
                    <a:pt x="73342" y="167640"/>
                  </a:cubicBezTo>
                  <a:cubicBezTo>
                    <a:pt x="80963" y="175260"/>
                    <a:pt x="92392" y="175260"/>
                    <a:pt x="100013" y="167640"/>
                  </a:cubicBezTo>
                  <a:cubicBezTo>
                    <a:pt x="107633" y="160020"/>
                    <a:pt x="113347" y="150495"/>
                    <a:pt x="116205" y="140970"/>
                  </a:cubicBezTo>
                  <a:cubicBezTo>
                    <a:pt x="119063" y="148590"/>
                    <a:pt x="125730" y="153353"/>
                    <a:pt x="134303" y="153353"/>
                  </a:cubicBezTo>
                  <a:cubicBezTo>
                    <a:pt x="144780" y="153353"/>
                    <a:pt x="153353" y="144780"/>
                    <a:pt x="153353" y="134303"/>
                  </a:cubicBezTo>
                  <a:cubicBezTo>
                    <a:pt x="153353" y="122873"/>
                    <a:pt x="150495" y="113348"/>
                    <a:pt x="145733" y="103823"/>
                  </a:cubicBezTo>
                  <a:cubicBezTo>
                    <a:pt x="152400" y="107632"/>
                    <a:pt x="161925" y="105728"/>
                    <a:pt x="167640" y="100013"/>
                  </a:cubicBezTo>
                  <a:cubicBezTo>
                    <a:pt x="171450" y="96203"/>
                    <a:pt x="173355" y="91440"/>
                    <a:pt x="173355" y="86678"/>
                  </a:cubicBezTo>
                  <a:cubicBezTo>
                    <a:pt x="173355" y="81915"/>
                    <a:pt x="171450" y="77153"/>
                    <a:pt x="167640" y="73343"/>
                  </a:cubicBezTo>
                  <a:cubicBezTo>
                    <a:pt x="160020" y="65723"/>
                    <a:pt x="150495" y="60008"/>
                    <a:pt x="140970" y="57150"/>
                  </a:cubicBezTo>
                  <a:cubicBezTo>
                    <a:pt x="148590" y="54293"/>
                    <a:pt x="153353" y="47625"/>
                    <a:pt x="153353" y="39053"/>
                  </a:cubicBezTo>
                  <a:cubicBezTo>
                    <a:pt x="153353" y="33338"/>
                    <a:pt x="151447" y="28575"/>
                    <a:pt x="147638" y="25717"/>
                  </a:cubicBezTo>
                  <a:cubicBezTo>
                    <a:pt x="143828" y="21908"/>
                    <a:pt x="139065" y="20003"/>
                    <a:pt x="134303" y="20003"/>
                  </a:cubicBezTo>
                  <a:cubicBezTo>
                    <a:pt x="122872" y="20003"/>
                    <a:pt x="113347" y="22860"/>
                    <a:pt x="103822" y="27623"/>
                  </a:cubicBezTo>
                  <a:cubicBezTo>
                    <a:pt x="107633" y="20955"/>
                    <a:pt x="105727" y="11430"/>
                    <a:pt x="100013" y="5715"/>
                  </a:cubicBezTo>
                  <a:cubicBezTo>
                    <a:pt x="96202" y="1905"/>
                    <a:pt x="91440" y="0"/>
                    <a:pt x="86677" y="0"/>
                  </a:cubicBezTo>
                  <a:cubicBezTo>
                    <a:pt x="81915" y="0"/>
                    <a:pt x="77152" y="1905"/>
                    <a:pt x="73342" y="5715"/>
                  </a:cubicBezTo>
                  <a:cubicBezTo>
                    <a:pt x="65722" y="13335"/>
                    <a:pt x="60008" y="22860"/>
                    <a:pt x="57150" y="32385"/>
                  </a:cubicBezTo>
                  <a:cubicBezTo>
                    <a:pt x="54292" y="24765"/>
                    <a:pt x="47625" y="20003"/>
                    <a:pt x="39052" y="20003"/>
                  </a:cubicBezTo>
                  <a:cubicBezTo>
                    <a:pt x="33338" y="20003"/>
                    <a:pt x="28575" y="21908"/>
                    <a:pt x="25717" y="25717"/>
                  </a:cubicBezTo>
                  <a:cubicBezTo>
                    <a:pt x="21908" y="28575"/>
                    <a:pt x="20002" y="33338"/>
                    <a:pt x="20002" y="39053"/>
                  </a:cubicBezTo>
                  <a:cubicBezTo>
                    <a:pt x="20002" y="50483"/>
                    <a:pt x="22860" y="60008"/>
                    <a:pt x="27622" y="69533"/>
                  </a:cubicBezTo>
                  <a:cubicBezTo>
                    <a:pt x="20955" y="65723"/>
                    <a:pt x="11430" y="67628"/>
                    <a:pt x="5715" y="73343"/>
                  </a:cubicBezTo>
                  <a:cubicBezTo>
                    <a:pt x="-1905" y="80963"/>
                    <a:pt x="-1905" y="92393"/>
                    <a:pt x="5715" y="100013"/>
                  </a:cubicBezTo>
                  <a:cubicBezTo>
                    <a:pt x="13335" y="107632"/>
                    <a:pt x="22860" y="113348"/>
                    <a:pt x="32385" y="116205"/>
                  </a:cubicBezTo>
                  <a:close/>
                </a:path>
              </a:pathLst>
            </a:custGeom>
            <a:solidFill>
              <a:srgbClr val="002060"/>
            </a:solidFill>
            <a:ln w="38100" cap="flat">
              <a:solidFill>
                <a:schemeClr val="tx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CD0351B-03B7-07C7-9D6F-9018543DB7C2}"/>
                </a:ext>
              </a:extLst>
            </p:cNvPr>
            <p:cNvSpPr/>
            <p:nvPr/>
          </p:nvSpPr>
          <p:spPr>
            <a:xfrm>
              <a:off x="5782089" y="668518"/>
              <a:ext cx="627801" cy="638175"/>
            </a:xfrm>
            <a:custGeom>
              <a:avLst/>
              <a:gdLst>
                <a:gd name="csX0" fmla="*/ 625376 w 627801"/>
                <a:gd name="csY0" fmla="*/ 541973 h 638175"/>
                <a:gd name="csX1" fmla="*/ 587276 w 627801"/>
                <a:gd name="csY1" fmla="*/ 526733 h 638175"/>
                <a:gd name="csX2" fmla="*/ 366296 w 627801"/>
                <a:gd name="csY2" fmla="*/ 1905 h 638175"/>
                <a:gd name="csX3" fmla="*/ 313908 w 627801"/>
                <a:gd name="csY3" fmla="*/ 29528 h 638175"/>
                <a:gd name="csX4" fmla="*/ 260568 w 627801"/>
                <a:gd name="csY4" fmla="*/ 0 h 638175"/>
                <a:gd name="csX5" fmla="*/ 39588 w 627801"/>
                <a:gd name="csY5" fmla="*/ 526733 h 638175"/>
                <a:gd name="csX6" fmla="*/ 29111 w 627801"/>
                <a:gd name="csY6" fmla="*/ 524828 h 638175"/>
                <a:gd name="csX7" fmla="*/ 2441 w 627801"/>
                <a:gd name="csY7" fmla="*/ 541973 h 638175"/>
                <a:gd name="csX8" fmla="*/ 17681 w 627801"/>
                <a:gd name="csY8" fmla="*/ 579120 h 638175"/>
                <a:gd name="csX9" fmla="*/ 313908 w 627801"/>
                <a:gd name="csY9" fmla="*/ 638175 h 638175"/>
                <a:gd name="csX10" fmla="*/ 609183 w 627801"/>
                <a:gd name="csY10" fmla="*/ 580073 h 638175"/>
                <a:gd name="csX11" fmla="*/ 625376 w 627801"/>
                <a:gd name="csY11" fmla="*/ 541973 h 638175"/>
                <a:gd name="csX12" fmla="*/ 479643 w 627801"/>
                <a:gd name="csY12" fmla="*/ 373380 h 638175"/>
                <a:gd name="csX13" fmla="*/ 509171 w 627801"/>
                <a:gd name="csY13" fmla="*/ 442913 h 638175"/>
                <a:gd name="csX14" fmla="*/ 492026 w 627801"/>
                <a:gd name="csY14" fmla="*/ 447675 h 638175"/>
                <a:gd name="csX15" fmla="*/ 452973 w 627801"/>
                <a:gd name="csY15" fmla="*/ 409575 h 638175"/>
                <a:gd name="csX16" fmla="*/ 479643 w 627801"/>
                <a:gd name="csY16" fmla="*/ 373380 h 638175"/>
                <a:gd name="csX17" fmla="*/ 349151 w 627801"/>
                <a:gd name="csY17" fmla="*/ 61913 h 638175"/>
                <a:gd name="csX18" fmla="*/ 378678 w 627801"/>
                <a:gd name="csY18" fmla="*/ 131445 h 638175"/>
                <a:gd name="csX19" fmla="*/ 366296 w 627801"/>
                <a:gd name="csY19" fmla="*/ 133350 h 638175"/>
                <a:gd name="csX20" fmla="*/ 327243 w 627801"/>
                <a:gd name="csY20" fmla="*/ 95250 h 638175"/>
                <a:gd name="csX21" fmla="*/ 349151 w 627801"/>
                <a:gd name="csY21" fmla="*/ 61913 h 638175"/>
                <a:gd name="csX22" fmla="*/ 366296 w 627801"/>
                <a:gd name="csY22" fmla="*/ 228600 h 638175"/>
                <a:gd name="csX23" fmla="*/ 405348 w 627801"/>
                <a:gd name="csY23" fmla="*/ 266700 h 638175"/>
                <a:gd name="csX24" fmla="*/ 366296 w 627801"/>
                <a:gd name="csY24" fmla="*/ 304800 h 638175"/>
                <a:gd name="csX25" fmla="*/ 327243 w 627801"/>
                <a:gd name="csY25" fmla="*/ 266700 h 638175"/>
                <a:gd name="csX26" fmla="*/ 366296 w 627801"/>
                <a:gd name="csY26" fmla="*/ 228600 h 638175"/>
                <a:gd name="csX27" fmla="*/ 347246 w 627801"/>
                <a:gd name="csY27" fmla="*/ 438150 h 638175"/>
                <a:gd name="csX28" fmla="*/ 386298 w 627801"/>
                <a:gd name="csY28" fmla="*/ 476250 h 638175"/>
                <a:gd name="csX29" fmla="*/ 347246 w 627801"/>
                <a:gd name="csY29" fmla="*/ 514350 h 638175"/>
                <a:gd name="csX30" fmla="*/ 308193 w 627801"/>
                <a:gd name="csY30" fmla="*/ 476250 h 638175"/>
                <a:gd name="csX31" fmla="*/ 347246 w 627801"/>
                <a:gd name="csY31" fmla="*/ 438150 h 638175"/>
                <a:gd name="csX32" fmla="*/ 237708 w 627801"/>
                <a:gd name="csY32" fmla="*/ 153352 h 638175"/>
                <a:gd name="csX33" fmla="*/ 269141 w 627801"/>
                <a:gd name="csY33" fmla="*/ 190500 h 638175"/>
                <a:gd name="csX34" fmla="*/ 230088 w 627801"/>
                <a:gd name="csY34" fmla="*/ 228600 h 638175"/>
                <a:gd name="csX35" fmla="*/ 208181 w 627801"/>
                <a:gd name="csY35" fmla="*/ 221933 h 638175"/>
                <a:gd name="csX36" fmla="*/ 237708 w 627801"/>
                <a:gd name="csY36" fmla="*/ 153352 h 638175"/>
                <a:gd name="csX37" fmla="*/ 240566 w 627801"/>
                <a:gd name="csY37" fmla="*/ 323850 h 638175"/>
                <a:gd name="csX38" fmla="*/ 279618 w 627801"/>
                <a:gd name="csY38" fmla="*/ 361950 h 638175"/>
                <a:gd name="csX39" fmla="*/ 240566 w 627801"/>
                <a:gd name="csY39" fmla="*/ 400050 h 638175"/>
                <a:gd name="csX40" fmla="*/ 201513 w 627801"/>
                <a:gd name="csY40" fmla="*/ 361950 h 638175"/>
                <a:gd name="csX41" fmla="*/ 240566 w 627801"/>
                <a:gd name="csY41" fmla="*/ 323850 h 638175"/>
                <a:gd name="csX42" fmla="*/ 113883 w 627801"/>
                <a:gd name="csY42" fmla="*/ 449580 h 638175"/>
                <a:gd name="csX43" fmla="*/ 125313 w 627801"/>
                <a:gd name="csY43" fmla="*/ 447675 h 638175"/>
                <a:gd name="csX44" fmla="*/ 164366 w 627801"/>
                <a:gd name="csY44" fmla="*/ 485775 h 638175"/>
                <a:gd name="csX45" fmla="*/ 125313 w 627801"/>
                <a:gd name="csY45" fmla="*/ 523875 h 638175"/>
                <a:gd name="csX46" fmla="*/ 91023 w 627801"/>
                <a:gd name="csY46" fmla="*/ 503873 h 638175"/>
                <a:gd name="csX47" fmla="*/ 113883 w 627801"/>
                <a:gd name="csY47" fmla="*/ 449580 h 638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627801" h="638175">
                  <a:moveTo>
                    <a:pt x="625376" y="541973"/>
                  </a:moveTo>
                  <a:cubicBezTo>
                    <a:pt x="618708" y="527685"/>
                    <a:pt x="602516" y="521017"/>
                    <a:pt x="587276" y="526733"/>
                  </a:cubicBezTo>
                  <a:lnTo>
                    <a:pt x="366296" y="1905"/>
                  </a:lnTo>
                  <a:cubicBezTo>
                    <a:pt x="354866" y="18097"/>
                    <a:pt x="335816" y="29528"/>
                    <a:pt x="313908" y="29528"/>
                  </a:cubicBezTo>
                  <a:cubicBezTo>
                    <a:pt x="291048" y="29528"/>
                    <a:pt x="271046" y="17145"/>
                    <a:pt x="260568" y="0"/>
                  </a:cubicBezTo>
                  <a:lnTo>
                    <a:pt x="39588" y="526733"/>
                  </a:lnTo>
                  <a:cubicBezTo>
                    <a:pt x="36731" y="525780"/>
                    <a:pt x="32921" y="524828"/>
                    <a:pt x="29111" y="524828"/>
                  </a:cubicBezTo>
                  <a:cubicBezTo>
                    <a:pt x="17681" y="524828"/>
                    <a:pt x="7203" y="531495"/>
                    <a:pt x="2441" y="541973"/>
                  </a:cubicBezTo>
                  <a:cubicBezTo>
                    <a:pt x="-4227" y="556260"/>
                    <a:pt x="3393" y="573405"/>
                    <a:pt x="17681" y="579120"/>
                  </a:cubicBezTo>
                  <a:cubicBezTo>
                    <a:pt x="111978" y="618173"/>
                    <a:pt x="211991" y="638175"/>
                    <a:pt x="313908" y="638175"/>
                  </a:cubicBezTo>
                  <a:cubicBezTo>
                    <a:pt x="416778" y="638175"/>
                    <a:pt x="515838" y="618173"/>
                    <a:pt x="609183" y="580073"/>
                  </a:cubicBezTo>
                  <a:cubicBezTo>
                    <a:pt x="624423" y="573405"/>
                    <a:pt x="632043" y="557213"/>
                    <a:pt x="625376" y="541973"/>
                  </a:cubicBezTo>
                  <a:close/>
                  <a:moveTo>
                    <a:pt x="479643" y="373380"/>
                  </a:moveTo>
                  <a:lnTo>
                    <a:pt x="509171" y="442913"/>
                  </a:lnTo>
                  <a:cubicBezTo>
                    <a:pt x="504408" y="445770"/>
                    <a:pt x="498693" y="447675"/>
                    <a:pt x="492026" y="447675"/>
                  </a:cubicBezTo>
                  <a:cubicBezTo>
                    <a:pt x="471071" y="447675"/>
                    <a:pt x="452973" y="430530"/>
                    <a:pt x="452973" y="409575"/>
                  </a:cubicBezTo>
                  <a:cubicBezTo>
                    <a:pt x="453926" y="392430"/>
                    <a:pt x="464403" y="379095"/>
                    <a:pt x="479643" y="373380"/>
                  </a:cubicBezTo>
                  <a:close/>
                  <a:moveTo>
                    <a:pt x="349151" y="61913"/>
                  </a:moveTo>
                  <a:lnTo>
                    <a:pt x="378678" y="131445"/>
                  </a:lnTo>
                  <a:cubicBezTo>
                    <a:pt x="374868" y="132398"/>
                    <a:pt x="371058" y="133350"/>
                    <a:pt x="366296" y="133350"/>
                  </a:cubicBezTo>
                  <a:cubicBezTo>
                    <a:pt x="345341" y="133350"/>
                    <a:pt x="327243" y="116205"/>
                    <a:pt x="327243" y="95250"/>
                  </a:cubicBezTo>
                  <a:cubicBezTo>
                    <a:pt x="328196" y="80963"/>
                    <a:pt x="336768" y="67628"/>
                    <a:pt x="349151" y="61913"/>
                  </a:cubicBezTo>
                  <a:close/>
                  <a:moveTo>
                    <a:pt x="366296" y="228600"/>
                  </a:moveTo>
                  <a:cubicBezTo>
                    <a:pt x="387251" y="228600"/>
                    <a:pt x="405348" y="245745"/>
                    <a:pt x="405348" y="266700"/>
                  </a:cubicBezTo>
                  <a:cubicBezTo>
                    <a:pt x="405348" y="287655"/>
                    <a:pt x="388203" y="304800"/>
                    <a:pt x="366296" y="304800"/>
                  </a:cubicBezTo>
                  <a:cubicBezTo>
                    <a:pt x="345341" y="304800"/>
                    <a:pt x="327243" y="287655"/>
                    <a:pt x="327243" y="266700"/>
                  </a:cubicBezTo>
                  <a:cubicBezTo>
                    <a:pt x="328196" y="245745"/>
                    <a:pt x="345341" y="228600"/>
                    <a:pt x="366296" y="228600"/>
                  </a:cubicBezTo>
                  <a:close/>
                  <a:moveTo>
                    <a:pt x="347246" y="438150"/>
                  </a:moveTo>
                  <a:cubicBezTo>
                    <a:pt x="368201" y="438150"/>
                    <a:pt x="386298" y="455295"/>
                    <a:pt x="386298" y="476250"/>
                  </a:cubicBezTo>
                  <a:cubicBezTo>
                    <a:pt x="386298" y="497205"/>
                    <a:pt x="369153" y="514350"/>
                    <a:pt x="347246" y="514350"/>
                  </a:cubicBezTo>
                  <a:cubicBezTo>
                    <a:pt x="326291" y="514350"/>
                    <a:pt x="308193" y="497205"/>
                    <a:pt x="308193" y="476250"/>
                  </a:cubicBezTo>
                  <a:cubicBezTo>
                    <a:pt x="308193" y="455295"/>
                    <a:pt x="326291" y="438150"/>
                    <a:pt x="347246" y="438150"/>
                  </a:cubicBezTo>
                  <a:close/>
                  <a:moveTo>
                    <a:pt x="237708" y="153352"/>
                  </a:moveTo>
                  <a:cubicBezTo>
                    <a:pt x="255806" y="156210"/>
                    <a:pt x="269141" y="172402"/>
                    <a:pt x="269141" y="190500"/>
                  </a:cubicBezTo>
                  <a:cubicBezTo>
                    <a:pt x="269141" y="211455"/>
                    <a:pt x="251996" y="228600"/>
                    <a:pt x="230088" y="228600"/>
                  </a:cubicBezTo>
                  <a:cubicBezTo>
                    <a:pt x="221516" y="228600"/>
                    <a:pt x="214848" y="225743"/>
                    <a:pt x="208181" y="221933"/>
                  </a:cubicBezTo>
                  <a:lnTo>
                    <a:pt x="237708" y="153352"/>
                  </a:lnTo>
                  <a:close/>
                  <a:moveTo>
                    <a:pt x="240566" y="323850"/>
                  </a:moveTo>
                  <a:cubicBezTo>
                    <a:pt x="261521" y="323850"/>
                    <a:pt x="279618" y="340995"/>
                    <a:pt x="279618" y="361950"/>
                  </a:cubicBezTo>
                  <a:cubicBezTo>
                    <a:pt x="279618" y="382905"/>
                    <a:pt x="262473" y="400050"/>
                    <a:pt x="240566" y="400050"/>
                  </a:cubicBezTo>
                  <a:cubicBezTo>
                    <a:pt x="219611" y="400050"/>
                    <a:pt x="201513" y="382905"/>
                    <a:pt x="201513" y="361950"/>
                  </a:cubicBezTo>
                  <a:cubicBezTo>
                    <a:pt x="202466" y="340995"/>
                    <a:pt x="219611" y="323850"/>
                    <a:pt x="240566" y="323850"/>
                  </a:cubicBezTo>
                  <a:close/>
                  <a:moveTo>
                    <a:pt x="113883" y="449580"/>
                  </a:moveTo>
                  <a:cubicBezTo>
                    <a:pt x="117693" y="448628"/>
                    <a:pt x="121503" y="447675"/>
                    <a:pt x="125313" y="447675"/>
                  </a:cubicBezTo>
                  <a:cubicBezTo>
                    <a:pt x="146268" y="447675"/>
                    <a:pt x="164366" y="464820"/>
                    <a:pt x="164366" y="485775"/>
                  </a:cubicBezTo>
                  <a:cubicBezTo>
                    <a:pt x="164366" y="506730"/>
                    <a:pt x="147221" y="523875"/>
                    <a:pt x="125313" y="523875"/>
                  </a:cubicBezTo>
                  <a:cubicBezTo>
                    <a:pt x="110073" y="523875"/>
                    <a:pt x="97691" y="515303"/>
                    <a:pt x="91023" y="503873"/>
                  </a:cubicBezTo>
                  <a:lnTo>
                    <a:pt x="113883" y="449580"/>
                  </a:lnTo>
                  <a:close/>
                </a:path>
              </a:pathLst>
            </a:custGeom>
            <a:gradFill>
              <a:gsLst>
                <a:gs pos="11000">
                  <a:srgbClr val="0C1526"/>
                </a:gs>
                <a:gs pos="41000">
                  <a:schemeClr val="accent1">
                    <a:lumMod val="50000"/>
                    <a:shade val="67500"/>
                    <a:satMod val="115000"/>
                  </a:schemeClr>
                </a:gs>
                <a:gs pos="100000">
                  <a:srgbClr val="00B0F0"/>
                </a:gs>
                <a:gs pos="72000">
                  <a:schemeClr val="accent5">
                    <a:lumMod val="50000"/>
                  </a:schemeClr>
                </a:gs>
              </a:gsLst>
              <a:lin ang="13500000" scaled="1"/>
            </a:gradFill>
            <a:ln w="38100" cap="flat">
              <a:solidFill>
                <a:schemeClr val="tx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23938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904</TotalTime>
  <Words>133</Words>
  <Application>Microsoft Office PowerPoint</Application>
  <PresentationFormat>Widescreen</PresentationFormat>
  <Paragraphs>59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Voget</dc:creator>
  <cp:lastModifiedBy>Ryan Voget</cp:lastModifiedBy>
  <cp:revision>1</cp:revision>
  <dcterms:created xsi:type="dcterms:W3CDTF">2026-05-28T20:32:03Z</dcterms:created>
  <dcterms:modified xsi:type="dcterms:W3CDTF">2026-06-03T17:23:13Z</dcterms:modified>
</cp:coreProperties>
</file>